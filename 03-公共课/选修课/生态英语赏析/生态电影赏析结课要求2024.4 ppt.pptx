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</p:sldIdLst>
  <p:sldSz cx="9144000" cy="6858000" type="screen4x3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7F7"/>
    <a:srgbClr val="DC30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5" autoAdjust="0"/>
    <p:restoredTop sz="86410" autoAdjust="0"/>
  </p:normalViewPr>
  <p:slideViewPr>
    <p:cSldViewPr showGuides="1">
      <p:cViewPr varScale="1">
        <p:scale>
          <a:sx n="82" d="100"/>
          <a:sy n="82" d="100"/>
        </p:scale>
        <p:origin x="138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6E525D-4278-446D-B61F-8BD4BF40359C}" type="doc">
      <dgm:prSet loTypeId="urn:microsoft.com/office/officeart/2005/8/layout/vList4" loCatId="list" qsTypeId="urn:microsoft.com/office/officeart/2005/8/quickstyle/simple1#1" qsCatId="simple" csTypeId="urn:microsoft.com/office/officeart/2005/8/colors/accent1_1#1" csCatId="accent1" phldr="1"/>
      <dgm:spPr/>
      <dgm:t>
        <a:bodyPr/>
        <a:lstStyle/>
        <a:p>
          <a:endParaRPr lang="zh-CN" altLang="en-US"/>
        </a:p>
      </dgm:t>
    </dgm:pt>
    <dgm:pt modelId="{6705E1F5-9A77-4560-AEB1-678E8843E297}">
      <dgm:prSet phldrT="[文本]"/>
      <dgm:spPr/>
      <dgm:t>
        <a:bodyPr/>
        <a:lstStyle/>
        <a:p>
          <a:endParaRPr lang="zh-CN" altLang="en-US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6B1474E-2730-488F-BCA6-2C1BBFAFF141}" cxnId="{0E626F0D-5CED-4AF4-B496-C165345928CF}" type="parTrans">
      <dgm:prSet/>
      <dgm:spPr/>
      <dgm:t>
        <a:bodyPr/>
        <a:lstStyle/>
        <a:p>
          <a:endParaRPr lang="zh-CN" altLang="en-US" b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F1B9B01-E197-415A-BA9D-1A4514475D94}" cxnId="{0E626F0D-5CED-4AF4-B496-C165345928CF}" type="sibTrans">
      <dgm:prSet/>
      <dgm:spPr/>
      <dgm:t>
        <a:bodyPr/>
        <a:lstStyle/>
        <a:p>
          <a:endParaRPr lang="zh-CN" altLang="en-US" b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09A66C1-F936-4194-BF1C-3DB82363E4DE}">
      <dgm:prSet phldrT="[文本]"/>
      <dgm:spPr/>
      <dgm:t>
        <a:bodyPr/>
        <a:lstStyle/>
        <a:p>
          <a:endParaRPr lang="zh-CN" altLang="en-US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488F965-1523-44FB-BEED-31007791991C}" cxnId="{D277ADCA-65DF-42D6-ABDD-B1EE0F19CB87}" type="parTrans">
      <dgm:prSet/>
      <dgm:spPr/>
      <dgm:t>
        <a:bodyPr/>
        <a:lstStyle/>
        <a:p>
          <a:endParaRPr lang="zh-CN" altLang="en-US" b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3B0BD08-6227-45B2-AE1F-827098103F33}" cxnId="{D277ADCA-65DF-42D6-ABDD-B1EE0F19CB87}" type="sibTrans">
      <dgm:prSet/>
      <dgm:spPr/>
      <dgm:t>
        <a:bodyPr/>
        <a:lstStyle/>
        <a:p>
          <a:endParaRPr lang="zh-CN" altLang="en-US" b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E8D37A1-453A-4F36-9C62-33F446B48DC1}">
      <dgm:prSet phldrT="[文本]"/>
      <dgm:spPr/>
      <dgm:t>
        <a:bodyPr/>
        <a:lstStyle/>
        <a:p>
          <a:endParaRPr lang="zh-CN" altLang="en-US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F5031C9-6DBD-4A50-8FCA-D180E24A8C18}" cxnId="{10A00DBE-102F-4ACC-B497-AB449517C919}" type="parTrans">
      <dgm:prSet/>
      <dgm:spPr/>
      <dgm:t>
        <a:bodyPr/>
        <a:lstStyle/>
        <a:p>
          <a:endParaRPr lang="zh-CN" altLang="en-US" b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0F27838-DB2C-404C-A6A9-FC956B73C127}" cxnId="{10A00DBE-102F-4ACC-B497-AB449517C919}" type="sibTrans">
      <dgm:prSet/>
      <dgm:spPr/>
      <dgm:t>
        <a:bodyPr/>
        <a:lstStyle/>
        <a:p>
          <a:endParaRPr lang="zh-CN" altLang="en-US" b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DA64CE8-3CA0-49E3-A6F0-FCD9C4B5E244}">
      <dgm:prSet/>
      <dgm:spPr/>
      <dgm:t>
        <a:bodyPr/>
        <a:lstStyle/>
        <a:p>
          <a:endParaRPr lang="zh-CN" altLang="en-US" b="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24CBCD5-396F-40C9-ABD3-365655F71B20}" cxnId="{034C7BFD-0ABE-4753-885D-CCB9C9E0E449}" type="parTrans">
      <dgm:prSet/>
      <dgm:spPr/>
      <dgm:t>
        <a:bodyPr/>
        <a:lstStyle/>
        <a:p>
          <a:endParaRPr lang="zh-CN" altLang="en-US" b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29BC9BF-0B1C-4CFD-A119-78E3739E6DB0}" cxnId="{034C7BFD-0ABE-4753-885D-CCB9C9E0E449}" type="sibTrans">
      <dgm:prSet/>
      <dgm:spPr/>
      <dgm:t>
        <a:bodyPr/>
        <a:lstStyle/>
        <a:p>
          <a:endParaRPr lang="zh-CN" altLang="en-US" b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B1381FF-0FCE-4DC5-9F94-E547B3285FF0}" type="pres">
      <dgm:prSet presAssocID="{746E525D-4278-446D-B61F-8BD4BF40359C}" presName="linear" presStyleCnt="0">
        <dgm:presLayoutVars>
          <dgm:dir/>
          <dgm:resizeHandles val="exact"/>
        </dgm:presLayoutVars>
      </dgm:prSet>
      <dgm:spPr/>
    </dgm:pt>
    <dgm:pt modelId="{9885B0DA-4A58-4F1E-B9BE-0ACFB0F830E2}" type="pres">
      <dgm:prSet presAssocID="{6705E1F5-9A77-4560-AEB1-678E8843E297}" presName="comp" presStyleCnt="0"/>
      <dgm:spPr/>
    </dgm:pt>
    <dgm:pt modelId="{136141B4-92FC-4DB2-B215-B76A8ACA5A3A}" type="pres">
      <dgm:prSet presAssocID="{6705E1F5-9A77-4560-AEB1-678E8843E297}" presName="box" presStyleLbl="node1" presStyleIdx="0" presStyleCnt="4" custLinFactNeighborY="3225"/>
      <dgm:spPr/>
    </dgm:pt>
    <dgm:pt modelId="{E8A04A34-7583-4838-ADEF-766802D2A401}" type="pres">
      <dgm:prSet presAssocID="{6705E1F5-9A77-4560-AEB1-678E8843E297}" presName="img" presStyleLbl="fgImgPlace1" presStyleIdx="0" presStyleCnt="4" custLinFactNeighborX="1650" custLinFactNeighborY="5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1000" b="-31000"/>
          </a:stretch>
        </a:blipFill>
      </dgm:spPr>
    </dgm:pt>
    <dgm:pt modelId="{09B5CEE5-9DF0-420F-94B6-BE87CC1D42CC}" type="pres">
      <dgm:prSet presAssocID="{6705E1F5-9A77-4560-AEB1-678E8843E297}" presName="text" presStyleLbl="node1" presStyleIdx="0" presStyleCnt="4">
        <dgm:presLayoutVars>
          <dgm:bulletEnabled val="1"/>
        </dgm:presLayoutVars>
      </dgm:prSet>
      <dgm:spPr/>
    </dgm:pt>
    <dgm:pt modelId="{6B9F9825-B993-4237-B97A-99210177C7ED}" type="pres">
      <dgm:prSet presAssocID="{AF1B9B01-E197-415A-BA9D-1A4514475D94}" presName="spacer" presStyleCnt="0"/>
      <dgm:spPr/>
    </dgm:pt>
    <dgm:pt modelId="{DD1E550D-9EDD-44B3-8901-A60B5A39041F}" type="pres">
      <dgm:prSet presAssocID="{409A66C1-F936-4194-BF1C-3DB82363E4DE}" presName="comp" presStyleCnt="0"/>
      <dgm:spPr/>
    </dgm:pt>
    <dgm:pt modelId="{054A79FB-429D-4721-8D5E-C2A248DDB4EE}" type="pres">
      <dgm:prSet presAssocID="{409A66C1-F936-4194-BF1C-3DB82363E4DE}" presName="box" presStyleLbl="node1" presStyleIdx="1" presStyleCnt="4"/>
      <dgm:spPr/>
    </dgm:pt>
    <dgm:pt modelId="{33CA578E-B063-4CE8-AA59-AD427B47C0CF}" type="pres">
      <dgm:prSet presAssocID="{409A66C1-F936-4194-BF1C-3DB82363E4DE}" presName="img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  <dgm:pt modelId="{2B7DC509-1350-43F5-ABED-F9EE5695DEDE}" type="pres">
      <dgm:prSet presAssocID="{409A66C1-F936-4194-BF1C-3DB82363E4DE}" presName="text" presStyleLbl="node1" presStyleIdx="1" presStyleCnt="4">
        <dgm:presLayoutVars>
          <dgm:bulletEnabled val="1"/>
        </dgm:presLayoutVars>
      </dgm:prSet>
      <dgm:spPr/>
    </dgm:pt>
    <dgm:pt modelId="{5E7F7774-6403-4FD1-A9BE-46E377817668}" type="pres">
      <dgm:prSet presAssocID="{E3B0BD08-6227-45B2-AE1F-827098103F33}" presName="spacer" presStyleCnt="0"/>
      <dgm:spPr/>
    </dgm:pt>
    <dgm:pt modelId="{C4219C5E-ED80-44D4-938D-5C5C0C1653D3}" type="pres">
      <dgm:prSet presAssocID="{DE8D37A1-453A-4F36-9C62-33F446B48DC1}" presName="comp" presStyleCnt="0"/>
      <dgm:spPr/>
    </dgm:pt>
    <dgm:pt modelId="{D7884B0B-371C-4F73-A2D3-45749BAA6438}" type="pres">
      <dgm:prSet presAssocID="{DE8D37A1-453A-4F36-9C62-33F446B48DC1}" presName="box" presStyleLbl="node1" presStyleIdx="2" presStyleCnt="4" custLinFactNeighborX="17" custLinFactNeighborY="1328"/>
      <dgm:spPr/>
    </dgm:pt>
    <dgm:pt modelId="{6CC2184A-3D27-466E-B205-E793C0808376}" type="pres">
      <dgm:prSet presAssocID="{DE8D37A1-453A-4F36-9C62-33F446B48DC1}" presName="img" presStyleLbl="fgImgPlace1" presStyleIdx="2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1000" b="-31000"/>
          </a:stretch>
        </a:blipFill>
      </dgm:spPr>
    </dgm:pt>
    <dgm:pt modelId="{A6784F99-8CDA-48AC-8C84-C17D75856CDD}" type="pres">
      <dgm:prSet presAssocID="{DE8D37A1-453A-4F36-9C62-33F446B48DC1}" presName="text" presStyleLbl="node1" presStyleIdx="2" presStyleCnt="4">
        <dgm:presLayoutVars>
          <dgm:bulletEnabled val="1"/>
        </dgm:presLayoutVars>
      </dgm:prSet>
      <dgm:spPr/>
    </dgm:pt>
    <dgm:pt modelId="{B9AC952E-00BF-493E-BD66-49E9CAB1398C}" type="pres">
      <dgm:prSet presAssocID="{B0F27838-DB2C-404C-A6A9-FC956B73C127}" presName="spacer" presStyleCnt="0"/>
      <dgm:spPr/>
    </dgm:pt>
    <dgm:pt modelId="{A503A371-35A1-4CBE-9BAF-E0935B00F3FA}" type="pres">
      <dgm:prSet presAssocID="{9DA64CE8-3CA0-49E3-A6F0-FCD9C4B5E244}" presName="comp" presStyleCnt="0"/>
      <dgm:spPr/>
    </dgm:pt>
    <dgm:pt modelId="{224A362F-1DFC-4549-A6F9-43927AA2B753}" type="pres">
      <dgm:prSet presAssocID="{9DA64CE8-3CA0-49E3-A6F0-FCD9C4B5E244}" presName="box" presStyleLbl="node1" presStyleIdx="3" presStyleCnt="4" custLinFactNeighborX="17" custLinFactNeighborY="-1260"/>
      <dgm:spPr/>
    </dgm:pt>
    <dgm:pt modelId="{EA5DA37B-C134-4CDB-A3D0-723E832B8413}" type="pres">
      <dgm:prSet presAssocID="{9DA64CE8-3CA0-49E3-A6F0-FCD9C4B5E244}" presName="img" presStyleLbl="fgImgPlace1" presStyleIdx="3" presStyleCnt="4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1000" b="-31000"/>
          </a:stretch>
        </a:blipFill>
      </dgm:spPr>
    </dgm:pt>
    <dgm:pt modelId="{EE9656EB-5D84-4484-9185-A71E7D3C6252}" type="pres">
      <dgm:prSet presAssocID="{9DA64CE8-3CA0-49E3-A6F0-FCD9C4B5E244}" presName="text" presStyleLbl="node1" presStyleIdx="3" presStyleCnt="4">
        <dgm:presLayoutVars>
          <dgm:bulletEnabled val="1"/>
        </dgm:presLayoutVars>
      </dgm:prSet>
      <dgm:spPr/>
    </dgm:pt>
  </dgm:ptLst>
  <dgm:cxnLst>
    <dgm:cxn modelId="{1D6C6B0D-E412-46CC-B112-3E0056EBACF3}" type="presOf" srcId="{409A66C1-F936-4194-BF1C-3DB82363E4DE}" destId="{054A79FB-429D-4721-8D5E-C2A248DDB4EE}" srcOrd="0" destOrd="0" presId="urn:microsoft.com/office/officeart/2005/8/layout/vList4"/>
    <dgm:cxn modelId="{0E626F0D-5CED-4AF4-B496-C165345928CF}" srcId="{746E525D-4278-446D-B61F-8BD4BF40359C}" destId="{6705E1F5-9A77-4560-AEB1-678E8843E297}" srcOrd="0" destOrd="0" parTransId="{C6B1474E-2730-488F-BCA6-2C1BBFAFF141}" sibTransId="{AF1B9B01-E197-415A-BA9D-1A4514475D94}"/>
    <dgm:cxn modelId="{C33B6D60-2E88-4A6D-B447-FA2522D6480B}" type="presOf" srcId="{9DA64CE8-3CA0-49E3-A6F0-FCD9C4B5E244}" destId="{EE9656EB-5D84-4484-9185-A71E7D3C6252}" srcOrd="1" destOrd="0" presId="urn:microsoft.com/office/officeart/2005/8/layout/vList4"/>
    <dgm:cxn modelId="{BE82A344-C890-4BF7-8598-C076396E15DD}" type="presOf" srcId="{6705E1F5-9A77-4560-AEB1-678E8843E297}" destId="{136141B4-92FC-4DB2-B215-B76A8ACA5A3A}" srcOrd="0" destOrd="0" presId="urn:microsoft.com/office/officeart/2005/8/layout/vList4"/>
    <dgm:cxn modelId="{72D1E04B-1F59-4BAE-9932-FCA463963DE6}" type="presOf" srcId="{746E525D-4278-446D-B61F-8BD4BF40359C}" destId="{2B1381FF-0FCE-4DC5-9F94-E547B3285FF0}" srcOrd="0" destOrd="0" presId="urn:microsoft.com/office/officeart/2005/8/layout/vList4"/>
    <dgm:cxn modelId="{F8A06D51-A4D3-425F-A842-4746DCC761B9}" type="presOf" srcId="{9DA64CE8-3CA0-49E3-A6F0-FCD9C4B5E244}" destId="{224A362F-1DFC-4549-A6F9-43927AA2B753}" srcOrd="0" destOrd="0" presId="urn:microsoft.com/office/officeart/2005/8/layout/vList4"/>
    <dgm:cxn modelId="{F30E248E-2958-49D1-9854-1CBD8C972188}" type="presOf" srcId="{DE8D37A1-453A-4F36-9C62-33F446B48DC1}" destId="{D7884B0B-371C-4F73-A2D3-45749BAA6438}" srcOrd="0" destOrd="0" presId="urn:microsoft.com/office/officeart/2005/8/layout/vList4"/>
    <dgm:cxn modelId="{E2880E91-BE5E-4F91-A182-C2F17AB8E34D}" type="presOf" srcId="{6705E1F5-9A77-4560-AEB1-678E8843E297}" destId="{09B5CEE5-9DF0-420F-94B6-BE87CC1D42CC}" srcOrd="1" destOrd="0" presId="urn:microsoft.com/office/officeart/2005/8/layout/vList4"/>
    <dgm:cxn modelId="{10A00DBE-102F-4ACC-B497-AB449517C919}" srcId="{746E525D-4278-446D-B61F-8BD4BF40359C}" destId="{DE8D37A1-453A-4F36-9C62-33F446B48DC1}" srcOrd="2" destOrd="0" parTransId="{2F5031C9-6DBD-4A50-8FCA-D180E24A8C18}" sibTransId="{B0F27838-DB2C-404C-A6A9-FC956B73C127}"/>
    <dgm:cxn modelId="{D277ADCA-65DF-42D6-ABDD-B1EE0F19CB87}" srcId="{746E525D-4278-446D-B61F-8BD4BF40359C}" destId="{409A66C1-F936-4194-BF1C-3DB82363E4DE}" srcOrd="1" destOrd="0" parTransId="{A488F965-1523-44FB-BEED-31007791991C}" sibTransId="{E3B0BD08-6227-45B2-AE1F-827098103F33}"/>
    <dgm:cxn modelId="{932AB3E7-9CD3-4563-9E85-C7242D0A804F}" type="presOf" srcId="{409A66C1-F936-4194-BF1C-3DB82363E4DE}" destId="{2B7DC509-1350-43F5-ABED-F9EE5695DEDE}" srcOrd="1" destOrd="0" presId="urn:microsoft.com/office/officeart/2005/8/layout/vList4"/>
    <dgm:cxn modelId="{6E54B4F3-A520-4967-8541-F960D469D122}" type="presOf" srcId="{DE8D37A1-453A-4F36-9C62-33F446B48DC1}" destId="{A6784F99-8CDA-48AC-8C84-C17D75856CDD}" srcOrd="1" destOrd="0" presId="urn:microsoft.com/office/officeart/2005/8/layout/vList4"/>
    <dgm:cxn modelId="{034C7BFD-0ABE-4753-885D-CCB9C9E0E449}" srcId="{746E525D-4278-446D-B61F-8BD4BF40359C}" destId="{9DA64CE8-3CA0-49E3-A6F0-FCD9C4B5E244}" srcOrd="3" destOrd="0" parTransId="{F24CBCD5-396F-40C9-ABD3-365655F71B20}" sibTransId="{929BC9BF-0B1C-4CFD-A119-78E3739E6DB0}"/>
    <dgm:cxn modelId="{C2EF78C3-8646-4D96-B46F-ED3A00E27535}" type="presParOf" srcId="{2B1381FF-0FCE-4DC5-9F94-E547B3285FF0}" destId="{9885B0DA-4A58-4F1E-B9BE-0ACFB0F830E2}" srcOrd="0" destOrd="0" presId="urn:microsoft.com/office/officeart/2005/8/layout/vList4"/>
    <dgm:cxn modelId="{EDB2BF0D-53ED-451A-9237-DFB901BBC58B}" type="presParOf" srcId="{9885B0DA-4A58-4F1E-B9BE-0ACFB0F830E2}" destId="{136141B4-92FC-4DB2-B215-B76A8ACA5A3A}" srcOrd="0" destOrd="0" presId="urn:microsoft.com/office/officeart/2005/8/layout/vList4"/>
    <dgm:cxn modelId="{D6DB5F79-02DE-4791-ACDE-464F6070778D}" type="presParOf" srcId="{9885B0DA-4A58-4F1E-B9BE-0ACFB0F830E2}" destId="{E8A04A34-7583-4838-ADEF-766802D2A401}" srcOrd="1" destOrd="0" presId="urn:microsoft.com/office/officeart/2005/8/layout/vList4"/>
    <dgm:cxn modelId="{9A9BDD23-5DA9-4433-A361-0CD59835E414}" type="presParOf" srcId="{9885B0DA-4A58-4F1E-B9BE-0ACFB0F830E2}" destId="{09B5CEE5-9DF0-420F-94B6-BE87CC1D42CC}" srcOrd="2" destOrd="0" presId="urn:microsoft.com/office/officeart/2005/8/layout/vList4"/>
    <dgm:cxn modelId="{6A726348-86C7-4501-AC91-90AFB964D486}" type="presParOf" srcId="{2B1381FF-0FCE-4DC5-9F94-E547B3285FF0}" destId="{6B9F9825-B993-4237-B97A-99210177C7ED}" srcOrd="1" destOrd="0" presId="urn:microsoft.com/office/officeart/2005/8/layout/vList4"/>
    <dgm:cxn modelId="{B34ED832-BB29-4EED-8DE1-2C96C7D88BB0}" type="presParOf" srcId="{2B1381FF-0FCE-4DC5-9F94-E547B3285FF0}" destId="{DD1E550D-9EDD-44B3-8901-A60B5A39041F}" srcOrd="2" destOrd="0" presId="urn:microsoft.com/office/officeart/2005/8/layout/vList4"/>
    <dgm:cxn modelId="{0F2FC7A3-BB01-414A-9EEB-A10CF0EC4797}" type="presParOf" srcId="{DD1E550D-9EDD-44B3-8901-A60B5A39041F}" destId="{054A79FB-429D-4721-8D5E-C2A248DDB4EE}" srcOrd="0" destOrd="0" presId="urn:microsoft.com/office/officeart/2005/8/layout/vList4"/>
    <dgm:cxn modelId="{220CDB8C-B67B-4218-9AE4-21B83E9DBC45}" type="presParOf" srcId="{DD1E550D-9EDD-44B3-8901-A60B5A39041F}" destId="{33CA578E-B063-4CE8-AA59-AD427B47C0CF}" srcOrd="1" destOrd="0" presId="urn:microsoft.com/office/officeart/2005/8/layout/vList4"/>
    <dgm:cxn modelId="{FED8991B-E1EB-4622-B3BE-CEEA2113122E}" type="presParOf" srcId="{DD1E550D-9EDD-44B3-8901-A60B5A39041F}" destId="{2B7DC509-1350-43F5-ABED-F9EE5695DEDE}" srcOrd="2" destOrd="0" presId="urn:microsoft.com/office/officeart/2005/8/layout/vList4"/>
    <dgm:cxn modelId="{7BD5FFF3-800F-4FDA-88C3-59B389348EE2}" type="presParOf" srcId="{2B1381FF-0FCE-4DC5-9F94-E547B3285FF0}" destId="{5E7F7774-6403-4FD1-A9BE-46E377817668}" srcOrd="3" destOrd="0" presId="urn:microsoft.com/office/officeart/2005/8/layout/vList4"/>
    <dgm:cxn modelId="{1AF3B194-BF4B-4C54-B07A-026E3787B7C9}" type="presParOf" srcId="{2B1381FF-0FCE-4DC5-9F94-E547B3285FF0}" destId="{C4219C5E-ED80-44D4-938D-5C5C0C1653D3}" srcOrd="4" destOrd="0" presId="urn:microsoft.com/office/officeart/2005/8/layout/vList4"/>
    <dgm:cxn modelId="{5AB36D5E-910C-4DC0-9939-F838A0076D81}" type="presParOf" srcId="{C4219C5E-ED80-44D4-938D-5C5C0C1653D3}" destId="{D7884B0B-371C-4F73-A2D3-45749BAA6438}" srcOrd="0" destOrd="0" presId="urn:microsoft.com/office/officeart/2005/8/layout/vList4"/>
    <dgm:cxn modelId="{5F4CE4AF-BE08-44FD-9C1A-D8A61DD98B46}" type="presParOf" srcId="{C4219C5E-ED80-44D4-938D-5C5C0C1653D3}" destId="{6CC2184A-3D27-466E-B205-E793C0808376}" srcOrd="1" destOrd="0" presId="urn:microsoft.com/office/officeart/2005/8/layout/vList4"/>
    <dgm:cxn modelId="{CF7843A8-B517-44AB-8201-C60C585B35E6}" type="presParOf" srcId="{C4219C5E-ED80-44D4-938D-5C5C0C1653D3}" destId="{A6784F99-8CDA-48AC-8C84-C17D75856CDD}" srcOrd="2" destOrd="0" presId="urn:microsoft.com/office/officeart/2005/8/layout/vList4"/>
    <dgm:cxn modelId="{17533A79-00EF-42E7-9530-2E86E9FFE40D}" type="presParOf" srcId="{2B1381FF-0FCE-4DC5-9F94-E547B3285FF0}" destId="{B9AC952E-00BF-493E-BD66-49E9CAB1398C}" srcOrd="5" destOrd="0" presId="urn:microsoft.com/office/officeart/2005/8/layout/vList4"/>
    <dgm:cxn modelId="{ABC25926-FBA2-4850-959E-B5A47BD34F4F}" type="presParOf" srcId="{2B1381FF-0FCE-4DC5-9F94-E547B3285FF0}" destId="{A503A371-35A1-4CBE-9BAF-E0935B00F3FA}" srcOrd="6" destOrd="0" presId="urn:microsoft.com/office/officeart/2005/8/layout/vList4"/>
    <dgm:cxn modelId="{4F3890E0-8B22-48BD-B304-11F33179788C}" type="presParOf" srcId="{A503A371-35A1-4CBE-9BAF-E0935B00F3FA}" destId="{224A362F-1DFC-4549-A6F9-43927AA2B753}" srcOrd="0" destOrd="0" presId="urn:microsoft.com/office/officeart/2005/8/layout/vList4"/>
    <dgm:cxn modelId="{9481368D-89E2-4A5B-87ED-A78C7553E944}" type="presParOf" srcId="{A503A371-35A1-4CBE-9BAF-E0935B00F3FA}" destId="{EA5DA37B-C134-4CDB-A3D0-723E832B8413}" srcOrd="1" destOrd="0" presId="urn:microsoft.com/office/officeart/2005/8/layout/vList4"/>
    <dgm:cxn modelId="{9FAE0192-C5A3-4090-ABDE-701C4667B742}" type="presParOf" srcId="{A503A371-35A1-4CBE-9BAF-E0935B00F3FA}" destId="{EE9656EB-5D84-4484-9185-A71E7D3C6252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096000" cy="4064000"/>
        <a:chOff x="0" y="0"/>
        <a:chExt cx="6096000" cy="4064000"/>
      </a:xfrm>
    </dsp:grpSpPr>
    <dsp:sp modelId="{136141B4-92FC-4DB2-B215-B76A8ACA5A3A}">
      <dsp:nvSpPr>
        <dsp:cNvPr id="3" name="圆角矩形 2"/>
        <dsp:cNvSpPr/>
      </dsp:nvSpPr>
      <dsp:spPr bwMode="white">
        <a:xfrm>
          <a:off x="0" y="30480"/>
          <a:ext cx="6096000" cy="945116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152400" rIns="152400" bIns="152400" anchor="ctr"/>
        <a:lstStyle>
          <a:lvl1pPr algn="l">
            <a:defRPr sz="4000"/>
          </a:lvl1pPr>
          <a:lvl2pPr marL="285750" indent="-285750" algn="l">
            <a:defRPr sz="3100"/>
          </a:lvl2pPr>
          <a:lvl3pPr marL="571500" indent="-285750" algn="l">
            <a:defRPr sz="3100"/>
          </a:lvl3pPr>
          <a:lvl4pPr marL="857250" indent="-285750" algn="l">
            <a:defRPr sz="3100"/>
          </a:lvl4pPr>
          <a:lvl5pPr marL="1143000" indent="-285750" algn="l">
            <a:defRPr sz="3100"/>
          </a:lvl5pPr>
          <a:lvl6pPr marL="1428750" indent="-285750" algn="l">
            <a:defRPr sz="3100"/>
          </a:lvl6pPr>
          <a:lvl7pPr marL="1714500" indent="-285750" algn="l">
            <a:defRPr sz="3100"/>
          </a:lvl7pPr>
          <a:lvl8pPr marL="2000250" indent="-285750" algn="l">
            <a:defRPr sz="3100"/>
          </a:lvl8pPr>
          <a:lvl9pPr marL="2286000" indent="-285750" algn="l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b="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0480"/>
        <a:ext cx="6096000" cy="945116"/>
      </dsp:txXfrm>
    </dsp:sp>
    <dsp:sp modelId="{E8A04A34-7583-4838-ADEF-766802D2A401}">
      <dsp:nvSpPr>
        <dsp:cNvPr id="4" name="圆角矩形 3"/>
        <dsp:cNvSpPr/>
      </dsp:nvSpPr>
      <dsp:spPr bwMode="white">
        <a:xfrm>
          <a:off x="114628" y="94927"/>
          <a:ext cx="1219200" cy="756093"/>
        </a:xfrm>
        <a:prstGeom prst="roundRect">
          <a:avLst>
            <a:gd name="adj" fmla="val 10000"/>
          </a:avLst>
        </a:prstGeom>
        <a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1000" b="-31000"/>
          </a:stretch>
        </a:blipFill>
      </dsp:spPr>
      <dsp:style>
        <a:lnRef idx="2">
          <a:schemeClr val="accent1">
            <a:shade val="80000"/>
          </a:schemeClr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114628" y="94927"/>
        <a:ext cx="1219200" cy="756093"/>
      </dsp:txXfrm>
    </dsp:sp>
    <dsp:sp modelId="{054A79FB-429D-4721-8D5E-C2A248DDB4EE}">
      <dsp:nvSpPr>
        <dsp:cNvPr id="5" name="圆角矩形 4"/>
        <dsp:cNvSpPr/>
      </dsp:nvSpPr>
      <dsp:spPr bwMode="white">
        <a:xfrm>
          <a:off x="0" y="1039628"/>
          <a:ext cx="6096000" cy="945116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152400" rIns="152400" bIns="152400" anchor="ctr"/>
        <a:lstStyle>
          <a:lvl1pPr algn="l">
            <a:defRPr sz="4000"/>
          </a:lvl1pPr>
          <a:lvl2pPr marL="285750" indent="-285750" algn="l">
            <a:defRPr sz="3100"/>
          </a:lvl2pPr>
          <a:lvl3pPr marL="571500" indent="-285750" algn="l">
            <a:defRPr sz="3100"/>
          </a:lvl3pPr>
          <a:lvl4pPr marL="857250" indent="-285750" algn="l">
            <a:defRPr sz="3100"/>
          </a:lvl4pPr>
          <a:lvl5pPr marL="1143000" indent="-285750" algn="l">
            <a:defRPr sz="3100"/>
          </a:lvl5pPr>
          <a:lvl6pPr marL="1428750" indent="-285750" algn="l">
            <a:defRPr sz="3100"/>
          </a:lvl6pPr>
          <a:lvl7pPr marL="1714500" indent="-285750" algn="l">
            <a:defRPr sz="3100"/>
          </a:lvl7pPr>
          <a:lvl8pPr marL="2000250" indent="-285750" algn="l">
            <a:defRPr sz="3100"/>
          </a:lvl8pPr>
          <a:lvl9pPr marL="2286000" indent="-285750" algn="l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b="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039628"/>
        <a:ext cx="6096000" cy="945116"/>
      </dsp:txXfrm>
    </dsp:sp>
    <dsp:sp modelId="{33CA578E-B063-4CE8-AA59-AD427B47C0CF}">
      <dsp:nvSpPr>
        <dsp:cNvPr id="6" name="圆角矩形 5"/>
        <dsp:cNvSpPr/>
      </dsp:nvSpPr>
      <dsp:spPr bwMode="white">
        <a:xfrm>
          <a:off x="94512" y="1134140"/>
          <a:ext cx="1219200" cy="756093"/>
        </a:xfrm>
        <a:prstGeom prst="roundRect">
          <a:avLst>
            <a:gd name="adj" fmla="val 10000"/>
          </a:avLst>
        </a:prstGeom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sp:spPr>
      <dsp:style>
        <a:lnRef idx="2">
          <a:schemeClr val="accent1">
            <a:shade val="80000"/>
          </a:schemeClr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94512" y="1134140"/>
        <a:ext cx="1219200" cy="756093"/>
      </dsp:txXfrm>
    </dsp:sp>
    <dsp:sp modelId="{D7884B0B-371C-4F73-A2D3-45749BAA6438}">
      <dsp:nvSpPr>
        <dsp:cNvPr id="7" name="圆角矩形 6"/>
        <dsp:cNvSpPr/>
      </dsp:nvSpPr>
      <dsp:spPr bwMode="white">
        <a:xfrm>
          <a:off x="0" y="2091807"/>
          <a:ext cx="6096000" cy="945116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152400" rIns="152400" bIns="152400" anchor="ctr"/>
        <a:lstStyle>
          <a:lvl1pPr algn="l">
            <a:defRPr sz="4000"/>
          </a:lvl1pPr>
          <a:lvl2pPr marL="285750" indent="-285750" algn="l">
            <a:defRPr sz="3100"/>
          </a:lvl2pPr>
          <a:lvl3pPr marL="571500" indent="-285750" algn="l">
            <a:defRPr sz="3100"/>
          </a:lvl3pPr>
          <a:lvl4pPr marL="857250" indent="-285750" algn="l">
            <a:defRPr sz="3100"/>
          </a:lvl4pPr>
          <a:lvl5pPr marL="1143000" indent="-285750" algn="l">
            <a:defRPr sz="3100"/>
          </a:lvl5pPr>
          <a:lvl6pPr marL="1428750" indent="-285750" algn="l">
            <a:defRPr sz="3100"/>
          </a:lvl6pPr>
          <a:lvl7pPr marL="1714500" indent="-285750" algn="l">
            <a:defRPr sz="3100"/>
          </a:lvl7pPr>
          <a:lvl8pPr marL="2000250" indent="-285750" algn="l">
            <a:defRPr sz="3100"/>
          </a:lvl8pPr>
          <a:lvl9pPr marL="2286000" indent="-285750" algn="l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b="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091807"/>
        <a:ext cx="6096000" cy="945116"/>
      </dsp:txXfrm>
    </dsp:sp>
    <dsp:sp modelId="{6CC2184A-3D27-466E-B205-E793C0808376}">
      <dsp:nvSpPr>
        <dsp:cNvPr id="8" name="圆角矩形 7"/>
        <dsp:cNvSpPr/>
      </dsp:nvSpPr>
      <dsp:spPr bwMode="white">
        <a:xfrm>
          <a:off x="94512" y="2173767"/>
          <a:ext cx="1219200" cy="756093"/>
        </a:xfrm>
        <a:prstGeom prst="roundRect">
          <a:avLst>
            <a:gd name="adj" fmla="val 10000"/>
          </a:avLst>
        </a:prstGeom>
        <a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1000" b="-31000"/>
          </a:stretch>
        </a:blipFill>
      </dsp:spPr>
      <dsp:style>
        <a:lnRef idx="2">
          <a:schemeClr val="accent1">
            <a:shade val="80000"/>
          </a:schemeClr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94512" y="2173767"/>
        <a:ext cx="1219200" cy="756093"/>
      </dsp:txXfrm>
    </dsp:sp>
    <dsp:sp modelId="{224A362F-1DFC-4549-A6F9-43927AA2B753}">
      <dsp:nvSpPr>
        <dsp:cNvPr id="9" name="圆角矩形 8"/>
        <dsp:cNvSpPr/>
      </dsp:nvSpPr>
      <dsp:spPr bwMode="white">
        <a:xfrm>
          <a:off x="0" y="3106975"/>
          <a:ext cx="6096000" cy="945116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152400" tIns="152400" rIns="152400" bIns="152400" anchor="ctr"/>
        <a:lstStyle>
          <a:lvl1pPr algn="l">
            <a:defRPr sz="4000"/>
          </a:lvl1pPr>
          <a:lvl2pPr marL="285750" indent="-285750" algn="l">
            <a:defRPr sz="3100"/>
          </a:lvl2pPr>
          <a:lvl3pPr marL="571500" indent="-285750" algn="l">
            <a:defRPr sz="3100"/>
          </a:lvl3pPr>
          <a:lvl4pPr marL="857250" indent="-285750" algn="l">
            <a:defRPr sz="3100"/>
          </a:lvl4pPr>
          <a:lvl5pPr marL="1143000" indent="-285750" algn="l">
            <a:defRPr sz="3100"/>
          </a:lvl5pPr>
          <a:lvl6pPr marL="1428750" indent="-285750" algn="l">
            <a:defRPr sz="3100"/>
          </a:lvl6pPr>
          <a:lvl7pPr marL="1714500" indent="-285750" algn="l">
            <a:defRPr sz="3100"/>
          </a:lvl7pPr>
          <a:lvl8pPr marL="2000250" indent="-285750" algn="l">
            <a:defRPr sz="3100"/>
          </a:lvl8pPr>
          <a:lvl9pPr marL="2286000" indent="-285750" algn="l">
            <a:defRPr sz="3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b="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106975"/>
        <a:ext cx="6096000" cy="945116"/>
      </dsp:txXfrm>
    </dsp:sp>
    <dsp:sp modelId="{EA5DA37B-C134-4CDB-A3D0-723E832B8413}">
      <dsp:nvSpPr>
        <dsp:cNvPr id="10" name="圆角矩形 9"/>
        <dsp:cNvSpPr/>
      </dsp:nvSpPr>
      <dsp:spPr bwMode="white">
        <a:xfrm>
          <a:off x="94512" y="3213395"/>
          <a:ext cx="1219200" cy="756093"/>
        </a:xfrm>
        <a:prstGeom prst="roundRect">
          <a:avLst>
            <a:gd name="adj" fmla="val 10000"/>
          </a:avLst>
        </a:prstGeom>
        <a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1000" b="-31000"/>
          </a:stretch>
        </a:blipFill>
      </dsp:spPr>
      <dsp:style>
        <a:lnRef idx="2">
          <a:schemeClr val="accent1">
            <a:shade val="80000"/>
          </a:schemeClr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94512" y="3213395"/>
        <a:ext cx="1219200" cy="7560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F0547E1-44B3-4DC8-AABB-D015374EC404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0BA97108-1104-4773-A203-D796D69267D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>
              <a:fillRect/>
            </a:stretch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>
              <a:fillRect/>
            </a:stretch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pPr>
              <a:defRPr/>
            </a:pPr>
            <a:fld id="{09590515-5225-4832-B722-A843A35BE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pPr>
              <a:defRPr/>
            </a:pPr>
            <a:fld id="{F997C70B-403D-4DEA-94EC-38EEA9BC9E16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A152ED-6949-4EC9-972A-E80BA51BD3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C3899A-C1AB-4C72-BA75-D81F1576F1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70A0AA-FB1E-4D17-B5FC-BF7760A9CE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EA3842-BF59-48DE-ABFA-A31358FF64A3}" type="slidenum">
              <a:rPr lang="zh-CN" altLang="en-US" smtClean="0"/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E92C48-DFF7-478F-AA2B-95517A289A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C16523-E329-4A91-9331-CE72AE4CEC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B0A0B1-EA34-44D8-B633-F540FB4D6B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967962-9BA1-4E64-99B6-4DA988C8B9BF}" type="slidenum">
              <a:rPr lang="zh-CN" altLang="en-US" smtClean="0"/>
            </a:fld>
            <a:endParaRPr lang="zh-CN" alt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783729-90CC-4254-BAD3-98E96B761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B374D-9001-415C-9349-87AC5BF8E311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15237F-436B-4E1C-A953-20AE948A7C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BE666-ED26-4886-9490-14FE7BC0C418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88900" y="549275"/>
            <a:ext cx="8947150" cy="9350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44450"/>
            <a:ext cx="1301750" cy="27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FA347A-C7B7-4543-BFC4-DA2F7D333A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AFA14C-2C60-4C31-9BC0-EEFB5A663CC0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43700C-B2F8-434D-9F3E-F1401E3D09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2E8EB7-EB12-4079-9E45-7AED3E0754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590515-5225-4832-B722-A843A35BE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97C70B-403D-4DEA-94EC-38EEA9BC9E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590515-5225-4832-B722-A843A35BE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97C70B-403D-4DEA-94EC-38EEA9BC9E16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590515-5225-4832-B722-A843A35BE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97C70B-403D-4DEA-94EC-38EEA9BC9E1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  <a:endParaRPr lang="en-US" sz="72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  <a:endParaRPr lang="en-US" sz="72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590515-5225-4832-B722-A843A35BE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97C70B-403D-4DEA-94EC-38EEA9BC9E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590515-5225-4832-B722-A843A35BE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97C70B-403D-4DEA-94EC-38EEA9BC9E16}" type="slidenum">
              <a:rPr lang="zh-CN" altLang="en-US" smtClean="0"/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590515-5225-4832-B722-A843A35BE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97C70B-403D-4DEA-94EC-38EEA9BC9E16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AB73C1-1258-4B93-9CBC-23D1442D9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B1765C-F363-43A6-B34F-68EF8B0EE913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590515-5225-4832-B722-A843A35BE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97C70B-403D-4DEA-94EC-38EEA9BC9E16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5.png"/><Relationship Id="rId18" Type="http://schemas.openxmlformats.org/officeDocument/2006/relationships/image" Target="../media/image4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>
              <a:fillRect/>
            </a:stretch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>
              <a:fillRect/>
            </a:stretch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09590515-5225-4832-B722-A843A35BE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F997C70B-403D-4DEA-94EC-38EEA9BC9E16}" type="slidenum">
              <a:rPr lang="zh-CN" altLang="en-US" smtClean="0"/>
            </a:fld>
            <a:endParaRPr lang="zh-CN" altLang="en-US"/>
          </a:p>
        </p:txBody>
      </p:sp>
      <p:cxnSp>
        <p:nvCxnSpPr>
          <p:cNvPr id="12" name="直接连接符​​ 6"/>
          <p:cNvCxnSpPr/>
          <p:nvPr userDrawn="1"/>
        </p:nvCxnSpPr>
        <p:spPr>
          <a:xfrm>
            <a:off x="0" y="404813"/>
            <a:ext cx="9144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​​ 7"/>
          <p:cNvCxnSpPr/>
          <p:nvPr userDrawn="1"/>
        </p:nvCxnSpPr>
        <p:spPr>
          <a:xfrm>
            <a:off x="0" y="6416675"/>
            <a:ext cx="9144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​​ 8"/>
          <p:cNvSpPr/>
          <p:nvPr userDrawn="1"/>
        </p:nvSpPr>
        <p:spPr>
          <a:xfrm>
            <a:off x="179388" y="177800"/>
            <a:ext cx="107950" cy="1079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椭圆​​ 9"/>
          <p:cNvSpPr/>
          <p:nvPr userDrawn="1"/>
        </p:nvSpPr>
        <p:spPr>
          <a:xfrm>
            <a:off x="496888" y="177800"/>
            <a:ext cx="144462" cy="14446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椭圆​​ 10"/>
          <p:cNvSpPr/>
          <p:nvPr userDrawn="1"/>
        </p:nvSpPr>
        <p:spPr>
          <a:xfrm>
            <a:off x="330200" y="177800"/>
            <a:ext cx="125413" cy="12541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椭圆​​ 11"/>
          <p:cNvSpPr/>
          <p:nvPr userDrawn="1"/>
        </p:nvSpPr>
        <p:spPr>
          <a:xfrm>
            <a:off x="684213" y="177800"/>
            <a:ext cx="161925" cy="16192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TextBox 12"/>
          <p:cNvSpPr txBox="1">
            <a:spLocks noChangeArrowheads="1"/>
          </p:cNvSpPr>
          <p:nvPr userDrawn="1"/>
        </p:nvSpPr>
        <p:spPr bwMode="auto">
          <a:xfrm>
            <a:off x="4152900" y="6464300"/>
            <a:ext cx="8382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Fengkaixin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十字星 1027"/>
          <p:cNvSpPr/>
          <p:nvPr userDrawn="1"/>
        </p:nvSpPr>
        <p:spPr>
          <a:xfrm>
            <a:off x="112713" y="6586538"/>
            <a:ext cx="66675" cy="61912"/>
          </a:xfrm>
          <a:prstGeom prst="star4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0" name="十字星 40"/>
          <p:cNvSpPr/>
          <p:nvPr userDrawn="1"/>
        </p:nvSpPr>
        <p:spPr>
          <a:xfrm>
            <a:off x="8955088" y="6607175"/>
            <a:ext cx="66675" cy="61913"/>
          </a:xfrm>
          <a:prstGeom prst="star4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b="0" i="0" u="none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9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"/>
          <p:cNvSpPr txBox="1">
            <a:spLocks noChangeArrowheads="1"/>
          </p:cNvSpPr>
          <p:nvPr/>
        </p:nvSpPr>
        <p:spPr bwMode="auto">
          <a:xfrm>
            <a:off x="683568" y="489463"/>
            <a:ext cx="486003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期末结课要求：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1619672" y="1540768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矩形 4"/>
          <p:cNvSpPr/>
          <p:nvPr/>
        </p:nvSpPr>
        <p:spPr>
          <a:xfrm>
            <a:off x="3203848" y="6482512"/>
            <a:ext cx="3096344" cy="3600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华文彩云" panose="02010800040101010101" pitchFamily="2" charset="-122"/>
                <a:ea typeface="华文彩云" panose="02010800040101010101" pitchFamily="2" charset="-122"/>
              </a:rPr>
              <a:t>石河子大学外国语学院</a:t>
            </a:r>
            <a:endParaRPr lang="zh-CN" altLang="en-US" dirty="0">
              <a:latin typeface="华文彩云" panose="02010800040101010101" pitchFamily="2" charset="-122"/>
              <a:ea typeface="华文彩云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98450" y="1591315"/>
            <a:ext cx="45365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完成网络平台话题讨论（共</a:t>
            </a:r>
            <a:r>
              <a:rPr lang="en-US" altLang="zh-CN" sz="2800" b="1" dirty="0">
                <a:latin typeface="宋体" pitchFamily="2" charset="-122"/>
                <a:ea typeface="宋体" pitchFamily="2" charset="-122"/>
              </a:rPr>
              <a:t>7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个）</a:t>
            </a:r>
            <a:endParaRPr lang="en-US" altLang="zh-CN" sz="2800" b="1">
              <a:latin typeface="宋体" pitchFamily="2" charset="-122"/>
              <a:ea typeface="宋体" pitchFamily="2" charset="-122"/>
            </a:endParaRPr>
          </a:p>
          <a:p>
            <a:endParaRPr lang="zh-CN" altLang="en-US" sz="28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98450" y="3600624"/>
            <a:ext cx="49232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1.《</a:t>
            </a: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北极大冒险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》      2.《</a:t>
            </a: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地球脉动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》</a:t>
            </a: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（第二季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-06</a:t>
            </a: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） 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3.《</a:t>
            </a: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大迁徙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》4.《</a:t>
            </a: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阿凡达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》5.《</a:t>
            </a: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地球家园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》 6.《</a:t>
            </a: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海上钢琴师</a:t>
            </a: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》</a:t>
            </a:r>
            <a:endParaRPr lang="zh-CN" altLang="zh-CN" sz="2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8450" y="2595969"/>
            <a:ext cx="48671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itchFamily="2" charset="-122"/>
                <a:ea typeface="宋体" pitchFamily="2" charset="-122"/>
              </a:rPr>
              <a:t>以下六部影片中任选一部从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全球生态观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</a:rPr>
              <a:t>或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生态文明建设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</a:rPr>
              <a:t>角度写观后感</a:t>
            </a:r>
            <a:endParaRPr lang="zh-CN" altLang="zh-CN" sz="24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71594" y="4616287"/>
            <a:ext cx="48500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字数</a:t>
            </a:r>
            <a:r>
              <a:rPr lang="en-US" altLang="zh-CN" sz="2800" b="1" dirty="0">
                <a:latin typeface="宋体" pitchFamily="2" charset="-122"/>
                <a:ea typeface="宋体" pitchFamily="2" charset="-122"/>
              </a:rPr>
              <a:t>1500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</a:rPr>
              <a:t>以上</a:t>
            </a:r>
            <a:endParaRPr lang="en-US" altLang="zh-CN" sz="2800" b="1" dirty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b="1" dirty="0">
                <a:latin typeface="宋体" pitchFamily="2" charset="-122"/>
                <a:ea typeface="宋体" pitchFamily="2" charset="-122"/>
              </a:rPr>
              <a:t>打印、手写均可，要求加封皮，写清姓名学号</a:t>
            </a:r>
            <a:endParaRPr lang="en-US" altLang="zh-CN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26442" y="5655315"/>
            <a:ext cx="4680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28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日（第九周 周天）上交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"/>
          <p:cNvSpPr txBox="1">
            <a:spLocks noChangeArrowheads="1"/>
          </p:cNvSpPr>
          <p:nvPr/>
        </p:nvSpPr>
        <p:spPr bwMode="auto">
          <a:xfrm>
            <a:off x="899592" y="546076"/>
            <a:ext cx="4860032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七个话题讨论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03848" y="6482512"/>
            <a:ext cx="3096344" cy="3600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彩云" panose="02010800040101010101" pitchFamily="2" charset="-122"/>
                <a:ea typeface="华文彩云" panose="02010800040101010101" pitchFamily="2" charset="-122"/>
                <a:cs typeface="+mn-cs"/>
              </a:rPr>
              <a:t>石河子大学外国语学院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彩云" panose="02010800040101010101" pitchFamily="2" charset="-122"/>
              <a:ea typeface="华文彩云" panose="0201080004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9"/>
          <a:stretch>
            <a:fillRect/>
          </a:stretch>
        </p:blipFill>
        <p:spPr>
          <a:xfrm>
            <a:off x="683568" y="1556792"/>
            <a:ext cx="7452828" cy="475513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59&quot;&gt;&lt;object type=&quot;3&quot; unique_id=&quot;10060&quot;&gt;&lt;property id=&quot;20148&quot; value=&quot;5&quot;/&gt;&lt;property id=&quot;20300&quot; value=&quot;Slide 1&quot;/&gt;&lt;property id=&quot;20307&quot; value=&quot;256&quot;/&gt;&lt;/object&gt;&lt;object type=&quot;3&quot; unique_id=&quot;10061&quot;&gt;&lt;property id=&quot;20148&quot; value=&quot;5&quot;/&gt;&lt;property id=&quot;20300&quot; value=&quot;Slide 2&quot;/&gt;&lt;property id=&quot;20307&quot; value=&quot;257&quot;/&gt;&lt;/object&gt;&lt;object type=&quot;3&quot; unique_id=&quot;10062&quot;&gt;&lt;property id=&quot;20148&quot; value=&quot;5&quot;/&gt;&lt;property id=&quot;20300&quot; value=&quot;Slide 3&quot;/&gt;&lt;property id=&quot;20307&quot; value=&quot;265&quot;/&gt;&lt;/object&gt;&lt;object type=&quot;3&quot; unique_id=&quot;10063&quot;&gt;&lt;property id=&quot;20148&quot; value=&quot;5&quot;/&gt;&lt;property id=&quot;20300&quot; value=&quot;Slide 4&quot;/&gt;&lt;property id=&quot;20307&quot; value=&quot;258&quot;/&gt;&lt;/object&gt;&lt;object type=&quot;3&quot; unique_id=&quot;10064&quot;&gt;&lt;property id=&quot;20148&quot; value=&quot;5&quot;/&gt;&lt;property id=&quot;20300&quot; value=&quot;Slide 5&quot;/&gt;&lt;property id=&quot;20307&quot; value=&quot;261&quot;/&gt;&lt;/object&gt;&lt;object type=&quot;3&quot; unique_id=&quot;10065&quot;&gt;&lt;property id=&quot;20148&quot; value=&quot;5&quot;/&gt;&lt;property id=&quot;20300&quot; value=&quot;Slide 6&quot;/&gt;&lt;property id=&quot;20307&quot; value=&quot;262&quot;/&gt;&lt;/object&gt;&lt;object type=&quot;3&quot; unique_id=&quot;10256&quot;&gt;&lt;property id=&quot;20148&quot; value=&quot;5&quot;/&gt;&lt;property id=&quot;20300&quot; value=&quot;Slide 7&quot;/&gt;&lt;property id=&quot;20307&quot; value=&quot;266&quot;/&gt;&lt;/object&gt;&lt;/object&gt;&lt;object type=&quot;8&quot; unique_id=&quot;10081&quot;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环保">
  <a:themeElements>
    <a:clrScheme name="蓝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环保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WPS 演示</Application>
  <PresentationFormat>全屏显示(4:3)</PresentationFormat>
  <Paragraphs>20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1" baseType="lpstr">
      <vt:lpstr>Arial</vt:lpstr>
      <vt:lpstr>宋体</vt:lpstr>
      <vt:lpstr>Wingdings</vt:lpstr>
      <vt:lpstr>汉仪书宋二KW</vt:lpstr>
      <vt:lpstr>微软雅黑</vt:lpstr>
      <vt:lpstr>汉仪旗黑</vt:lpstr>
      <vt:lpstr>Arial</vt:lpstr>
      <vt:lpstr>Calibri</vt:lpstr>
      <vt:lpstr>Helvetica Neue</vt:lpstr>
      <vt:lpstr>华文彩云</vt:lpstr>
      <vt:lpstr>黑体</vt:lpstr>
      <vt:lpstr>Garamond</vt:lpstr>
      <vt:lpstr>苹方-简</vt:lpstr>
      <vt:lpstr>宋体-简</vt:lpstr>
      <vt:lpstr>汉仪中黑KW</vt:lpstr>
      <vt:lpstr>宋体</vt:lpstr>
      <vt:lpstr>Arial Unicode MS</vt:lpstr>
      <vt:lpstr>方正舒体</vt:lpstr>
      <vt:lpstr>环保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张健</dc:creator>
  <cp:lastModifiedBy>louvre</cp:lastModifiedBy>
  <cp:revision>77</cp:revision>
  <dcterms:created xsi:type="dcterms:W3CDTF">2024-04-27T03:48:31Z</dcterms:created>
  <dcterms:modified xsi:type="dcterms:W3CDTF">2024-04-27T03:48:31Z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9C084C1DC83945B78F752C668A023F10_42</vt:lpwstr>
  </property>
</Properties>
</file>