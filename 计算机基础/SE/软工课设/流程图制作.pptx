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40"/>
  </p:normalViewPr>
  <p:slideViewPr>
    <p:cSldViewPr snapToGrid="0">
      <p:cViewPr varScale="1">
        <p:scale>
          <a:sx n="90" d="100"/>
          <a:sy n="90" d="100"/>
        </p:scale>
        <p:origin x="23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FF66B-E9B5-0F49-A24F-9B333EFE4BB6}" type="doc">
      <dgm:prSet loTypeId="urn:microsoft.com/office/officeart/2005/8/layout/hierarchy1" loCatId="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0145CB13-4A13-CD41-AB18-C68AF177DE00}">
      <dgm:prSet/>
      <dgm:spPr/>
      <dgm:t>
        <a:bodyPr/>
        <a:lstStyle/>
        <a:p>
          <a:r>
            <a:rPr kumimoji="1" lang="zh-CN" altLang="en-US" dirty="0"/>
            <a:t>管理员</a:t>
          </a:r>
          <a:r>
            <a:rPr kumimoji="1" lang="zh-CN" dirty="0"/>
            <a:t>功能模块</a:t>
          </a:r>
          <a:endParaRPr lang="zh-CN" dirty="0"/>
        </a:p>
      </dgm:t>
    </dgm:pt>
    <dgm:pt modelId="{991476F1-E53B-D74A-84E3-D07BDE1CD500}" type="parTrans" cxnId="{2C50D366-1D32-7947-BB90-5F1D75507813}">
      <dgm:prSet/>
      <dgm:spPr/>
      <dgm:t>
        <a:bodyPr/>
        <a:lstStyle/>
        <a:p>
          <a:endParaRPr lang="zh-CN" altLang="en-US"/>
        </a:p>
      </dgm:t>
    </dgm:pt>
    <dgm:pt modelId="{39C443DB-B91E-CA45-B738-EA78B67338EC}" type="sibTrans" cxnId="{2C50D366-1D32-7947-BB90-5F1D75507813}">
      <dgm:prSet/>
      <dgm:spPr/>
      <dgm:t>
        <a:bodyPr/>
        <a:lstStyle/>
        <a:p>
          <a:endParaRPr lang="zh-CN" altLang="en-US"/>
        </a:p>
      </dgm:t>
    </dgm:pt>
    <dgm:pt modelId="{11043AD2-0154-8F48-9D2E-507722FD7B7C}">
      <dgm:prSet/>
      <dgm:spPr/>
      <dgm:t>
        <a:bodyPr/>
        <a:lstStyle/>
        <a:p>
          <a:r>
            <a:rPr kumimoji="1" lang="en-US" altLang="zh-CN" dirty="0"/>
            <a:t>1.</a:t>
          </a:r>
          <a:r>
            <a:rPr kumimoji="1" lang="zh-CN" dirty="0"/>
            <a:t>个人中心</a:t>
          </a:r>
          <a:endParaRPr lang="zh-CN" dirty="0"/>
        </a:p>
      </dgm:t>
    </dgm:pt>
    <dgm:pt modelId="{03264FF1-5D63-EF49-9381-6AB93A8CD339}" type="parTrans" cxnId="{ACFB3007-EC62-8140-8668-F4E643F3F7C8}">
      <dgm:prSet/>
      <dgm:spPr/>
      <dgm:t>
        <a:bodyPr/>
        <a:lstStyle/>
        <a:p>
          <a:endParaRPr lang="zh-CN" altLang="en-US"/>
        </a:p>
      </dgm:t>
    </dgm:pt>
    <dgm:pt modelId="{FB21BBC0-2CD8-A544-AB08-122528C6DD3D}" type="sibTrans" cxnId="{ACFB3007-EC62-8140-8668-F4E643F3F7C8}">
      <dgm:prSet/>
      <dgm:spPr/>
      <dgm:t>
        <a:bodyPr/>
        <a:lstStyle/>
        <a:p>
          <a:endParaRPr lang="zh-CN" altLang="en-US"/>
        </a:p>
      </dgm:t>
    </dgm:pt>
    <dgm:pt modelId="{404B323C-0803-764D-8507-547568048039}">
      <dgm:prSet/>
      <dgm:spPr/>
      <dgm:t>
        <a:bodyPr/>
        <a:lstStyle/>
        <a:p>
          <a:r>
            <a:rPr kumimoji="1" lang="en-US" altLang="zh-CN" dirty="0"/>
            <a:t>2.</a:t>
          </a:r>
          <a:r>
            <a:rPr kumimoji="1" lang="zh-CN" dirty="0"/>
            <a:t>用户管理</a:t>
          </a:r>
          <a:endParaRPr lang="zh-CN" dirty="0"/>
        </a:p>
      </dgm:t>
    </dgm:pt>
    <dgm:pt modelId="{B3921DAF-A5D7-0644-A426-0D78F54ED99C}" type="parTrans" cxnId="{52545A08-660F-0C4B-B8FA-67B1AD93C11B}">
      <dgm:prSet/>
      <dgm:spPr/>
      <dgm:t>
        <a:bodyPr/>
        <a:lstStyle/>
        <a:p>
          <a:endParaRPr lang="zh-CN" altLang="en-US"/>
        </a:p>
      </dgm:t>
    </dgm:pt>
    <dgm:pt modelId="{F68C9318-F98B-CC46-BCDC-A0EA863C46FA}" type="sibTrans" cxnId="{52545A08-660F-0C4B-B8FA-67B1AD93C11B}">
      <dgm:prSet/>
      <dgm:spPr/>
      <dgm:t>
        <a:bodyPr/>
        <a:lstStyle/>
        <a:p>
          <a:endParaRPr lang="zh-CN" altLang="en-US"/>
        </a:p>
      </dgm:t>
    </dgm:pt>
    <dgm:pt modelId="{1E940638-BB90-BE45-8D29-B1EA42F0EC8A}">
      <dgm:prSet/>
      <dgm:spPr/>
      <dgm:t>
        <a:bodyPr/>
        <a:lstStyle/>
        <a:p>
          <a:r>
            <a:rPr kumimoji="1" lang="en-US" altLang="zh-CN" dirty="0"/>
            <a:t>3.</a:t>
          </a:r>
          <a:r>
            <a:rPr kumimoji="1" lang="zh-CN" dirty="0"/>
            <a:t>图书分类管理</a:t>
          </a:r>
          <a:endParaRPr lang="zh-CN" dirty="0"/>
        </a:p>
      </dgm:t>
    </dgm:pt>
    <dgm:pt modelId="{49099C66-0A0F-2742-B346-F33AD66F5C05}" type="parTrans" cxnId="{63F6D2CD-BE44-E345-9DB5-0792C561E317}">
      <dgm:prSet/>
      <dgm:spPr/>
      <dgm:t>
        <a:bodyPr/>
        <a:lstStyle/>
        <a:p>
          <a:endParaRPr lang="zh-CN" altLang="en-US"/>
        </a:p>
      </dgm:t>
    </dgm:pt>
    <dgm:pt modelId="{C67C4ED2-3437-CC49-87B6-E940B82CCED2}" type="sibTrans" cxnId="{63F6D2CD-BE44-E345-9DB5-0792C561E317}">
      <dgm:prSet/>
      <dgm:spPr/>
      <dgm:t>
        <a:bodyPr/>
        <a:lstStyle/>
        <a:p>
          <a:endParaRPr lang="zh-CN" altLang="en-US"/>
        </a:p>
      </dgm:t>
    </dgm:pt>
    <dgm:pt modelId="{FFB57074-3DB6-4045-B6B7-AFEF805360EA}">
      <dgm:prSet/>
      <dgm:spPr/>
      <dgm:t>
        <a:bodyPr/>
        <a:lstStyle/>
        <a:p>
          <a:r>
            <a:rPr kumimoji="1" lang="en-US" altLang="zh-CN" dirty="0"/>
            <a:t>4.</a:t>
          </a:r>
          <a:r>
            <a:rPr kumimoji="1" lang="zh-CN" dirty="0"/>
            <a:t>图书信息管理</a:t>
          </a:r>
          <a:endParaRPr lang="zh-CN" dirty="0"/>
        </a:p>
      </dgm:t>
    </dgm:pt>
    <dgm:pt modelId="{E70AF4FE-FB31-0447-BEC5-493B80E8E859}" type="parTrans" cxnId="{C2EC1C96-07BA-BA45-BD83-73FF202F67CD}">
      <dgm:prSet/>
      <dgm:spPr/>
      <dgm:t>
        <a:bodyPr/>
        <a:lstStyle/>
        <a:p>
          <a:endParaRPr lang="zh-CN" altLang="en-US"/>
        </a:p>
      </dgm:t>
    </dgm:pt>
    <dgm:pt modelId="{4BC7A648-DD1D-F24D-AA4A-4999FD22EAE1}" type="sibTrans" cxnId="{C2EC1C96-07BA-BA45-BD83-73FF202F67CD}">
      <dgm:prSet/>
      <dgm:spPr/>
      <dgm:t>
        <a:bodyPr/>
        <a:lstStyle/>
        <a:p>
          <a:endParaRPr lang="zh-CN" altLang="en-US"/>
        </a:p>
      </dgm:t>
    </dgm:pt>
    <dgm:pt modelId="{8ED1ECF5-97D9-424D-92A2-D4678CB4553C}">
      <dgm:prSet/>
      <dgm:spPr/>
      <dgm:t>
        <a:bodyPr/>
        <a:lstStyle/>
        <a:p>
          <a:r>
            <a:rPr kumimoji="1" lang="en-US" altLang="zh-CN" dirty="0"/>
            <a:t>5.</a:t>
          </a:r>
          <a:r>
            <a:rPr kumimoji="1" lang="zh-CN" dirty="0"/>
            <a:t>系统管理</a:t>
          </a:r>
          <a:endParaRPr lang="zh-CN" dirty="0"/>
        </a:p>
      </dgm:t>
    </dgm:pt>
    <dgm:pt modelId="{D99F1F42-AA9E-F542-BA56-9E3A343BCE77}" type="parTrans" cxnId="{90EA5808-E972-2A43-81C2-057EC23AD6B8}">
      <dgm:prSet/>
      <dgm:spPr/>
      <dgm:t>
        <a:bodyPr/>
        <a:lstStyle/>
        <a:p>
          <a:endParaRPr lang="zh-CN" altLang="en-US"/>
        </a:p>
      </dgm:t>
    </dgm:pt>
    <dgm:pt modelId="{1D2FEA51-466F-3C48-B3D2-E0563CC15BEA}" type="sibTrans" cxnId="{90EA5808-E972-2A43-81C2-057EC23AD6B8}">
      <dgm:prSet/>
      <dgm:spPr/>
      <dgm:t>
        <a:bodyPr/>
        <a:lstStyle/>
        <a:p>
          <a:endParaRPr lang="zh-CN" altLang="en-US"/>
        </a:p>
      </dgm:t>
    </dgm:pt>
    <dgm:pt modelId="{DB3A8512-87D8-7F4D-B702-A807223E5BEE}">
      <dgm:prSet/>
      <dgm:spPr/>
      <dgm:t>
        <a:bodyPr/>
        <a:lstStyle/>
        <a:p>
          <a:r>
            <a:rPr kumimoji="1" lang="en-US" altLang="zh-CN" dirty="0"/>
            <a:t>6.</a:t>
          </a:r>
          <a:r>
            <a:rPr kumimoji="1" lang="zh-CN" dirty="0"/>
            <a:t>订单管理</a:t>
          </a:r>
          <a:endParaRPr lang="zh-CN" dirty="0"/>
        </a:p>
      </dgm:t>
    </dgm:pt>
    <dgm:pt modelId="{A26E4573-14DD-9844-A60B-046685508214}" type="parTrans" cxnId="{49A95C40-444B-AA4E-BA39-5BA63182C2CF}">
      <dgm:prSet/>
      <dgm:spPr/>
      <dgm:t>
        <a:bodyPr/>
        <a:lstStyle/>
        <a:p>
          <a:endParaRPr lang="zh-CN" altLang="en-US"/>
        </a:p>
      </dgm:t>
    </dgm:pt>
    <dgm:pt modelId="{97DE597D-4AB2-D34C-8D23-48138361C6BA}" type="sibTrans" cxnId="{49A95C40-444B-AA4E-BA39-5BA63182C2CF}">
      <dgm:prSet/>
      <dgm:spPr/>
      <dgm:t>
        <a:bodyPr/>
        <a:lstStyle/>
        <a:p>
          <a:endParaRPr lang="zh-CN" altLang="en-US"/>
        </a:p>
      </dgm:t>
    </dgm:pt>
    <dgm:pt modelId="{E0E4C073-14D8-B64C-9F75-786B7717CA40}" type="pres">
      <dgm:prSet presAssocID="{3E9FF66B-E9B5-0F49-A24F-9B333EFE4BB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6CFE93B-1FFC-6E46-986F-26712CC5FEDC}" type="pres">
      <dgm:prSet presAssocID="{0145CB13-4A13-CD41-AB18-C68AF177DE00}" presName="hierRoot1" presStyleCnt="0"/>
      <dgm:spPr/>
    </dgm:pt>
    <dgm:pt modelId="{9A25B790-B135-374A-AAE1-3FD6D1C96302}" type="pres">
      <dgm:prSet presAssocID="{0145CB13-4A13-CD41-AB18-C68AF177DE00}" presName="composite" presStyleCnt="0"/>
      <dgm:spPr/>
    </dgm:pt>
    <dgm:pt modelId="{AA454091-AD61-934A-8457-8BDB63F7E984}" type="pres">
      <dgm:prSet presAssocID="{0145CB13-4A13-CD41-AB18-C68AF177DE00}" presName="background" presStyleLbl="node0" presStyleIdx="0" presStyleCnt="1"/>
      <dgm:spPr/>
    </dgm:pt>
    <dgm:pt modelId="{4E918164-6D31-2F46-A941-0F80BE87D365}" type="pres">
      <dgm:prSet presAssocID="{0145CB13-4A13-CD41-AB18-C68AF177DE00}" presName="text" presStyleLbl="fgAcc0" presStyleIdx="0" presStyleCnt="1">
        <dgm:presLayoutVars>
          <dgm:chPref val="3"/>
        </dgm:presLayoutVars>
      </dgm:prSet>
      <dgm:spPr/>
    </dgm:pt>
    <dgm:pt modelId="{101EFDB8-6A38-744C-97DB-2BBD95C060A5}" type="pres">
      <dgm:prSet presAssocID="{0145CB13-4A13-CD41-AB18-C68AF177DE00}" presName="hierChild2" presStyleCnt="0"/>
      <dgm:spPr/>
    </dgm:pt>
    <dgm:pt modelId="{BC9C6F99-C7D4-B14A-93FC-2F41B745FF05}" type="pres">
      <dgm:prSet presAssocID="{03264FF1-5D63-EF49-9381-6AB93A8CD339}" presName="Name10" presStyleLbl="parChTrans1D2" presStyleIdx="0" presStyleCnt="6"/>
      <dgm:spPr/>
    </dgm:pt>
    <dgm:pt modelId="{2B553B73-0DDD-EE4F-A149-55190F425D2E}" type="pres">
      <dgm:prSet presAssocID="{11043AD2-0154-8F48-9D2E-507722FD7B7C}" presName="hierRoot2" presStyleCnt="0"/>
      <dgm:spPr/>
    </dgm:pt>
    <dgm:pt modelId="{DA4A7ABB-01CD-0E4A-A572-0E168AAE19A4}" type="pres">
      <dgm:prSet presAssocID="{11043AD2-0154-8F48-9D2E-507722FD7B7C}" presName="composite2" presStyleCnt="0"/>
      <dgm:spPr/>
    </dgm:pt>
    <dgm:pt modelId="{B118029E-5A79-A64A-97B2-8A65E68C9E90}" type="pres">
      <dgm:prSet presAssocID="{11043AD2-0154-8F48-9D2E-507722FD7B7C}" presName="background2" presStyleLbl="node2" presStyleIdx="0" presStyleCnt="6"/>
      <dgm:spPr/>
    </dgm:pt>
    <dgm:pt modelId="{D54750EB-65D8-2849-9233-9DB78C6AA7D8}" type="pres">
      <dgm:prSet presAssocID="{11043AD2-0154-8F48-9D2E-507722FD7B7C}" presName="text2" presStyleLbl="fgAcc2" presStyleIdx="0" presStyleCnt="6">
        <dgm:presLayoutVars>
          <dgm:chPref val="3"/>
        </dgm:presLayoutVars>
      </dgm:prSet>
      <dgm:spPr/>
    </dgm:pt>
    <dgm:pt modelId="{6757FD17-F76C-CC47-81EA-638497B4EB1E}" type="pres">
      <dgm:prSet presAssocID="{11043AD2-0154-8F48-9D2E-507722FD7B7C}" presName="hierChild3" presStyleCnt="0"/>
      <dgm:spPr/>
    </dgm:pt>
    <dgm:pt modelId="{6F7DBEF0-BDE0-2D43-AA1F-EA1C3445D9D1}" type="pres">
      <dgm:prSet presAssocID="{B3921DAF-A5D7-0644-A426-0D78F54ED99C}" presName="Name10" presStyleLbl="parChTrans1D2" presStyleIdx="1" presStyleCnt="6"/>
      <dgm:spPr/>
    </dgm:pt>
    <dgm:pt modelId="{ABCDAC67-5550-BC40-88DD-992772F779CC}" type="pres">
      <dgm:prSet presAssocID="{404B323C-0803-764D-8507-547568048039}" presName="hierRoot2" presStyleCnt="0"/>
      <dgm:spPr/>
    </dgm:pt>
    <dgm:pt modelId="{059C74DD-BDC3-3547-B8B0-6DDC0392AA0D}" type="pres">
      <dgm:prSet presAssocID="{404B323C-0803-764D-8507-547568048039}" presName="composite2" presStyleCnt="0"/>
      <dgm:spPr/>
    </dgm:pt>
    <dgm:pt modelId="{1C032CAD-18BD-E440-A9AC-F847FD4118EB}" type="pres">
      <dgm:prSet presAssocID="{404B323C-0803-764D-8507-547568048039}" presName="background2" presStyleLbl="node2" presStyleIdx="1" presStyleCnt="6"/>
      <dgm:spPr/>
    </dgm:pt>
    <dgm:pt modelId="{8F8F81FD-A959-E241-87C7-1276AF4BE5B9}" type="pres">
      <dgm:prSet presAssocID="{404B323C-0803-764D-8507-547568048039}" presName="text2" presStyleLbl="fgAcc2" presStyleIdx="1" presStyleCnt="6">
        <dgm:presLayoutVars>
          <dgm:chPref val="3"/>
        </dgm:presLayoutVars>
      </dgm:prSet>
      <dgm:spPr/>
    </dgm:pt>
    <dgm:pt modelId="{DB9D4DE5-21E4-5F48-ABBB-3AA6F11DE0D6}" type="pres">
      <dgm:prSet presAssocID="{404B323C-0803-764D-8507-547568048039}" presName="hierChild3" presStyleCnt="0"/>
      <dgm:spPr/>
    </dgm:pt>
    <dgm:pt modelId="{5B160BC1-ACB7-FD4E-83FB-272C100E9D44}" type="pres">
      <dgm:prSet presAssocID="{49099C66-0A0F-2742-B346-F33AD66F5C05}" presName="Name10" presStyleLbl="parChTrans1D2" presStyleIdx="2" presStyleCnt="6"/>
      <dgm:spPr/>
    </dgm:pt>
    <dgm:pt modelId="{D9D5276A-9E0D-F84C-BB1B-60D16004E438}" type="pres">
      <dgm:prSet presAssocID="{1E940638-BB90-BE45-8D29-B1EA42F0EC8A}" presName="hierRoot2" presStyleCnt="0"/>
      <dgm:spPr/>
    </dgm:pt>
    <dgm:pt modelId="{9CA566B3-9656-9D41-BA17-C7EA41851DA2}" type="pres">
      <dgm:prSet presAssocID="{1E940638-BB90-BE45-8D29-B1EA42F0EC8A}" presName="composite2" presStyleCnt="0"/>
      <dgm:spPr/>
    </dgm:pt>
    <dgm:pt modelId="{92318B97-DDEE-5B43-9C15-BB89E7290652}" type="pres">
      <dgm:prSet presAssocID="{1E940638-BB90-BE45-8D29-B1EA42F0EC8A}" presName="background2" presStyleLbl="node2" presStyleIdx="2" presStyleCnt="6"/>
      <dgm:spPr/>
    </dgm:pt>
    <dgm:pt modelId="{7219B145-5E82-3F48-B406-5C10FB639832}" type="pres">
      <dgm:prSet presAssocID="{1E940638-BB90-BE45-8D29-B1EA42F0EC8A}" presName="text2" presStyleLbl="fgAcc2" presStyleIdx="2" presStyleCnt="6">
        <dgm:presLayoutVars>
          <dgm:chPref val="3"/>
        </dgm:presLayoutVars>
      </dgm:prSet>
      <dgm:spPr/>
    </dgm:pt>
    <dgm:pt modelId="{B420B26E-A894-C64A-B9C0-4BBCD2A36A92}" type="pres">
      <dgm:prSet presAssocID="{1E940638-BB90-BE45-8D29-B1EA42F0EC8A}" presName="hierChild3" presStyleCnt="0"/>
      <dgm:spPr/>
    </dgm:pt>
    <dgm:pt modelId="{D44C9D46-FD5A-004A-8E2B-0C7E0080073B}" type="pres">
      <dgm:prSet presAssocID="{E70AF4FE-FB31-0447-BEC5-493B80E8E859}" presName="Name10" presStyleLbl="parChTrans1D2" presStyleIdx="3" presStyleCnt="6"/>
      <dgm:spPr/>
    </dgm:pt>
    <dgm:pt modelId="{F6A2A511-8340-2F4F-AC8C-2D80C0D00204}" type="pres">
      <dgm:prSet presAssocID="{FFB57074-3DB6-4045-B6B7-AFEF805360EA}" presName="hierRoot2" presStyleCnt="0"/>
      <dgm:spPr/>
    </dgm:pt>
    <dgm:pt modelId="{C82F36D2-67CA-8F4F-B8AA-9A3A30D2C343}" type="pres">
      <dgm:prSet presAssocID="{FFB57074-3DB6-4045-B6B7-AFEF805360EA}" presName="composite2" presStyleCnt="0"/>
      <dgm:spPr/>
    </dgm:pt>
    <dgm:pt modelId="{3619205F-1891-C94E-9C39-984D1C4220FA}" type="pres">
      <dgm:prSet presAssocID="{FFB57074-3DB6-4045-B6B7-AFEF805360EA}" presName="background2" presStyleLbl="node2" presStyleIdx="3" presStyleCnt="6"/>
      <dgm:spPr/>
    </dgm:pt>
    <dgm:pt modelId="{2957CDC6-3348-3A4D-B262-2204CBEFF68A}" type="pres">
      <dgm:prSet presAssocID="{FFB57074-3DB6-4045-B6B7-AFEF805360EA}" presName="text2" presStyleLbl="fgAcc2" presStyleIdx="3" presStyleCnt="6">
        <dgm:presLayoutVars>
          <dgm:chPref val="3"/>
        </dgm:presLayoutVars>
      </dgm:prSet>
      <dgm:spPr/>
    </dgm:pt>
    <dgm:pt modelId="{D3F90D91-DF59-914D-82E0-3E4F329EE6DA}" type="pres">
      <dgm:prSet presAssocID="{FFB57074-3DB6-4045-B6B7-AFEF805360EA}" presName="hierChild3" presStyleCnt="0"/>
      <dgm:spPr/>
    </dgm:pt>
    <dgm:pt modelId="{62DBE11D-E2B1-724A-AC30-211F7FEFAD51}" type="pres">
      <dgm:prSet presAssocID="{D99F1F42-AA9E-F542-BA56-9E3A343BCE77}" presName="Name10" presStyleLbl="parChTrans1D2" presStyleIdx="4" presStyleCnt="6"/>
      <dgm:spPr/>
    </dgm:pt>
    <dgm:pt modelId="{0E3AAD26-4C76-B649-9FDB-1DDAE9D311E1}" type="pres">
      <dgm:prSet presAssocID="{8ED1ECF5-97D9-424D-92A2-D4678CB4553C}" presName="hierRoot2" presStyleCnt="0"/>
      <dgm:spPr/>
    </dgm:pt>
    <dgm:pt modelId="{68674AD9-FBC4-A64A-8305-BA86E3290E1F}" type="pres">
      <dgm:prSet presAssocID="{8ED1ECF5-97D9-424D-92A2-D4678CB4553C}" presName="composite2" presStyleCnt="0"/>
      <dgm:spPr/>
    </dgm:pt>
    <dgm:pt modelId="{F3E30D8E-40A5-244C-9D9C-FF88EE28F4D3}" type="pres">
      <dgm:prSet presAssocID="{8ED1ECF5-97D9-424D-92A2-D4678CB4553C}" presName="background2" presStyleLbl="node2" presStyleIdx="4" presStyleCnt="6"/>
      <dgm:spPr/>
    </dgm:pt>
    <dgm:pt modelId="{D9285551-637C-7444-9535-1CCE6F696716}" type="pres">
      <dgm:prSet presAssocID="{8ED1ECF5-97D9-424D-92A2-D4678CB4553C}" presName="text2" presStyleLbl="fgAcc2" presStyleIdx="4" presStyleCnt="6">
        <dgm:presLayoutVars>
          <dgm:chPref val="3"/>
        </dgm:presLayoutVars>
      </dgm:prSet>
      <dgm:spPr/>
    </dgm:pt>
    <dgm:pt modelId="{ACBAE9F7-F28E-1248-B542-7AE0E5405554}" type="pres">
      <dgm:prSet presAssocID="{8ED1ECF5-97D9-424D-92A2-D4678CB4553C}" presName="hierChild3" presStyleCnt="0"/>
      <dgm:spPr/>
    </dgm:pt>
    <dgm:pt modelId="{6C97C68D-0751-CD42-B5A5-F6A5809AFAD7}" type="pres">
      <dgm:prSet presAssocID="{A26E4573-14DD-9844-A60B-046685508214}" presName="Name10" presStyleLbl="parChTrans1D2" presStyleIdx="5" presStyleCnt="6"/>
      <dgm:spPr/>
    </dgm:pt>
    <dgm:pt modelId="{5C09927F-1771-2740-8BAD-6A4314FB5164}" type="pres">
      <dgm:prSet presAssocID="{DB3A8512-87D8-7F4D-B702-A807223E5BEE}" presName="hierRoot2" presStyleCnt="0"/>
      <dgm:spPr/>
    </dgm:pt>
    <dgm:pt modelId="{9F237D9E-2804-6741-97FA-5AF81B7A9449}" type="pres">
      <dgm:prSet presAssocID="{DB3A8512-87D8-7F4D-B702-A807223E5BEE}" presName="composite2" presStyleCnt="0"/>
      <dgm:spPr/>
    </dgm:pt>
    <dgm:pt modelId="{88D6E2A5-26D7-594B-B994-8E496F2CAB40}" type="pres">
      <dgm:prSet presAssocID="{DB3A8512-87D8-7F4D-B702-A807223E5BEE}" presName="background2" presStyleLbl="node2" presStyleIdx="5" presStyleCnt="6"/>
      <dgm:spPr/>
    </dgm:pt>
    <dgm:pt modelId="{178D312D-84CB-1046-A816-2196502CBF5B}" type="pres">
      <dgm:prSet presAssocID="{DB3A8512-87D8-7F4D-B702-A807223E5BEE}" presName="text2" presStyleLbl="fgAcc2" presStyleIdx="5" presStyleCnt="6">
        <dgm:presLayoutVars>
          <dgm:chPref val="3"/>
        </dgm:presLayoutVars>
      </dgm:prSet>
      <dgm:spPr/>
    </dgm:pt>
    <dgm:pt modelId="{8DE2FD51-A3A3-6548-8EC7-C1648DCB918C}" type="pres">
      <dgm:prSet presAssocID="{DB3A8512-87D8-7F4D-B702-A807223E5BEE}" presName="hierChild3" presStyleCnt="0"/>
      <dgm:spPr/>
    </dgm:pt>
  </dgm:ptLst>
  <dgm:cxnLst>
    <dgm:cxn modelId="{B4810E06-1008-9746-A1AD-DDC521C72EE7}" type="presOf" srcId="{0145CB13-4A13-CD41-AB18-C68AF177DE00}" destId="{4E918164-6D31-2F46-A941-0F80BE87D365}" srcOrd="0" destOrd="0" presId="urn:microsoft.com/office/officeart/2005/8/layout/hierarchy1"/>
    <dgm:cxn modelId="{ACFB3007-EC62-8140-8668-F4E643F3F7C8}" srcId="{0145CB13-4A13-CD41-AB18-C68AF177DE00}" destId="{11043AD2-0154-8F48-9D2E-507722FD7B7C}" srcOrd="0" destOrd="0" parTransId="{03264FF1-5D63-EF49-9381-6AB93A8CD339}" sibTransId="{FB21BBC0-2CD8-A544-AB08-122528C6DD3D}"/>
    <dgm:cxn modelId="{A0F05907-5A02-6946-9B97-0B1E21F191C8}" type="presOf" srcId="{DB3A8512-87D8-7F4D-B702-A807223E5BEE}" destId="{178D312D-84CB-1046-A816-2196502CBF5B}" srcOrd="0" destOrd="0" presId="urn:microsoft.com/office/officeart/2005/8/layout/hierarchy1"/>
    <dgm:cxn modelId="{90EA5808-E972-2A43-81C2-057EC23AD6B8}" srcId="{0145CB13-4A13-CD41-AB18-C68AF177DE00}" destId="{8ED1ECF5-97D9-424D-92A2-D4678CB4553C}" srcOrd="4" destOrd="0" parTransId="{D99F1F42-AA9E-F542-BA56-9E3A343BCE77}" sibTransId="{1D2FEA51-466F-3C48-B3D2-E0563CC15BEA}"/>
    <dgm:cxn modelId="{52545A08-660F-0C4B-B8FA-67B1AD93C11B}" srcId="{0145CB13-4A13-CD41-AB18-C68AF177DE00}" destId="{404B323C-0803-764D-8507-547568048039}" srcOrd="1" destOrd="0" parTransId="{B3921DAF-A5D7-0644-A426-0D78F54ED99C}" sibTransId="{F68C9318-F98B-CC46-BCDC-A0EA863C46FA}"/>
    <dgm:cxn modelId="{01D9B012-A860-9241-8696-3235AD46A094}" type="presOf" srcId="{E70AF4FE-FB31-0447-BEC5-493B80E8E859}" destId="{D44C9D46-FD5A-004A-8E2B-0C7E0080073B}" srcOrd="0" destOrd="0" presId="urn:microsoft.com/office/officeart/2005/8/layout/hierarchy1"/>
    <dgm:cxn modelId="{FB160C13-D51D-874B-93D5-237166FA571B}" type="presOf" srcId="{11043AD2-0154-8F48-9D2E-507722FD7B7C}" destId="{D54750EB-65D8-2849-9233-9DB78C6AA7D8}" srcOrd="0" destOrd="0" presId="urn:microsoft.com/office/officeart/2005/8/layout/hierarchy1"/>
    <dgm:cxn modelId="{EC8BEF27-008B-D74E-9A2C-5583CCFBE0AF}" type="presOf" srcId="{1E940638-BB90-BE45-8D29-B1EA42F0EC8A}" destId="{7219B145-5E82-3F48-B406-5C10FB639832}" srcOrd="0" destOrd="0" presId="urn:microsoft.com/office/officeart/2005/8/layout/hierarchy1"/>
    <dgm:cxn modelId="{49A95C40-444B-AA4E-BA39-5BA63182C2CF}" srcId="{0145CB13-4A13-CD41-AB18-C68AF177DE00}" destId="{DB3A8512-87D8-7F4D-B702-A807223E5BEE}" srcOrd="5" destOrd="0" parTransId="{A26E4573-14DD-9844-A60B-046685508214}" sibTransId="{97DE597D-4AB2-D34C-8D23-48138361C6BA}"/>
    <dgm:cxn modelId="{F7B51B64-4389-B049-969A-F510ADC43797}" type="presOf" srcId="{FFB57074-3DB6-4045-B6B7-AFEF805360EA}" destId="{2957CDC6-3348-3A4D-B262-2204CBEFF68A}" srcOrd="0" destOrd="0" presId="urn:microsoft.com/office/officeart/2005/8/layout/hierarchy1"/>
    <dgm:cxn modelId="{2C50D366-1D32-7947-BB90-5F1D75507813}" srcId="{3E9FF66B-E9B5-0F49-A24F-9B333EFE4BB6}" destId="{0145CB13-4A13-CD41-AB18-C68AF177DE00}" srcOrd="0" destOrd="0" parTransId="{991476F1-E53B-D74A-84E3-D07BDE1CD500}" sibTransId="{39C443DB-B91E-CA45-B738-EA78B67338EC}"/>
    <dgm:cxn modelId="{42193B89-6852-4A4D-AEAF-3BEB7ADDFCAB}" type="presOf" srcId="{8ED1ECF5-97D9-424D-92A2-D4678CB4553C}" destId="{D9285551-637C-7444-9535-1CCE6F696716}" srcOrd="0" destOrd="0" presId="urn:microsoft.com/office/officeart/2005/8/layout/hierarchy1"/>
    <dgm:cxn modelId="{73F0088F-6A5B-2745-B6BA-C4BC591793CF}" type="presOf" srcId="{3E9FF66B-E9B5-0F49-A24F-9B333EFE4BB6}" destId="{E0E4C073-14D8-B64C-9F75-786B7717CA40}" srcOrd="0" destOrd="0" presId="urn:microsoft.com/office/officeart/2005/8/layout/hierarchy1"/>
    <dgm:cxn modelId="{3A991B95-9630-F84F-8193-4EBA8B80725B}" type="presOf" srcId="{D99F1F42-AA9E-F542-BA56-9E3A343BCE77}" destId="{62DBE11D-E2B1-724A-AC30-211F7FEFAD51}" srcOrd="0" destOrd="0" presId="urn:microsoft.com/office/officeart/2005/8/layout/hierarchy1"/>
    <dgm:cxn modelId="{C2EC1C96-07BA-BA45-BD83-73FF202F67CD}" srcId="{0145CB13-4A13-CD41-AB18-C68AF177DE00}" destId="{FFB57074-3DB6-4045-B6B7-AFEF805360EA}" srcOrd="3" destOrd="0" parTransId="{E70AF4FE-FB31-0447-BEC5-493B80E8E859}" sibTransId="{4BC7A648-DD1D-F24D-AA4A-4999FD22EAE1}"/>
    <dgm:cxn modelId="{E63034A1-08F0-A149-8B28-09217FD6490C}" type="presOf" srcId="{A26E4573-14DD-9844-A60B-046685508214}" destId="{6C97C68D-0751-CD42-B5A5-F6A5809AFAD7}" srcOrd="0" destOrd="0" presId="urn:microsoft.com/office/officeart/2005/8/layout/hierarchy1"/>
    <dgm:cxn modelId="{3013ABAC-FBCF-604A-A358-C3813DAF8726}" type="presOf" srcId="{03264FF1-5D63-EF49-9381-6AB93A8CD339}" destId="{BC9C6F99-C7D4-B14A-93FC-2F41B745FF05}" srcOrd="0" destOrd="0" presId="urn:microsoft.com/office/officeart/2005/8/layout/hierarchy1"/>
    <dgm:cxn modelId="{7D7BCDB4-D088-D043-8E16-81A008BC40CB}" type="presOf" srcId="{404B323C-0803-764D-8507-547568048039}" destId="{8F8F81FD-A959-E241-87C7-1276AF4BE5B9}" srcOrd="0" destOrd="0" presId="urn:microsoft.com/office/officeart/2005/8/layout/hierarchy1"/>
    <dgm:cxn modelId="{63F6D2CD-BE44-E345-9DB5-0792C561E317}" srcId="{0145CB13-4A13-CD41-AB18-C68AF177DE00}" destId="{1E940638-BB90-BE45-8D29-B1EA42F0EC8A}" srcOrd="2" destOrd="0" parTransId="{49099C66-0A0F-2742-B346-F33AD66F5C05}" sibTransId="{C67C4ED2-3437-CC49-87B6-E940B82CCED2}"/>
    <dgm:cxn modelId="{AEA6F0D8-AA02-B54A-99DE-22D33BF5499D}" type="presOf" srcId="{B3921DAF-A5D7-0644-A426-0D78F54ED99C}" destId="{6F7DBEF0-BDE0-2D43-AA1F-EA1C3445D9D1}" srcOrd="0" destOrd="0" presId="urn:microsoft.com/office/officeart/2005/8/layout/hierarchy1"/>
    <dgm:cxn modelId="{B2839AE8-F6EA-7D47-AB82-CBA043A5EA29}" type="presOf" srcId="{49099C66-0A0F-2742-B346-F33AD66F5C05}" destId="{5B160BC1-ACB7-FD4E-83FB-272C100E9D44}" srcOrd="0" destOrd="0" presId="urn:microsoft.com/office/officeart/2005/8/layout/hierarchy1"/>
    <dgm:cxn modelId="{5283BE77-68F4-614B-AAB9-61AC8B513916}" type="presParOf" srcId="{E0E4C073-14D8-B64C-9F75-786B7717CA40}" destId="{06CFE93B-1FFC-6E46-986F-26712CC5FEDC}" srcOrd="0" destOrd="0" presId="urn:microsoft.com/office/officeart/2005/8/layout/hierarchy1"/>
    <dgm:cxn modelId="{4C4E4264-24F4-BC47-81A5-0795A21C0F34}" type="presParOf" srcId="{06CFE93B-1FFC-6E46-986F-26712CC5FEDC}" destId="{9A25B790-B135-374A-AAE1-3FD6D1C96302}" srcOrd="0" destOrd="0" presId="urn:microsoft.com/office/officeart/2005/8/layout/hierarchy1"/>
    <dgm:cxn modelId="{42605F02-AC21-6C42-8BA5-AD5EE4D0DC9E}" type="presParOf" srcId="{9A25B790-B135-374A-AAE1-3FD6D1C96302}" destId="{AA454091-AD61-934A-8457-8BDB63F7E984}" srcOrd="0" destOrd="0" presId="urn:microsoft.com/office/officeart/2005/8/layout/hierarchy1"/>
    <dgm:cxn modelId="{5656B845-3903-7F4D-A477-1C2FAE0AC5D5}" type="presParOf" srcId="{9A25B790-B135-374A-AAE1-3FD6D1C96302}" destId="{4E918164-6D31-2F46-A941-0F80BE87D365}" srcOrd="1" destOrd="0" presId="urn:microsoft.com/office/officeart/2005/8/layout/hierarchy1"/>
    <dgm:cxn modelId="{592B9196-F960-FD47-9AE3-32B1FFC49781}" type="presParOf" srcId="{06CFE93B-1FFC-6E46-986F-26712CC5FEDC}" destId="{101EFDB8-6A38-744C-97DB-2BBD95C060A5}" srcOrd="1" destOrd="0" presId="urn:microsoft.com/office/officeart/2005/8/layout/hierarchy1"/>
    <dgm:cxn modelId="{B72DAD9E-197C-9E43-B643-4A7B41C88D11}" type="presParOf" srcId="{101EFDB8-6A38-744C-97DB-2BBD95C060A5}" destId="{BC9C6F99-C7D4-B14A-93FC-2F41B745FF05}" srcOrd="0" destOrd="0" presId="urn:microsoft.com/office/officeart/2005/8/layout/hierarchy1"/>
    <dgm:cxn modelId="{5CEA2864-4194-7A4B-8FFA-9D7A916B383A}" type="presParOf" srcId="{101EFDB8-6A38-744C-97DB-2BBD95C060A5}" destId="{2B553B73-0DDD-EE4F-A149-55190F425D2E}" srcOrd="1" destOrd="0" presId="urn:microsoft.com/office/officeart/2005/8/layout/hierarchy1"/>
    <dgm:cxn modelId="{AED1CEE3-8593-CA4C-8661-A3676B184FE5}" type="presParOf" srcId="{2B553B73-0DDD-EE4F-A149-55190F425D2E}" destId="{DA4A7ABB-01CD-0E4A-A572-0E168AAE19A4}" srcOrd="0" destOrd="0" presId="urn:microsoft.com/office/officeart/2005/8/layout/hierarchy1"/>
    <dgm:cxn modelId="{CC987C20-ED8B-AA46-AC5A-405A3913A51B}" type="presParOf" srcId="{DA4A7ABB-01CD-0E4A-A572-0E168AAE19A4}" destId="{B118029E-5A79-A64A-97B2-8A65E68C9E90}" srcOrd="0" destOrd="0" presId="urn:microsoft.com/office/officeart/2005/8/layout/hierarchy1"/>
    <dgm:cxn modelId="{BB44D2F2-16F8-4C4D-A92A-DA7D062129C8}" type="presParOf" srcId="{DA4A7ABB-01CD-0E4A-A572-0E168AAE19A4}" destId="{D54750EB-65D8-2849-9233-9DB78C6AA7D8}" srcOrd="1" destOrd="0" presId="urn:microsoft.com/office/officeart/2005/8/layout/hierarchy1"/>
    <dgm:cxn modelId="{68032712-34C0-CD45-BEE9-309F07DC91A7}" type="presParOf" srcId="{2B553B73-0DDD-EE4F-A149-55190F425D2E}" destId="{6757FD17-F76C-CC47-81EA-638497B4EB1E}" srcOrd="1" destOrd="0" presId="urn:microsoft.com/office/officeart/2005/8/layout/hierarchy1"/>
    <dgm:cxn modelId="{906AB600-D0CD-CB40-A23B-D5F81E6128B3}" type="presParOf" srcId="{101EFDB8-6A38-744C-97DB-2BBD95C060A5}" destId="{6F7DBEF0-BDE0-2D43-AA1F-EA1C3445D9D1}" srcOrd="2" destOrd="0" presId="urn:microsoft.com/office/officeart/2005/8/layout/hierarchy1"/>
    <dgm:cxn modelId="{3D73512D-454E-1D43-872B-5AA6F1E47EE5}" type="presParOf" srcId="{101EFDB8-6A38-744C-97DB-2BBD95C060A5}" destId="{ABCDAC67-5550-BC40-88DD-992772F779CC}" srcOrd="3" destOrd="0" presId="urn:microsoft.com/office/officeart/2005/8/layout/hierarchy1"/>
    <dgm:cxn modelId="{B340DCD1-9637-3548-8A09-E7C2AAB29BE4}" type="presParOf" srcId="{ABCDAC67-5550-BC40-88DD-992772F779CC}" destId="{059C74DD-BDC3-3547-B8B0-6DDC0392AA0D}" srcOrd="0" destOrd="0" presId="urn:microsoft.com/office/officeart/2005/8/layout/hierarchy1"/>
    <dgm:cxn modelId="{8809AB89-3EBA-1A46-A443-C20910AC226C}" type="presParOf" srcId="{059C74DD-BDC3-3547-B8B0-6DDC0392AA0D}" destId="{1C032CAD-18BD-E440-A9AC-F847FD4118EB}" srcOrd="0" destOrd="0" presId="urn:microsoft.com/office/officeart/2005/8/layout/hierarchy1"/>
    <dgm:cxn modelId="{345D7580-F3ED-AB4B-B9F9-DE5AF685CB47}" type="presParOf" srcId="{059C74DD-BDC3-3547-B8B0-6DDC0392AA0D}" destId="{8F8F81FD-A959-E241-87C7-1276AF4BE5B9}" srcOrd="1" destOrd="0" presId="urn:microsoft.com/office/officeart/2005/8/layout/hierarchy1"/>
    <dgm:cxn modelId="{6B5A5FB5-C18A-D347-892E-78B5CF36579F}" type="presParOf" srcId="{ABCDAC67-5550-BC40-88DD-992772F779CC}" destId="{DB9D4DE5-21E4-5F48-ABBB-3AA6F11DE0D6}" srcOrd="1" destOrd="0" presId="urn:microsoft.com/office/officeart/2005/8/layout/hierarchy1"/>
    <dgm:cxn modelId="{F4FE21AF-F221-BE44-A8B9-76236BAB9410}" type="presParOf" srcId="{101EFDB8-6A38-744C-97DB-2BBD95C060A5}" destId="{5B160BC1-ACB7-FD4E-83FB-272C100E9D44}" srcOrd="4" destOrd="0" presId="urn:microsoft.com/office/officeart/2005/8/layout/hierarchy1"/>
    <dgm:cxn modelId="{FDC6A362-DF83-1843-8E0F-367BBA35C59B}" type="presParOf" srcId="{101EFDB8-6A38-744C-97DB-2BBD95C060A5}" destId="{D9D5276A-9E0D-F84C-BB1B-60D16004E438}" srcOrd="5" destOrd="0" presId="urn:microsoft.com/office/officeart/2005/8/layout/hierarchy1"/>
    <dgm:cxn modelId="{B42D6E61-DC81-5849-9A6B-C489794DCA8D}" type="presParOf" srcId="{D9D5276A-9E0D-F84C-BB1B-60D16004E438}" destId="{9CA566B3-9656-9D41-BA17-C7EA41851DA2}" srcOrd="0" destOrd="0" presId="urn:microsoft.com/office/officeart/2005/8/layout/hierarchy1"/>
    <dgm:cxn modelId="{C33B73B5-7806-864A-9C12-4B339A874D06}" type="presParOf" srcId="{9CA566B3-9656-9D41-BA17-C7EA41851DA2}" destId="{92318B97-DDEE-5B43-9C15-BB89E7290652}" srcOrd="0" destOrd="0" presId="urn:microsoft.com/office/officeart/2005/8/layout/hierarchy1"/>
    <dgm:cxn modelId="{5E1B5434-B609-2C4E-A17B-E92F77C22056}" type="presParOf" srcId="{9CA566B3-9656-9D41-BA17-C7EA41851DA2}" destId="{7219B145-5E82-3F48-B406-5C10FB639832}" srcOrd="1" destOrd="0" presId="urn:microsoft.com/office/officeart/2005/8/layout/hierarchy1"/>
    <dgm:cxn modelId="{B4E88F3E-F4A7-FB4A-8AE3-13D738C3068C}" type="presParOf" srcId="{D9D5276A-9E0D-F84C-BB1B-60D16004E438}" destId="{B420B26E-A894-C64A-B9C0-4BBCD2A36A92}" srcOrd="1" destOrd="0" presId="urn:microsoft.com/office/officeart/2005/8/layout/hierarchy1"/>
    <dgm:cxn modelId="{65542096-50F4-8348-8C68-E32E100FF85B}" type="presParOf" srcId="{101EFDB8-6A38-744C-97DB-2BBD95C060A5}" destId="{D44C9D46-FD5A-004A-8E2B-0C7E0080073B}" srcOrd="6" destOrd="0" presId="urn:microsoft.com/office/officeart/2005/8/layout/hierarchy1"/>
    <dgm:cxn modelId="{7B385891-9837-6047-BB4A-C71D70153E49}" type="presParOf" srcId="{101EFDB8-6A38-744C-97DB-2BBD95C060A5}" destId="{F6A2A511-8340-2F4F-AC8C-2D80C0D00204}" srcOrd="7" destOrd="0" presId="urn:microsoft.com/office/officeart/2005/8/layout/hierarchy1"/>
    <dgm:cxn modelId="{340B69E1-5FE5-D24F-9616-7150D6B41278}" type="presParOf" srcId="{F6A2A511-8340-2F4F-AC8C-2D80C0D00204}" destId="{C82F36D2-67CA-8F4F-B8AA-9A3A30D2C343}" srcOrd="0" destOrd="0" presId="urn:microsoft.com/office/officeart/2005/8/layout/hierarchy1"/>
    <dgm:cxn modelId="{897784D5-AD96-C044-B17E-80A314EF8E49}" type="presParOf" srcId="{C82F36D2-67CA-8F4F-B8AA-9A3A30D2C343}" destId="{3619205F-1891-C94E-9C39-984D1C4220FA}" srcOrd="0" destOrd="0" presId="urn:microsoft.com/office/officeart/2005/8/layout/hierarchy1"/>
    <dgm:cxn modelId="{2D3B561E-6597-9045-B471-BFFBBE570C72}" type="presParOf" srcId="{C82F36D2-67CA-8F4F-B8AA-9A3A30D2C343}" destId="{2957CDC6-3348-3A4D-B262-2204CBEFF68A}" srcOrd="1" destOrd="0" presId="urn:microsoft.com/office/officeart/2005/8/layout/hierarchy1"/>
    <dgm:cxn modelId="{CA709C5C-0D28-124C-80BA-82DBEADAC6D3}" type="presParOf" srcId="{F6A2A511-8340-2F4F-AC8C-2D80C0D00204}" destId="{D3F90D91-DF59-914D-82E0-3E4F329EE6DA}" srcOrd="1" destOrd="0" presId="urn:microsoft.com/office/officeart/2005/8/layout/hierarchy1"/>
    <dgm:cxn modelId="{7351834D-418D-0447-9A20-902374575A21}" type="presParOf" srcId="{101EFDB8-6A38-744C-97DB-2BBD95C060A5}" destId="{62DBE11D-E2B1-724A-AC30-211F7FEFAD51}" srcOrd="8" destOrd="0" presId="urn:microsoft.com/office/officeart/2005/8/layout/hierarchy1"/>
    <dgm:cxn modelId="{B21D401D-53C2-3F41-B8AC-9326675BE429}" type="presParOf" srcId="{101EFDB8-6A38-744C-97DB-2BBD95C060A5}" destId="{0E3AAD26-4C76-B649-9FDB-1DDAE9D311E1}" srcOrd="9" destOrd="0" presId="urn:microsoft.com/office/officeart/2005/8/layout/hierarchy1"/>
    <dgm:cxn modelId="{217172A6-FB63-C843-B147-E8B9E08B28B5}" type="presParOf" srcId="{0E3AAD26-4C76-B649-9FDB-1DDAE9D311E1}" destId="{68674AD9-FBC4-A64A-8305-BA86E3290E1F}" srcOrd="0" destOrd="0" presId="urn:microsoft.com/office/officeart/2005/8/layout/hierarchy1"/>
    <dgm:cxn modelId="{8CCA2074-7663-3749-A745-8BD0589D3649}" type="presParOf" srcId="{68674AD9-FBC4-A64A-8305-BA86E3290E1F}" destId="{F3E30D8E-40A5-244C-9D9C-FF88EE28F4D3}" srcOrd="0" destOrd="0" presId="urn:microsoft.com/office/officeart/2005/8/layout/hierarchy1"/>
    <dgm:cxn modelId="{94539803-6FAC-844B-8873-2FDE7E49B979}" type="presParOf" srcId="{68674AD9-FBC4-A64A-8305-BA86E3290E1F}" destId="{D9285551-637C-7444-9535-1CCE6F696716}" srcOrd="1" destOrd="0" presId="urn:microsoft.com/office/officeart/2005/8/layout/hierarchy1"/>
    <dgm:cxn modelId="{C1747E92-3640-DB47-82D5-9D56F625D8CD}" type="presParOf" srcId="{0E3AAD26-4C76-B649-9FDB-1DDAE9D311E1}" destId="{ACBAE9F7-F28E-1248-B542-7AE0E5405554}" srcOrd="1" destOrd="0" presId="urn:microsoft.com/office/officeart/2005/8/layout/hierarchy1"/>
    <dgm:cxn modelId="{A79EFD40-EA59-6F48-8F5B-FBC920A7F4DA}" type="presParOf" srcId="{101EFDB8-6A38-744C-97DB-2BBD95C060A5}" destId="{6C97C68D-0751-CD42-B5A5-F6A5809AFAD7}" srcOrd="10" destOrd="0" presId="urn:microsoft.com/office/officeart/2005/8/layout/hierarchy1"/>
    <dgm:cxn modelId="{8469B108-815A-8A45-BD2F-E5190CE8675B}" type="presParOf" srcId="{101EFDB8-6A38-744C-97DB-2BBD95C060A5}" destId="{5C09927F-1771-2740-8BAD-6A4314FB5164}" srcOrd="11" destOrd="0" presId="urn:microsoft.com/office/officeart/2005/8/layout/hierarchy1"/>
    <dgm:cxn modelId="{4D24E89E-8C80-B142-B105-47D8715635A1}" type="presParOf" srcId="{5C09927F-1771-2740-8BAD-6A4314FB5164}" destId="{9F237D9E-2804-6741-97FA-5AF81B7A9449}" srcOrd="0" destOrd="0" presId="urn:microsoft.com/office/officeart/2005/8/layout/hierarchy1"/>
    <dgm:cxn modelId="{B5DD5707-8DFD-0E4D-8B57-10CAC8A7F335}" type="presParOf" srcId="{9F237D9E-2804-6741-97FA-5AF81B7A9449}" destId="{88D6E2A5-26D7-594B-B994-8E496F2CAB40}" srcOrd="0" destOrd="0" presId="urn:microsoft.com/office/officeart/2005/8/layout/hierarchy1"/>
    <dgm:cxn modelId="{46921EBE-9CA7-1845-9182-91EED5623664}" type="presParOf" srcId="{9F237D9E-2804-6741-97FA-5AF81B7A9449}" destId="{178D312D-84CB-1046-A816-2196502CBF5B}" srcOrd="1" destOrd="0" presId="urn:microsoft.com/office/officeart/2005/8/layout/hierarchy1"/>
    <dgm:cxn modelId="{9A1792BC-A648-D74B-A2E5-EDED7B28374C}" type="presParOf" srcId="{5C09927F-1771-2740-8BAD-6A4314FB5164}" destId="{8DE2FD51-A3A3-6548-8EC7-C1648DCB918C}" srcOrd="1" destOrd="0" presId="urn:microsoft.com/office/officeart/2005/8/layout/hierarchy1"/>
  </dgm:cxnLst>
  <dgm:bg>
    <a:noFill/>
  </dgm:bg>
  <dgm:whole>
    <a:ln>
      <a:solidFill>
        <a:schemeClr val="bg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768870-7839-0A4B-9123-E74F32C73ECC}" type="doc">
      <dgm:prSet loTypeId="urn:microsoft.com/office/officeart/2005/8/layout/hierarchy2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32A014B8-E43B-6947-BBB8-5800760CF73C}">
      <dgm:prSet/>
      <dgm:spPr/>
      <dgm:t>
        <a:bodyPr/>
        <a:lstStyle/>
        <a:p>
          <a:r>
            <a:rPr kumimoji="1" lang="en-US" altLang="zh-CN" dirty="0"/>
            <a:t>1.</a:t>
          </a:r>
          <a:r>
            <a:rPr kumimoji="1" lang="zh-CN" dirty="0"/>
            <a:t>个人中心</a:t>
          </a:r>
          <a:endParaRPr lang="zh-CN" dirty="0"/>
        </a:p>
      </dgm:t>
    </dgm:pt>
    <dgm:pt modelId="{D4E54B1D-6D3A-9748-8C4A-A3108DE33E97}" type="parTrans" cxnId="{FEFAE4F0-C033-224F-A30E-00A4DE231EA6}">
      <dgm:prSet/>
      <dgm:spPr/>
      <dgm:t>
        <a:bodyPr/>
        <a:lstStyle/>
        <a:p>
          <a:endParaRPr lang="zh-CN" altLang="en-US"/>
        </a:p>
      </dgm:t>
    </dgm:pt>
    <dgm:pt modelId="{6F241F3A-48E3-7C4B-A02A-039F6373ABE3}" type="sibTrans" cxnId="{FEFAE4F0-C033-224F-A30E-00A4DE231EA6}">
      <dgm:prSet/>
      <dgm:spPr/>
      <dgm:t>
        <a:bodyPr/>
        <a:lstStyle/>
        <a:p>
          <a:endParaRPr lang="zh-CN" altLang="en-US"/>
        </a:p>
      </dgm:t>
    </dgm:pt>
    <dgm:pt modelId="{C9C4F61D-29A5-BD4B-9BF3-4CEA9FF12641}">
      <dgm:prSet/>
      <dgm:spPr/>
      <dgm:t>
        <a:bodyPr/>
        <a:lstStyle/>
        <a:p>
          <a:pPr algn="ctr"/>
          <a:r>
            <a:rPr kumimoji="1" lang="zh-CN" altLang="en-US" dirty="0"/>
            <a:t>    </a:t>
          </a:r>
          <a:r>
            <a:rPr kumimoji="1" lang="zh-CN" dirty="0"/>
            <a:t>修改密码</a:t>
          </a:r>
          <a:r>
            <a:rPr kumimoji="1" lang="en-US" dirty="0"/>
            <a:t>		</a:t>
          </a:r>
          <a:endParaRPr lang="zh-CN" dirty="0"/>
        </a:p>
      </dgm:t>
    </dgm:pt>
    <dgm:pt modelId="{032D376F-2B73-6841-B963-64DB325EB4AA}" type="parTrans" cxnId="{921799C1-7301-8844-B385-B8183EE9A853}">
      <dgm:prSet/>
      <dgm:spPr/>
      <dgm:t>
        <a:bodyPr/>
        <a:lstStyle/>
        <a:p>
          <a:endParaRPr lang="zh-CN" altLang="en-US"/>
        </a:p>
      </dgm:t>
    </dgm:pt>
    <dgm:pt modelId="{5EFC6A9F-D5D1-0C44-B54C-E15A8BE59D5E}" type="sibTrans" cxnId="{921799C1-7301-8844-B385-B8183EE9A853}">
      <dgm:prSet/>
      <dgm:spPr/>
      <dgm:t>
        <a:bodyPr/>
        <a:lstStyle/>
        <a:p>
          <a:endParaRPr lang="zh-CN" altLang="en-US"/>
        </a:p>
      </dgm:t>
    </dgm:pt>
    <dgm:pt modelId="{BCF12EC1-EEA5-6249-A726-B5BA836365E2}">
      <dgm:prSet/>
      <dgm:spPr/>
      <dgm:t>
        <a:bodyPr/>
        <a:lstStyle/>
        <a:p>
          <a:r>
            <a:rPr kumimoji="1" lang="zh-CN"/>
            <a:t>修改用户名</a:t>
          </a:r>
          <a:endParaRPr lang="zh-CN"/>
        </a:p>
      </dgm:t>
    </dgm:pt>
    <dgm:pt modelId="{B06B2237-EEB4-B24F-A26A-417902C4BC4E}" type="parTrans" cxnId="{4F098DE6-F2F2-3643-AAAA-0FB99C1E04A6}">
      <dgm:prSet/>
      <dgm:spPr/>
      <dgm:t>
        <a:bodyPr/>
        <a:lstStyle/>
        <a:p>
          <a:endParaRPr lang="zh-CN" altLang="en-US"/>
        </a:p>
      </dgm:t>
    </dgm:pt>
    <dgm:pt modelId="{2F75E3DD-63AC-1E44-AFA1-255AFA018EC2}" type="sibTrans" cxnId="{4F098DE6-F2F2-3643-AAAA-0FB99C1E04A6}">
      <dgm:prSet/>
      <dgm:spPr/>
      <dgm:t>
        <a:bodyPr/>
        <a:lstStyle/>
        <a:p>
          <a:endParaRPr lang="zh-CN" altLang="en-US"/>
        </a:p>
      </dgm:t>
    </dgm:pt>
    <dgm:pt modelId="{AAD231F0-B292-414F-B9F8-33AD0AB29CA4}" type="pres">
      <dgm:prSet presAssocID="{48768870-7839-0A4B-9123-E74F32C73EC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65E8D62-7C8A-A740-BB1A-2FB413A229AA}" type="pres">
      <dgm:prSet presAssocID="{32A014B8-E43B-6947-BBB8-5800760CF73C}" presName="root1" presStyleCnt="0"/>
      <dgm:spPr/>
    </dgm:pt>
    <dgm:pt modelId="{C38327E1-2766-D748-A69E-EC76E358F6A5}" type="pres">
      <dgm:prSet presAssocID="{32A014B8-E43B-6947-BBB8-5800760CF73C}" presName="LevelOneTextNode" presStyleLbl="node0" presStyleIdx="0" presStyleCnt="1">
        <dgm:presLayoutVars>
          <dgm:chPref val="3"/>
        </dgm:presLayoutVars>
      </dgm:prSet>
      <dgm:spPr/>
    </dgm:pt>
    <dgm:pt modelId="{61EBDCCD-EDD8-5748-AF18-CCFDAC6ED7FC}" type="pres">
      <dgm:prSet presAssocID="{32A014B8-E43B-6947-BBB8-5800760CF73C}" presName="level2hierChild" presStyleCnt="0"/>
      <dgm:spPr/>
    </dgm:pt>
    <dgm:pt modelId="{C7B9D87E-AA80-314E-8FE5-B993E68116B2}" type="pres">
      <dgm:prSet presAssocID="{032D376F-2B73-6841-B963-64DB325EB4AA}" presName="conn2-1" presStyleLbl="parChTrans1D2" presStyleIdx="0" presStyleCnt="2"/>
      <dgm:spPr/>
    </dgm:pt>
    <dgm:pt modelId="{3FFA3057-EE39-4E46-A21B-1C064068B82C}" type="pres">
      <dgm:prSet presAssocID="{032D376F-2B73-6841-B963-64DB325EB4AA}" presName="connTx" presStyleLbl="parChTrans1D2" presStyleIdx="0" presStyleCnt="2"/>
      <dgm:spPr/>
    </dgm:pt>
    <dgm:pt modelId="{4217B9E9-6B37-BC42-BEBB-5970C31E524B}" type="pres">
      <dgm:prSet presAssocID="{C9C4F61D-29A5-BD4B-9BF3-4CEA9FF12641}" presName="root2" presStyleCnt="0"/>
      <dgm:spPr/>
    </dgm:pt>
    <dgm:pt modelId="{46C3E065-3B74-EB44-BB63-33B03468C69E}" type="pres">
      <dgm:prSet presAssocID="{C9C4F61D-29A5-BD4B-9BF3-4CEA9FF12641}" presName="LevelTwoTextNode" presStyleLbl="node2" presStyleIdx="0" presStyleCnt="2">
        <dgm:presLayoutVars>
          <dgm:chPref val="3"/>
        </dgm:presLayoutVars>
      </dgm:prSet>
      <dgm:spPr/>
    </dgm:pt>
    <dgm:pt modelId="{46942482-549B-3049-97A4-686DEEB762B8}" type="pres">
      <dgm:prSet presAssocID="{C9C4F61D-29A5-BD4B-9BF3-4CEA9FF12641}" presName="level3hierChild" presStyleCnt="0"/>
      <dgm:spPr/>
    </dgm:pt>
    <dgm:pt modelId="{038702A4-7C37-2244-9179-1C042C2700BA}" type="pres">
      <dgm:prSet presAssocID="{B06B2237-EEB4-B24F-A26A-417902C4BC4E}" presName="conn2-1" presStyleLbl="parChTrans1D2" presStyleIdx="1" presStyleCnt="2"/>
      <dgm:spPr/>
    </dgm:pt>
    <dgm:pt modelId="{23C986AA-D42A-8E40-B466-E003F3A167B6}" type="pres">
      <dgm:prSet presAssocID="{B06B2237-EEB4-B24F-A26A-417902C4BC4E}" presName="connTx" presStyleLbl="parChTrans1D2" presStyleIdx="1" presStyleCnt="2"/>
      <dgm:spPr/>
    </dgm:pt>
    <dgm:pt modelId="{011F7A67-4EE6-1745-B9BF-CC972DB84FF7}" type="pres">
      <dgm:prSet presAssocID="{BCF12EC1-EEA5-6249-A726-B5BA836365E2}" presName="root2" presStyleCnt="0"/>
      <dgm:spPr/>
    </dgm:pt>
    <dgm:pt modelId="{5CAAE99D-2EB4-0844-83AD-FEA2B99CE7EC}" type="pres">
      <dgm:prSet presAssocID="{BCF12EC1-EEA5-6249-A726-B5BA836365E2}" presName="LevelTwoTextNode" presStyleLbl="node2" presStyleIdx="1" presStyleCnt="2">
        <dgm:presLayoutVars>
          <dgm:chPref val="3"/>
        </dgm:presLayoutVars>
      </dgm:prSet>
      <dgm:spPr/>
    </dgm:pt>
    <dgm:pt modelId="{1496C778-018B-AB49-B53A-051515A10391}" type="pres">
      <dgm:prSet presAssocID="{BCF12EC1-EEA5-6249-A726-B5BA836365E2}" presName="level3hierChild" presStyleCnt="0"/>
      <dgm:spPr/>
    </dgm:pt>
  </dgm:ptLst>
  <dgm:cxnLst>
    <dgm:cxn modelId="{FBBCA229-9256-0740-96E6-24431D52C554}" type="presOf" srcId="{32A014B8-E43B-6947-BBB8-5800760CF73C}" destId="{C38327E1-2766-D748-A69E-EC76E358F6A5}" srcOrd="0" destOrd="0" presId="urn:microsoft.com/office/officeart/2005/8/layout/hierarchy2"/>
    <dgm:cxn modelId="{4175502A-DCC4-CD4F-85CC-A3507497CB7E}" type="presOf" srcId="{BCF12EC1-EEA5-6249-A726-B5BA836365E2}" destId="{5CAAE99D-2EB4-0844-83AD-FEA2B99CE7EC}" srcOrd="0" destOrd="0" presId="urn:microsoft.com/office/officeart/2005/8/layout/hierarchy2"/>
    <dgm:cxn modelId="{A2088B31-591D-8546-A3E3-5B2B2C078121}" type="presOf" srcId="{032D376F-2B73-6841-B963-64DB325EB4AA}" destId="{C7B9D87E-AA80-314E-8FE5-B993E68116B2}" srcOrd="0" destOrd="0" presId="urn:microsoft.com/office/officeart/2005/8/layout/hierarchy2"/>
    <dgm:cxn modelId="{EBD9D054-EE4B-2C48-B991-BAD2592F805A}" type="presOf" srcId="{B06B2237-EEB4-B24F-A26A-417902C4BC4E}" destId="{23C986AA-D42A-8E40-B466-E003F3A167B6}" srcOrd="1" destOrd="0" presId="urn:microsoft.com/office/officeart/2005/8/layout/hierarchy2"/>
    <dgm:cxn modelId="{BC19EF55-FDC4-B045-AA4C-4218ADAFFA25}" type="presOf" srcId="{032D376F-2B73-6841-B963-64DB325EB4AA}" destId="{3FFA3057-EE39-4E46-A21B-1C064068B82C}" srcOrd="1" destOrd="0" presId="urn:microsoft.com/office/officeart/2005/8/layout/hierarchy2"/>
    <dgm:cxn modelId="{61CA505A-82D3-EE49-8483-879068FFD164}" type="presOf" srcId="{48768870-7839-0A4B-9123-E74F32C73ECC}" destId="{AAD231F0-B292-414F-B9F8-33AD0AB29CA4}" srcOrd="0" destOrd="0" presId="urn:microsoft.com/office/officeart/2005/8/layout/hierarchy2"/>
    <dgm:cxn modelId="{76645EAE-73C8-1F4C-AEA7-8B8810A56E28}" type="presOf" srcId="{C9C4F61D-29A5-BD4B-9BF3-4CEA9FF12641}" destId="{46C3E065-3B74-EB44-BB63-33B03468C69E}" srcOrd="0" destOrd="0" presId="urn:microsoft.com/office/officeart/2005/8/layout/hierarchy2"/>
    <dgm:cxn modelId="{921799C1-7301-8844-B385-B8183EE9A853}" srcId="{32A014B8-E43B-6947-BBB8-5800760CF73C}" destId="{C9C4F61D-29A5-BD4B-9BF3-4CEA9FF12641}" srcOrd="0" destOrd="0" parTransId="{032D376F-2B73-6841-B963-64DB325EB4AA}" sibTransId="{5EFC6A9F-D5D1-0C44-B54C-E15A8BE59D5E}"/>
    <dgm:cxn modelId="{4F098DE6-F2F2-3643-AAAA-0FB99C1E04A6}" srcId="{32A014B8-E43B-6947-BBB8-5800760CF73C}" destId="{BCF12EC1-EEA5-6249-A726-B5BA836365E2}" srcOrd="1" destOrd="0" parTransId="{B06B2237-EEB4-B24F-A26A-417902C4BC4E}" sibTransId="{2F75E3DD-63AC-1E44-AFA1-255AFA018EC2}"/>
    <dgm:cxn modelId="{C42424E7-6E01-FF45-BC3F-9DB413339CF4}" type="presOf" srcId="{B06B2237-EEB4-B24F-A26A-417902C4BC4E}" destId="{038702A4-7C37-2244-9179-1C042C2700BA}" srcOrd="0" destOrd="0" presId="urn:microsoft.com/office/officeart/2005/8/layout/hierarchy2"/>
    <dgm:cxn modelId="{FEFAE4F0-C033-224F-A30E-00A4DE231EA6}" srcId="{48768870-7839-0A4B-9123-E74F32C73ECC}" destId="{32A014B8-E43B-6947-BBB8-5800760CF73C}" srcOrd="0" destOrd="0" parTransId="{D4E54B1D-6D3A-9748-8C4A-A3108DE33E97}" sibTransId="{6F241F3A-48E3-7C4B-A02A-039F6373ABE3}"/>
    <dgm:cxn modelId="{66CBFD50-D1BF-4848-B43F-76966E76EC91}" type="presParOf" srcId="{AAD231F0-B292-414F-B9F8-33AD0AB29CA4}" destId="{C65E8D62-7C8A-A740-BB1A-2FB413A229AA}" srcOrd="0" destOrd="0" presId="urn:microsoft.com/office/officeart/2005/8/layout/hierarchy2"/>
    <dgm:cxn modelId="{548EEED5-2F87-B745-8DE2-409E1E3AA16F}" type="presParOf" srcId="{C65E8D62-7C8A-A740-BB1A-2FB413A229AA}" destId="{C38327E1-2766-D748-A69E-EC76E358F6A5}" srcOrd="0" destOrd="0" presId="urn:microsoft.com/office/officeart/2005/8/layout/hierarchy2"/>
    <dgm:cxn modelId="{15B67DB3-AD1F-6D4D-83DD-3648BC6AD4C6}" type="presParOf" srcId="{C65E8D62-7C8A-A740-BB1A-2FB413A229AA}" destId="{61EBDCCD-EDD8-5748-AF18-CCFDAC6ED7FC}" srcOrd="1" destOrd="0" presId="urn:microsoft.com/office/officeart/2005/8/layout/hierarchy2"/>
    <dgm:cxn modelId="{1BE4F1A9-D442-744E-9993-1AECAF3C9228}" type="presParOf" srcId="{61EBDCCD-EDD8-5748-AF18-CCFDAC6ED7FC}" destId="{C7B9D87E-AA80-314E-8FE5-B993E68116B2}" srcOrd="0" destOrd="0" presId="urn:microsoft.com/office/officeart/2005/8/layout/hierarchy2"/>
    <dgm:cxn modelId="{7F420159-554A-6F43-956A-80F303A9195E}" type="presParOf" srcId="{C7B9D87E-AA80-314E-8FE5-B993E68116B2}" destId="{3FFA3057-EE39-4E46-A21B-1C064068B82C}" srcOrd="0" destOrd="0" presId="urn:microsoft.com/office/officeart/2005/8/layout/hierarchy2"/>
    <dgm:cxn modelId="{388E9C2B-F2D7-384D-8433-EB9AF252315A}" type="presParOf" srcId="{61EBDCCD-EDD8-5748-AF18-CCFDAC6ED7FC}" destId="{4217B9E9-6B37-BC42-BEBB-5970C31E524B}" srcOrd="1" destOrd="0" presId="urn:microsoft.com/office/officeart/2005/8/layout/hierarchy2"/>
    <dgm:cxn modelId="{A1EB1E63-3CF1-5E41-BE48-7D16247153B3}" type="presParOf" srcId="{4217B9E9-6B37-BC42-BEBB-5970C31E524B}" destId="{46C3E065-3B74-EB44-BB63-33B03468C69E}" srcOrd="0" destOrd="0" presId="urn:microsoft.com/office/officeart/2005/8/layout/hierarchy2"/>
    <dgm:cxn modelId="{D637C344-6956-524A-9A13-0664874FA569}" type="presParOf" srcId="{4217B9E9-6B37-BC42-BEBB-5970C31E524B}" destId="{46942482-549B-3049-97A4-686DEEB762B8}" srcOrd="1" destOrd="0" presId="urn:microsoft.com/office/officeart/2005/8/layout/hierarchy2"/>
    <dgm:cxn modelId="{49E7DEE0-2158-AE4D-AC60-A2DCF912E585}" type="presParOf" srcId="{61EBDCCD-EDD8-5748-AF18-CCFDAC6ED7FC}" destId="{038702A4-7C37-2244-9179-1C042C2700BA}" srcOrd="2" destOrd="0" presId="urn:microsoft.com/office/officeart/2005/8/layout/hierarchy2"/>
    <dgm:cxn modelId="{5FB329BA-8F36-E947-971C-C914DDC63725}" type="presParOf" srcId="{038702A4-7C37-2244-9179-1C042C2700BA}" destId="{23C986AA-D42A-8E40-B466-E003F3A167B6}" srcOrd="0" destOrd="0" presId="urn:microsoft.com/office/officeart/2005/8/layout/hierarchy2"/>
    <dgm:cxn modelId="{EFDC359E-79B3-8842-865F-D2A7063EAA63}" type="presParOf" srcId="{61EBDCCD-EDD8-5748-AF18-CCFDAC6ED7FC}" destId="{011F7A67-4EE6-1745-B9BF-CC972DB84FF7}" srcOrd="3" destOrd="0" presId="urn:microsoft.com/office/officeart/2005/8/layout/hierarchy2"/>
    <dgm:cxn modelId="{4B22A15E-9FA6-7241-B755-7745931E66AF}" type="presParOf" srcId="{011F7A67-4EE6-1745-B9BF-CC972DB84FF7}" destId="{5CAAE99D-2EB4-0844-83AD-FEA2B99CE7EC}" srcOrd="0" destOrd="0" presId="urn:microsoft.com/office/officeart/2005/8/layout/hierarchy2"/>
    <dgm:cxn modelId="{CE1A8085-A937-474B-A699-1BB485055998}" type="presParOf" srcId="{011F7A67-4EE6-1745-B9BF-CC972DB84FF7}" destId="{1496C778-018B-AB49-B53A-051515A1039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7B74BA-72CD-7F47-82B3-BBB7402CD5A3}" type="doc">
      <dgm:prSet loTypeId="urn:microsoft.com/office/officeart/2005/8/layout/hierarchy2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8F27C896-7CBE-A14A-8C2A-8FB3BCAF1143}">
      <dgm:prSet/>
      <dgm:spPr/>
      <dgm:t>
        <a:bodyPr/>
        <a:lstStyle/>
        <a:p>
          <a:r>
            <a:rPr kumimoji="1" lang="en-US" altLang="zh-CN" dirty="0"/>
            <a:t>2.</a:t>
          </a:r>
          <a:r>
            <a:rPr kumimoji="1" lang="zh-CN" dirty="0"/>
            <a:t>用户管理</a:t>
          </a:r>
          <a:endParaRPr lang="zh-CN" dirty="0"/>
        </a:p>
      </dgm:t>
    </dgm:pt>
    <dgm:pt modelId="{8452711C-B75F-EC41-8D5C-2E12030F3BFB}" type="parTrans" cxnId="{4F987A4C-4AA8-B64E-9871-7A6E78FC8698}">
      <dgm:prSet/>
      <dgm:spPr/>
      <dgm:t>
        <a:bodyPr/>
        <a:lstStyle/>
        <a:p>
          <a:endParaRPr lang="zh-CN" altLang="en-US"/>
        </a:p>
      </dgm:t>
    </dgm:pt>
    <dgm:pt modelId="{8AF4364C-A2CC-8741-9FCC-64D41E73D285}" type="sibTrans" cxnId="{4F987A4C-4AA8-B64E-9871-7A6E78FC8698}">
      <dgm:prSet/>
      <dgm:spPr/>
      <dgm:t>
        <a:bodyPr/>
        <a:lstStyle/>
        <a:p>
          <a:endParaRPr lang="zh-CN" altLang="en-US"/>
        </a:p>
      </dgm:t>
    </dgm:pt>
    <dgm:pt modelId="{A392109F-86B1-3543-8D83-B3036B88C7ED}">
      <dgm:prSet/>
      <dgm:spPr/>
      <dgm:t>
        <a:bodyPr/>
        <a:lstStyle/>
        <a:p>
          <a:r>
            <a:rPr kumimoji="1" lang="zh-CN"/>
            <a:t>添加用户</a:t>
          </a:r>
          <a:endParaRPr lang="zh-CN"/>
        </a:p>
      </dgm:t>
    </dgm:pt>
    <dgm:pt modelId="{57D9D7D9-28FD-8845-9234-36518FC2D4EB}" type="parTrans" cxnId="{80BCFF59-146E-E340-8DA9-746B30670736}">
      <dgm:prSet/>
      <dgm:spPr/>
      <dgm:t>
        <a:bodyPr/>
        <a:lstStyle/>
        <a:p>
          <a:endParaRPr lang="zh-CN" altLang="en-US"/>
        </a:p>
      </dgm:t>
    </dgm:pt>
    <dgm:pt modelId="{D078E8B5-4038-3240-A193-5ECB7FD86E7E}" type="sibTrans" cxnId="{80BCFF59-146E-E340-8DA9-746B30670736}">
      <dgm:prSet/>
      <dgm:spPr/>
      <dgm:t>
        <a:bodyPr/>
        <a:lstStyle/>
        <a:p>
          <a:endParaRPr lang="zh-CN" altLang="en-US"/>
        </a:p>
      </dgm:t>
    </dgm:pt>
    <dgm:pt modelId="{634AC7C4-F8FB-9748-87BB-FBE168335D28}">
      <dgm:prSet/>
      <dgm:spPr/>
      <dgm:t>
        <a:bodyPr/>
        <a:lstStyle/>
        <a:p>
          <a:r>
            <a:rPr kumimoji="1" lang="zh-CN"/>
            <a:t>删除用户信息</a:t>
          </a:r>
          <a:endParaRPr lang="zh-CN"/>
        </a:p>
      </dgm:t>
    </dgm:pt>
    <dgm:pt modelId="{B3180D1F-9D7D-9343-BFCC-EE3E61B1481C}" type="parTrans" cxnId="{15602420-1496-7342-A37D-CEEBEE1DC076}">
      <dgm:prSet/>
      <dgm:spPr/>
      <dgm:t>
        <a:bodyPr/>
        <a:lstStyle/>
        <a:p>
          <a:endParaRPr lang="zh-CN" altLang="en-US"/>
        </a:p>
      </dgm:t>
    </dgm:pt>
    <dgm:pt modelId="{1B0C335A-945F-094E-AF65-277AD13554FF}" type="sibTrans" cxnId="{15602420-1496-7342-A37D-CEEBEE1DC076}">
      <dgm:prSet/>
      <dgm:spPr/>
      <dgm:t>
        <a:bodyPr/>
        <a:lstStyle/>
        <a:p>
          <a:endParaRPr lang="zh-CN" altLang="en-US"/>
        </a:p>
      </dgm:t>
    </dgm:pt>
    <dgm:pt modelId="{B68960AE-CBFF-8645-9601-E479D67EF082}">
      <dgm:prSet/>
      <dgm:spPr/>
      <dgm:t>
        <a:bodyPr/>
        <a:lstStyle/>
        <a:p>
          <a:r>
            <a:rPr kumimoji="1" lang="zh-CN"/>
            <a:t>单一删除</a:t>
          </a:r>
          <a:endParaRPr lang="zh-CN"/>
        </a:p>
      </dgm:t>
    </dgm:pt>
    <dgm:pt modelId="{E4650CFF-70BE-404B-B49C-C494AA219D5E}" type="parTrans" cxnId="{D090A179-DB29-5C48-9F86-FFB3819BC69D}">
      <dgm:prSet/>
      <dgm:spPr/>
      <dgm:t>
        <a:bodyPr/>
        <a:lstStyle/>
        <a:p>
          <a:endParaRPr lang="zh-CN" altLang="en-US"/>
        </a:p>
      </dgm:t>
    </dgm:pt>
    <dgm:pt modelId="{E71E1CA2-3500-8A45-BD27-B8AEE29E08EB}" type="sibTrans" cxnId="{D090A179-DB29-5C48-9F86-FFB3819BC69D}">
      <dgm:prSet/>
      <dgm:spPr/>
      <dgm:t>
        <a:bodyPr/>
        <a:lstStyle/>
        <a:p>
          <a:endParaRPr lang="zh-CN" altLang="en-US"/>
        </a:p>
      </dgm:t>
    </dgm:pt>
    <dgm:pt modelId="{8218091F-71BC-FA44-97CC-06FFEEE3816E}">
      <dgm:prSet/>
      <dgm:spPr/>
      <dgm:t>
        <a:bodyPr/>
        <a:lstStyle/>
        <a:p>
          <a:r>
            <a:rPr kumimoji="1" lang="zh-CN" dirty="0"/>
            <a:t>批量删除</a:t>
          </a:r>
          <a:endParaRPr lang="zh-CN" dirty="0"/>
        </a:p>
      </dgm:t>
    </dgm:pt>
    <dgm:pt modelId="{000EE031-2AD1-D146-9831-A0B74991414A}" type="parTrans" cxnId="{BF4E1C8E-7361-2249-8311-1AED8F9B010A}">
      <dgm:prSet/>
      <dgm:spPr/>
      <dgm:t>
        <a:bodyPr/>
        <a:lstStyle/>
        <a:p>
          <a:endParaRPr lang="zh-CN" altLang="en-US"/>
        </a:p>
      </dgm:t>
    </dgm:pt>
    <dgm:pt modelId="{F6A3DA15-0F17-7A4B-BD95-2D7123D18B46}" type="sibTrans" cxnId="{BF4E1C8E-7361-2249-8311-1AED8F9B010A}">
      <dgm:prSet/>
      <dgm:spPr/>
      <dgm:t>
        <a:bodyPr/>
        <a:lstStyle/>
        <a:p>
          <a:endParaRPr lang="zh-CN" altLang="en-US"/>
        </a:p>
      </dgm:t>
    </dgm:pt>
    <dgm:pt modelId="{2861D44C-7D5B-E043-BF8C-91163A1E9049}">
      <dgm:prSet/>
      <dgm:spPr/>
      <dgm:t>
        <a:bodyPr/>
        <a:lstStyle/>
        <a:p>
          <a:r>
            <a:rPr kumimoji="1" lang="zh-CN"/>
            <a:t>修改用户信息</a:t>
          </a:r>
          <a:endParaRPr lang="zh-CN"/>
        </a:p>
      </dgm:t>
    </dgm:pt>
    <dgm:pt modelId="{E09233DA-94D6-9941-9D22-CC1594F316CD}" type="parTrans" cxnId="{8F30C189-8AF4-9C49-B302-EC4B365B3CDB}">
      <dgm:prSet/>
      <dgm:spPr/>
      <dgm:t>
        <a:bodyPr/>
        <a:lstStyle/>
        <a:p>
          <a:endParaRPr lang="zh-CN" altLang="en-US"/>
        </a:p>
      </dgm:t>
    </dgm:pt>
    <dgm:pt modelId="{9E1C3A8A-F587-B040-80EC-5FFEA61E3519}" type="sibTrans" cxnId="{8F30C189-8AF4-9C49-B302-EC4B365B3CDB}">
      <dgm:prSet/>
      <dgm:spPr/>
      <dgm:t>
        <a:bodyPr/>
        <a:lstStyle/>
        <a:p>
          <a:endParaRPr lang="zh-CN" altLang="en-US"/>
        </a:p>
      </dgm:t>
    </dgm:pt>
    <dgm:pt modelId="{368CEC50-4395-4E45-8078-062E862B660F}">
      <dgm:prSet/>
      <dgm:spPr/>
      <dgm:t>
        <a:bodyPr/>
        <a:lstStyle/>
        <a:p>
          <a:r>
            <a:rPr kumimoji="1" lang="zh-CN"/>
            <a:t>查找用户</a:t>
          </a:r>
          <a:endParaRPr lang="zh-CN"/>
        </a:p>
      </dgm:t>
    </dgm:pt>
    <dgm:pt modelId="{D01CE8BC-7BD7-814F-94F0-E45FFEB3D24E}" type="parTrans" cxnId="{22F3F602-C0F7-B846-8ECA-F69BC7082C9C}">
      <dgm:prSet/>
      <dgm:spPr/>
      <dgm:t>
        <a:bodyPr/>
        <a:lstStyle/>
        <a:p>
          <a:endParaRPr lang="zh-CN" altLang="en-US"/>
        </a:p>
      </dgm:t>
    </dgm:pt>
    <dgm:pt modelId="{2A13899F-9067-3042-A61E-7280FD411E06}" type="sibTrans" cxnId="{22F3F602-C0F7-B846-8ECA-F69BC7082C9C}">
      <dgm:prSet/>
      <dgm:spPr/>
      <dgm:t>
        <a:bodyPr/>
        <a:lstStyle/>
        <a:p>
          <a:endParaRPr lang="zh-CN" altLang="en-US"/>
        </a:p>
      </dgm:t>
    </dgm:pt>
    <dgm:pt modelId="{4F27EAE8-5418-5746-A4DE-07F1A7CB87E8}">
      <dgm:prSet/>
      <dgm:spPr/>
      <dgm:t>
        <a:bodyPr/>
        <a:lstStyle/>
        <a:p>
          <a:r>
            <a:rPr kumimoji="1" lang="zh-CN" dirty="0"/>
            <a:t>按用户名查找</a:t>
          </a:r>
          <a:endParaRPr lang="zh-CN" dirty="0"/>
        </a:p>
      </dgm:t>
    </dgm:pt>
    <dgm:pt modelId="{4CF98D40-E5AA-AB4B-B5E1-C2F673B7931C}" type="parTrans" cxnId="{E6255680-98E4-BB41-B455-E49A9CF80E2F}">
      <dgm:prSet/>
      <dgm:spPr/>
      <dgm:t>
        <a:bodyPr/>
        <a:lstStyle/>
        <a:p>
          <a:endParaRPr lang="zh-CN" altLang="en-US"/>
        </a:p>
      </dgm:t>
    </dgm:pt>
    <dgm:pt modelId="{48A93131-93B0-0644-B604-823B6D0BB32B}" type="sibTrans" cxnId="{E6255680-98E4-BB41-B455-E49A9CF80E2F}">
      <dgm:prSet/>
      <dgm:spPr/>
      <dgm:t>
        <a:bodyPr/>
        <a:lstStyle/>
        <a:p>
          <a:endParaRPr lang="zh-CN" altLang="en-US"/>
        </a:p>
      </dgm:t>
    </dgm:pt>
    <dgm:pt modelId="{23F04CCC-C229-2843-B753-A2078F8FC41A}">
      <dgm:prSet/>
      <dgm:spPr/>
      <dgm:t>
        <a:bodyPr/>
        <a:lstStyle/>
        <a:p>
          <a:r>
            <a:rPr kumimoji="1" lang="zh-CN"/>
            <a:t>按姓名查找</a:t>
          </a:r>
          <a:endParaRPr lang="zh-CN"/>
        </a:p>
      </dgm:t>
    </dgm:pt>
    <dgm:pt modelId="{BBE98D04-CBF4-DB44-A596-60FC746868AB}" type="parTrans" cxnId="{CE07DFD6-CB0C-8542-84A3-ECF17F07F8CB}">
      <dgm:prSet/>
      <dgm:spPr/>
      <dgm:t>
        <a:bodyPr/>
        <a:lstStyle/>
        <a:p>
          <a:endParaRPr lang="zh-CN" altLang="en-US"/>
        </a:p>
      </dgm:t>
    </dgm:pt>
    <dgm:pt modelId="{9CC6E480-CC66-2547-85CF-3506F5964CC9}" type="sibTrans" cxnId="{CE07DFD6-CB0C-8542-84A3-ECF17F07F8CB}">
      <dgm:prSet/>
      <dgm:spPr/>
      <dgm:t>
        <a:bodyPr/>
        <a:lstStyle/>
        <a:p>
          <a:endParaRPr lang="zh-CN" altLang="en-US"/>
        </a:p>
      </dgm:t>
    </dgm:pt>
    <dgm:pt modelId="{C2EADCEE-D5D9-8649-A7D3-0C034F2D0904}">
      <dgm:prSet/>
      <dgm:spPr/>
      <dgm:t>
        <a:bodyPr/>
        <a:lstStyle/>
        <a:p>
          <a:r>
            <a:rPr kumimoji="1" lang="zh-CN"/>
            <a:t>按手机号查找</a:t>
          </a:r>
          <a:endParaRPr lang="zh-CN"/>
        </a:p>
      </dgm:t>
    </dgm:pt>
    <dgm:pt modelId="{EBF4D184-3EC1-074B-A33C-55BD93882DEE}" type="parTrans" cxnId="{82388A74-7F2D-B64F-A2CB-5474BA4F5F38}">
      <dgm:prSet/>
      <dgm:spPr/>
      <dgm:t>
        <a:bodyPr/>
        <a:lstStyle/>
        <a:p>
          <a:endParaRPr lang="zh-CN" altLang="en-US"/>
        </a:p>
      </dgm:t>
    </dgm:pt>
    <dgm:pt modelId="{4CE4EED7-2EBD-C941-88EC-5AF630E21B81}" type="sibTrans" cxnId="{82388A74-7F2D-B64F-A2CB-5474BA4F5F38}">
      <dgm:prSet/>
      <dgm:spPr/>
      <dgm:t>
        <a:bodyPr/>
        <a:lstStyle/>
        <a:p>
          <a:endParaRPr lang="zh-CN" altLang="en-US"/>
        </a:p>
      </dgm:t>
    </dgm:pt>
    <dgm:pt modelId="{4F39C889-FCC8-5341-9C4B-FACE7C360A32}">
      <dgm:prSet/>
      <dgm:spPr/>
      <dgm:t>
        <a:bodyPr/>
        <a:lstStyle/>
        <a:p>
          <a:r>
            <a:rPr kumimoji="1" lang="zh-CN"/>
            <a:t>查看用户信息</a:t>
          </a:r>
          <a:endParaRPr lang="zh-CN"/>
        </a:p>
      </dgm:t>
    </dgm:pt>
    <dgm:pt modelId="{6932A668-E33F-F646-A9EC-166692660878}" type="parTrans" cxnId="{30361C4D-EBC6-A943-BD34-D14F2EA753E5}">
      <dgm:prSet/>
      <dgm:spPr/>
      <dgm:t>
        <a:bodyPr/>
        <a:lstStyle/>
        <a:p>
          <a:endParaRPr lang="zh-CN" altLang="en-US"/>
        </a:p>
      </dgm:t>
    </dgm:pt>
    <dgm:pt modelId="{D5CDB887-915A-0C48-AC8A-0C3A1DA2ECD6}" type="sibTrans" cxnId="{30361C4D-EBC6-A943-BD34-D14F2EA753E5}">
      <dgm:prSet/>
      <dgm:spPr/>
      <dgm:t>
        <a:bodyPr/>
        <a:lstStyle/>
        <a:p>
          <a:endParaRPr lang="zh-CN" altLang="en-US"/>
        </a:p>
      </dgm:t>
    </dgm:pt>
    <dgm:pt modelId="{BF49C907-453C-D04B-A4F2-E290672AD162}">
      <dgm:prSet/>
      <dgm:spPr/>
      <dgm:t>
        <a:bodyPr/>
        <a:lstStyle/>
        <a:p>
          <a:r>
            <a:rPr kumimoji="1" lang="zh-CN"/>
            <a:t>用户排序</a:t>
          </a:r>
          <a:endParaRPr lang="zh-CN"/>
        </a:p>
      </dgm:t>
    </dgm:pt>
    <dgm:pt modelId="{CB592D9E-133E-BC49-9DC9-B1A194547F91}" type="parTrans" cxnId="{1B29EFD9-4604-B942-828C-DF0C7492190E}">
      <dgm:prSet/>
      <dgm:spPr/>
      <dgm:t>
        <a:bodyPr/>
        <a:lstStyle/>
        <a:p>
          <a:endParaRPr lang="zh-CN" altLang="en-US"/>
        </a:p>
      </dgm:t>
    </dgm:pt>
    <dgm:pt modelId="{C8A2C035-84F4-0748-8A93-5210ABEC59E7}" type="sibTrans" cxnId="{1B29EFD9-4604-B942-828C-DF0C7492190E}">
      <dgm:prSet/>
      <dgm:spPr/>
      <dgm:t>
        <a:bodyPr/>
        <a:lstStyle/>
        <a:p>
          <a:endParaRPr lang="zh-CN" altLang="en-US"/>
        </a:p>
      </dgm:t>
    </dgm:pt>
    <dgm:pt modelId="{5B53CE66-16FF-5C42-9AD8-1C1BC1FE21E3}">
      <dgm:prSet/>
      <dgm:spPr/>
      <dgm:t>
        <a:bodyPr/>
        <a:lstStyle/>
        <a:p>
          <a:r>
            <a:rPr kumimoji="1" lang="zh-CN"/>
            <a:t>按照用户名排序</a:t>
          </a:r>
          <a:endParaRPr lang="zh-CN"/>
        </a:p>
      </dgm:t>
    </dgm:pt>
    <dgm:pt modelId="{544BF140-38F7-4C4B-9638-24F6E5E8DD97}" type="parTrans" cxnId="{B374A489-726C-EB44-8474-C8CBF0D5D378}">
      <dgm:prSet/>
      <dgm:spPr/>
      <dgm:t>
        <a:bodyPr/>
        <a:lstStyle/>
        <a:p>
          <a:endParaRPr lang="zh-CN" altLang="en-US"/>
        </a:p>
      </dgm:t>
    </dgm:pt>
    <dgm:pt modelId="{ED10F0D9-F6A4-F54C-A766-4F7F71F51229}" type="sibTrans" cxnId="{B374A489-726C-EB44-8474-C8CBF0D5D378}">
      <dgm:prSet/>
      <dgm:spPr/>
      <dgm:t>
        <a:bodyPr/>
        <a:lstStyle/>
        <a:p>
          <a:endParaRPr lang="zh-CN" altLang="en-US"/>
        </a:p>
      </dgm:t>
    </dgm:pt>
    <dgm:pt modelId="{9F62764B-8BCC-844F-817B-C14805210636}">
      <dgm:prSet/>
      <dgm:spPr/>
      <dgm:t>
        <a:bodyPr/>
        <a:lstStyle/>
        <a:p>
          <a:r>
            <a:rPr kumimoji="1" lang="zh-CN"/>
            <a:t>按照姓名排序</a:t>
          </a:r>
          <a:endParaRPr lang="zh-CN"/>
        </a:p>
      </dgm:t>
    </dgm:pt>
    <dgm:pt modelId="{E8341A43-63EC-394A-8478-DA4E96641D2A}" type="parTrans" cxnId="{D75C5A08-3624-5B49-8E87-F4E3846330E4}">
      <dgm:prSet/>
      <dgm:spPr/>
      <dgm:t>
        <a:bodyPr/>
        <a:lstStyle/>
        <a:p>
          <a:endParaRPr lang="zh-CN" altLang="en-US"/>
        </a:p>
      </dgm:t>
    </dgm:pt>
    <dgm:pt modelId="{0E9C9AE6-4EB3-1045-AF2D-12D095D5758F}" type="sibTrans" cxnId="{D75C5A08-3624-5B49-8E87-F4E3846330E4}">
      <dgm:prSet/>
      <dgm:spPr/>
      <dgm:t>
        <a:bodyPr/>
        <a:lstStyle/>
        <a:p>
          <a:endParaRPr lang="zh-CN" altLang="en-US"/>
        </a:p>
      </dgm:t>
    </dgm:pt>
    <dgm:pt modelId="{9F7DDACD-21C9-2640-A3EB-B7A422427231}">
      <dgm:prSet/>
      <dgm:spPr/>
      <dgm:t>
        <a:bodyPr/>
        <a:lstStyle/>
        <a:p>
          <a:r>
            <a:rPr kumimoji="1" lang="zh-CN"/>
            <a:t>按照性别排序</a:t>
          </a:r>
          <a:endParaRPr lang="zh-CN"/>
        </a:p>
      </dgm:t>
    </dgm:pt>
    <dgm:pt modelId="{68EAB132-367B-664D-9AAA-7608255DAC75}" type="parTrans" cxnId="{93F6D0C5-994B-1B4C-BD10-74E2AC8FEEB8}">
      <dgm:prSet/>
      <dgm:spPr/>
      <dgm:t>
        <a:bodyPr/>
        <a:lstStyle/>
        <a:p>
          <a:endParaRPr lang="zh-CN" altLang="en-US"/>
        </a:p>
      </dgm:t>
    </dgm:pt>
    <dgm:pt modelId="{5647AEF4-FB97-4245-96ED-3E7FAF8B0AD8}" type="sibTrans" cxnId="{93F6D0C5-994B-1B4C-BD10-74E2AC8FEEB8}">
      <dgm:prSet/>
      <dgm:spPr/>
      <dgm:t>
        <a:bodyPr/>
        <a:lstStyle/>
        <a:p>
          <a:endParaRPr lang="zh-CN" altLang="en-US"/>
        </a:p>
      </dgm:t>
    </dgm:pt>
    <dgm:pt modelId="{A71346E8-FD43-2247-B5E8-ED0716F5B542}">
      <dgm:prSet/>
      <dgm:spPr/>
      <dgm:t>
        <a:bodyPr/>
        <a:lstStyle/>
        <a:p>
          <a:r>
            <a:rPr kumimoji="1" lang="zh-CN"/>
            <a:t>按照手机号排序</a:t>
          </a:r>
          <a:endParaRPr lang="zh-CN"/>
        </a:p>
      </dgm:t>
    </dgm:pt>
    <dgm:pt modelId="{BA03AC44-2EA0-3043-8793-E7BA20B20656}" type="parTrans" cxnId="{18B69189-AA1F-144B-B1D6-9B7874B4D7D4}">
      <dgm:prSet/>
      <dgm:spPr/>
      <dgm:t>
        <a:bodyPr/>
        <a:lstStyle/>
        <a:p>
          <a:endParaRPr lang="zh-CN" altLang="en-US"/>
        </a:p>
      </dgm:t>
    </dgm:pt>
    <dgm:pt modelId="{1FA7B489-4E4E-C74D-B443-2D74FCE35553}" type="sibTrans" cxnId="{18B69189-AA1F-144B-B1D6-9B7874B4D7D4}">
      <dgm:prSet/>
      <dgm:spPr/>
      <dgm:t>
        <a:bodyPr/>
        <a:lstStyle/>
        <a:p>
          <a:endParaRPr lang="zh-CN" altLang="en-US"/>
        </a:p>
      </dgm:t>
    </dgm:pt>
    <dgm:pt modelId="{A34485EC-F87F-E84E-B2D1-772A2DC55A74}" type="pres">
      <dgm:prSet presAssocID="{067B74BA-72CD-7F47-82B3-BBB7402CD5A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DBF019E-9754-7E4C-98B7-8944D951F212}" type="pres">
      <dgm:prSet presAssocID="{8F27C896-7CBE-A14A-8C2A-8FB3BCAF1143}" presName="root1" presStyleCnt="0"/>
      <dgm:spPr/>
    </dgm:pt>
    <dgm:pt modelId="{2C059B6F-3A9C-5944-B460-90C0EBE45CD6}" type="pres">
      <dgm:prSet presAssocID="{8F27C896-7CBE-A14A-8C2A-8FB3BCAF1143}" presName="LevelOneTextNode" presStyleLbl="node0" presStyleIdx="0" presStyleCnt="1">
        <dgm:presLayoutVars>
          <dgm:chPref val="3"/>
        </dgm:presLayoutVars>
      </dgm:prSet>
      <dgm:spPr/>
    </dgm:pt>
    <dgm:pt modelId="{E5BFF365-39D9-0B4A-A9C5-99218FB7CED3}" type="pres">
      <dgm:prSet presAssocID="{8F27C896-7CBE-A14A-8C2A-8FB3BCAF1143}" presName="level2hierChild" presStyleCnt="0"/>
      <dgm:spPr/>
    </dgm:pt>
    <dgm:pt modelId="{04B253FE-8357-AA41-A19D-D54A0A3C8913}" type="pres">
      <dgm:prSet presAssocID="{57D9D7D9-28FD-8845-9234-36518FC2D4EB}" presName="conn2-1" presStyleLbl="parChTrans1D2" presStyleIdx="0" presStyleCnt="5"/>
      <dgm:spPr/>
    </dgm:pt>
    <dgm:pt modelId="{79AC3E43-396F-3A47-9B18-ED9759FA6252}" type="pres">
      <dgm:prSet presAssocID="{57D9D7D9-28FD-8845-9234-36518FC2D4EB}" presName="connTx" presStyleLbl="parChTrans1D2" presStyleIdx="0" presStyleCnt="5"/>
      <dgm:spPr/>
    </dgm:pt>
    <dgm:pt modelId="{F373D1AE-C63F-ED49-9793-90C9843D94BF}" type="pres">
      <dgm:prSet presAssocID="{A392109F-86B1-3543-8D83-B3036B88C7ED}" presName="root2" presStyleCnt="0"/>
      <dgm:spPr/>
    </dgm:pt>
    <dgm:pt modelId="{85BED3E9-B591-0B47-930C-AE2260D37FDF}" type="pres">
      <dgm:prSet presAssocID="{A392109F-86B1-3543-8D83-B3036B88C7ED}" presName="LevelTwoTextNode" presStyleLbl="node2" presStyleIdx="0" presStyleCnt="5">
        <dgm:presLayoutVars>
          <dgm:chPref val="3"/>
        </dgm:presLayoutVars>
      </dgm:prSet>
      <dgm:spPr/>
    </dgm:pt>
    <dgm:pt modelId="{057B9B96-93EC-0249-B19B-EDE264CB57AF}" type="pres">
      <dgm:prSet presAssocID="{A392109F-86B1-3543-8D83-B3036B88C7ED}" presName="level3hierChild" presStyleCnt="0"/>
      <dgm:spPr/>
    </dgm:pt>
    <dgm:pt modelId="{9C9FBDF1-AFFD-C04A-A48A-94AD1547837D}" type="pres">
      <dgm:prSet presAssocID="{B3180D1F-9D7D-9343-BFCC-EE3E61B1481C}" presName="conn2-1" presStyleLbl="parChTrans1D2" presStyleIdx="1" presStyleCnt="5"/>
      <dgm:spPr/>
    </dgm:pt>
    <dgm:pt modelId="{BF25F51A-17A7-2042-B27C-54BD2F98D55B}" type="pres">
      <dgm:prSet presAssocID="{B3180D1F-9D7D-9343-BFCC-EE3E61B1481C}" presName="connTx" presStyleLbl="parChTrans1D2" presStyleIdx="1" presStyleCnt="5"/>
      <dgm:spPr/>
    </dgm:pt>
    <dgm:pt modelId="{17645E19-E880-7F41-9A70-EE44445DB525}" type="pres">
      <dgm:prSet presAssocID="{634AC7C4-F8FB-9748-87BB-FBE168335D28}" presName="root2" presStyleCnt="0"/>
      <dgm:spPr/>
    </dgm:pt>
    <dgm:pt modelId="{EEF7768E-E42A-B644-A5B5-C3F6BC223797}" type="pres">
      <dgm:prSet presAssocID="{634AC7C4-F8FB-9748-87BB-FBE168335D28}" presName="LevelTwoTextNode" presStyleLbl="node2" presStyleIdx="1" presStyleCnt="5">
        <dgm:presLayoutVars>
          <dgm:chPref val="3"/>
        </dgm:presLayoutVars>
      </dgm:prSet>
      <dgm:spPr/>
    </dgm:pt>
    <dgm:pt modelId="{3DE7EE4F-0178-E34C-819B-0BC10C7D6B40}" type="pres">
      <dgm:prSet presAssocID="{634AC7C4-F8FB-9748-87BB-FBE168335D28}" presName="level3hierChild" presStyleCnt="0"/>
      <dgm:spPr/>
    </dgm:pt>
    <dgm:pt modelId="{C569A93D-C3C5-7040-BF4E-2B9EA172AA80}" type="pres">
      <dgm:prSet presAssocID="{E4650CFF-70BE-404B-B49C-C494AA219D5E}" presName="conn2-1" presStyleLbl="parChTrans1D3" presStyleIdx="0" presStyleCnt="10"/>
      <dgm:spPr/>
    </dgm:pt>
    <dgm:pt modelId="{B3F7EEAE-7E21-CB4B-AC31-3D1172560568}" type="pres">
      <dgm:prSet presAssocID="{E4650CFF-70BE-404B-B49C-C494AA219D5E}" presName="connTx" presStyleLbl="parChTrans1D3" presStyleIdx="0" presStyleCnt="10"/>
      <dgm:spPr/>
    </dgm:pt>
    <dgm:pt modelId="{0897834B-5EBB-5D47-A2EA-8A89BBE638CF}" type="pres">
      <dgm:prSet presAssocID="{B68960AE-CBFF-8645-9601-E479D67EF082}" presName="root2" presStyleCnt="0"/>
      <dgm:spPr/>
    </dgm:pt>
    <dgm:pt modelId="{474137FE-AF05-EB45-981F-56D49D627405}" type="pres">
      <dgm:prSet presAssocID="{B68960AE-CBFF-8645-9601-E479D67EF082}" presName="LevelTwoTextNode" presStyleLbl="node3" presStyleIdx="0" presStyleCnt="10">
        <dgm:presLayoutVars>
          <dgm:chPref val="3"/>
        </dgm:presLayoutVars>
      </dgm:prSet>
      <dgm:spPr/>
    </dgm:pt>
    <dgm:pt modelId="{03C66C81-921D-9641-BC69-A8B964EC8CC1}" type="pres">
      <dgm:prSet presAssocID="{B68960AE-CBFF-8645-9601-E479D67EF082}" presName="level3hierChild" presStyleCnt="0"/>
      <dgm:spPr/>
    </dgm:pt>
    <dgm:pt modelId="{E8BA9F3D-AB59-DF4A-89EC-66771CF3DF50}" type="pres">
      <dgm:prSet presAssocID="{000EE031-2AD1-D146-9831-A0B74991414A}" presName="conn2-1" presStyleLbl="parChTrans1D3" presStyleIdx="1" presStyleCnt="10"/>
      <dgm:spPr/>
    </dgm:pt>
    <dgm:pt modelId="{B92B927C-4D78-9248-B82D-F375C31E00C0}" type="pres">
      <dgm:prSet presAssocID="{000EE031-2AD1-D146-9831-A0B74991414A}" presName="connTx" presStyleLbl="parChTrans1D3" presStyleIdx="1" presStyleCnt="10"/>
      <dgm:spPr/>
    </dgm:pt>
    <dgm:pt modelId="{B4B0B589-90FE-374B-AA25-3A0B03F129CB}" type="pres">
      <dgm:prSet presAssocID="{8218091F-71BC-FA44-97CC-06FFEEE3816E}" presName="root2" presStyleCnt="0"/>
      <dgm:spPr/>
    </dgm:pt>
    <dgm:pt modelId="{5A1BD0DF-183A-DE42-8FF0-054FB4A24BDD}" type="pres">
      <dgm:prSet presAssocID="{8218091F-71BC-FA44-97CC-06FFEEE3816E}" presName="LevelTwoTextNode" presStyleLbl="node3" presStyleIdx="1" presStyleCnt="10">
        <dgm:presLayoutVars>
          <dgm:chPref val="3"/>
        </dgm:presLayoutVars>
      </dgm:prSet>
      <dgm:spPr/>
    </dgm:pt>
    <dgm:pt modelId="{491AD635-E60E-C44C-AD5D-24390A9A447F}" type="pres">
      <dgm:prSet presAssocID="{8218091F-71BC-FA44-97CC-06FFEEE3816E}" presName="level3hierChild" presStyleCnt="0"/>
      <dgm:spPr/>
    </dgm:pt>
    <dgm:pt modelId="{0F332613-44E1-2A44-9A3A-3949A48974C1}" type="pres">
      <dgm:prSet presAssocID="{E09233DA-94D6-9941-9D22-CC1594F316CD}" presName="conn2-1" presStyleLbl="parChTrans1D2" presStyleIdx="2" presStyleCnt="5"/>
      <dgm:spPr/>
    </dgm:pt>
    <dgm:pt modelId="{918ADBE4-5704-D941-AE77-03A240E7C4A6}" type="pres">
      <dgm:prSet presAssocID="{E09233DA-94D6-9941-9D22-CC1594F316CD}" presName="connTx" presStyleLbl="parChTrans1D2" presStyleIdx="2" presStyleCnt="5"/>
      <dgm:spPr/>
    </dgm:pt>
    <dgm:pt modelId="{CE6AED21-146C-2F47-BF43-E84D737906F3}" type="pres">
      <dgm:prSet presAssocID="{2861D44C-7D5B-E043-BF8C-91163A1E9049}" presName="root2" presStyleCnt="0"/>
      <dgm:spPr/>
    </dgm:pt>
    <dgm:pt modelId="{E781FEF7-8C30-EE4C-A73F-3D5CBE215F64}" type="pres">
      <dgm:prSet presAssocID="{2861D44C-7D5B-E043-BF8C-91163A1E9049}" presName="LevelTwoTextNode" presStyleLbl="node2" presStyleIdx="2" presStyleCnt="5">
        <dgm:presLayoutVars>
          <dgm:chPref val="3"/>
        </dgm:presLayoutVars>
      </dgm:prSet>
      <dgm:spPr/>
    </dgm:pt>
    <dgm:pt modelId="{EA862171-BFA6-1D4F-8091-2FC821413F69}" type="pres">
      <dgm:prSet presAssocID="{2861D44C-7D5B-E043-BF8C-91163A1E9049}" presName="level3hierChild" presStyleCnt="0"/>
      <dgm:spPr/>
    </dgm:pt>
    <dgm:pt modelId="{D390E400-9996-0843-9172-2FFF63024E4E}" type="pres">
      <dgm:prSet presAssocID="{D01CE8BC-7BD7-814F-94F0-E45FFEB3D24E}" presName="conn2-1" presStyleLbl="parChTrans1D2" presStyleIdx="3" presStyleCnt="5"/>
      <dgm:spPr/>
    </dgm:pt>
    <dgm:pt modelId="{9BB2DD96-7E1E-A648-AE48-2E7C7A89BED0}" type="pres">
      <dgm:prSet presAssocID="{D01CE8BC-7BD7-814F-94F0-E45FFEB3D24E}" presName="connTx" presStyleLbl="parChTrans1D2" presStyleIdx="3" presStyleCnt="5"/>
      <dgm:spPr/>
    </dgm:pt>
    <dgm:pt modelId="{18E27349-4D51-E74B-98D4-90DDAEAA7154}" type="pres">
      <dgm:prSet presAssocID="{368CEC50-4395-4E45-8078-062E862B660F}" presName="root2" presStyleCnt="0"/>
      <dgm:spPr/>
    </dgm:pt>
    <dgm:pt modelId="{A87D8FD8-E4AD-7640-A752-D681017172A4}" type="pres">
      <dgm:prSet presAssocID="{368CEC50-4395-4E45-8078-062E862B660F}" presName="LevelTwoTextNode" presStyleLbl="node2" presStyleIdx="3" presStyleCnt="5">
        <dgm:presLayoutVars>
          <dgm:chPref val="3"/>
        </dgm:presLayoutVars>
      </dgm:prSet>
      <dgm:spPr/>
    </dgm:pt>
    <dgm:pt modelId="{75A27C25-8280-6247-89D9-BE777CF4671D}" type="pres">
      <dgm:prSet presAssocID="{368CEC50-4395-4E45-8078-062E862B660F}" presName="level3hierChild" presStyleCnt="0"/>
      <dgm:spPr/>
    </dgm:pt>
    <dgm:pt modelId="{A716E6BC-300A-6148-B725-4B06C554962C}" type="pres">
      <dgm:prSet presAssocID="{4CF98D40-E5AA-AB4B-B5E1-C2F673B7931C}" presName="conn2-1" presStyleLbl="parChTrans1D3" presStyleIdx="2" presStyleCnt="10"/>
      <dgm:spPr/>
    </dgm:pt>
    <dgm:pt modelId="{1FB72AFD-3E85-B448-913C-14CD179CCB28}" type="pres">
      <dgm:prSet presAssocID="{4CF98D40-E5AA-AB4B-B5E1-C2F673B7931C}" presName="connTx" presStyleLbl="parChTrans1D3" presStyleIdx="2" presStyleCnt="10"/>
      <dgm:spPr/>
    </dgm:pt>
    <dgm:pt modelId="{93FDEF7C-5D19-7843-B84E-95284C7EDA19}" type="pres">
      <dgm:prSet presAssocID="{4F27EAE8-5418-5746-A4DE-07F1A7CB87E8}" presName="root2" presStyleCnt="0"/>
      <dgm:spPr/>
    </dgm:pt>
    <dgm:pt modelId="{6ADF9857-36F9-5C45-B73E-CEB2ADA44A61}" type="pres">
      <dgm:prSet presAssocID="{4F27EAE8-5418-5746-A4DE-07F1A7CB87E8}" presName="LevelTwoTextNode" presStyleLbl="node3" presStyleIdx="2" presStyleCnt="10">
        <dgm:presLayoutVars>
          <dgm:chPref val="3"/>
        </dgm:presLayoutVars>
      </dgm:prSet>
      <dgm:spPr/>
    </dgm:pt>
    <dgm:pt modelId="{66914C5E-99A9-5D46-BCA2-25420FC5E74E}" type="pres">
      <dgm:prSet presAssocID="{4F27EAE8-5418-5746-A4DE-07F1A7CB87E8}" presName="level3hierChild" presStyleCnt="0"/>
      <dgm:spPr/>
    </dgm:pt>
    <dgm:pt modelId="{F44BD4E5-75FA-5B45-93D2-9807A26CCBB5}" type="pres">
      <dgm:prSet presAssocID="{BBE98D04-CBF4-DB44-A596-60FC746868AB}" presName="conn2-1" presStyleLbl="parChTrans1D3" presStyleIdx="3" presStyleCnt="10"/>
      <dgm:spPr/>
    </dgm:pt>
    <dgm:pt modelId="{F9674367-5D26-474F-862A-A500B2EAA84E}" type="pres">
      <dgm:prSet presAssocID="{BBE98D04-CBF4-DB44-A596-60FC746868AB}" presName="connTx" presStyleLbl="parChTrans1D3" presStyleIdx="3" presStyleCnt="10"/>
      <dgm:spPr/>
    </dgm:pt>
    <dgm:pt modelId="{319E11C1-1414-8548-B8E5-768D7B36770A}" type="pres">
      <dgm:prSet presAssocID="{23F04CCC-C229-2843-B753-A2078F8FC41A}" presName="root2" presStyleCnt="0"/>
      <dgm:spPr/>
    </dgm:pt>
    <dgm:pt modelId="{A5C36604-B520-A340-99A5-743927A74C4A}" type="pres">
      <dgm:prSet presAssocID="{23F04CCC-C229-2843-B753-A2078F8FC41A}" presName="LevelTwoTextNode" presStyleLbl="node3" presStyleIdx="3" presStyleCnt="10">
        <dgm:presLayoutVars>
          <dgm:chPref val="3"/>
        </dgm:presLayoutVars>
      </dgm:prSet>
      <dgm:spPr/>
    </dgm:pt>
    <dgm:pt modelId="{69D4DB00-79A4-254D-9673-9374404B2997}" type="pres">
      <dgm:prSet presAssocID="{23F04CCC-C229-2843-B753-A2078F8FC41A}" presName="level3hierChild" presStyleCnt="0"/>
      <dgm:spPr/>
    </dgm:pt>
    <dgm:pt modelId="{C90E2A07-B9B1-2C4B-9BFC-31F7D8B9AE9E}" type="pres">
      <dgm:prSet presAssocID="{EBF4D184-3EC1-074B-A33C-55BD93882DEE}" presName="conn2-1" presStyleLbl="parChTrans1D3" presStyleIdx="4" presStyleCnt="10"/>
      <dgm:spPr/>
    </dgm:pt>
    <dgm:pt modelId="{49367FEA-911B-B842-B5C1-05E873E13C28}" type="pres">
      <dgm:prSet presAssocID="{EBF4D184-3EC1-074B-A33C-55BD93882DEE}" presName="connTx" presStyleLbl="parChTrans1D3" presStyleIdx="4" presStyleCnt="10"/>
      <dgm:spPr/>
    </dgm:pt>
    <dgm:pt modelId="{ACA73969-DFDC-2C48-8360-692493473FC8}" type="pres">
      <dgm:prSet presAssocID="{C2EADCEE-D5D9-8649-A7D3-0C034F2D0904}" presName="root2" presStyleCnt="0"/>
      <dgm:spPr/>
    </dgm:pt>
    <dgm:pt modelId="{C880F76E-18C4-6247-A19E-A4322C60A455}" type="pres">
      <dgm:prSet presAssocID="{C2EADCEE-D5D9-8649-A7D3-0C034F2D0904}" presName="LevelTwoTextNode" presStyleLbl="node3" presStyleIdx="4" presStyleCnt="10">
        <dgm:presLayoutVars>
          <dgm:chPref val="3"/>
        </dgm:presLayoutVars>
      </dgm:prSet>
      <dgm:spPr/>
    </dgm:pt>
    <dgm:pt modelId="{8E391C04-025E-6E45-95B2-F587F8D85C10}" type="pres">
      <dgm:prSet presAssocID="{C2EADCEE-D5D9-8649-A7D3-0C034F2D0904}" presName="level3hierChild" presStyleCnt="0"/>
      <dgm:spPr/>
    </dgm:pt>
    <dgm:pt modelId="{F242F9DC-10E9-0246-9447-0CB90DDBDDE0}" type="pres">
      <dgm:prSet presAssocID="{6932A668-E33F-F646-A9EC-166692660878}" presName="conn2-1" presStyleLbl="parChTrans1D3" presStyleIdx="5" presStyleCnt="10"/>
      <dgm:spPr/>
    </dgm:pt>
    <dgm:pt modelId="{463160DD-E685-D24C-B94B-58A640113425}" type="pres">
      <dgm:prSet presAssocID="{6932A668-E33F-F646-A9EC-166692660878}" presName="connTx" presStyleLbl="parChTrans1D3" presStyleIdx="5" presStyleCnt="10"/>
      <dgm:spPr/>
    </dgm:pt>
    <dgm:pt modelId="{B9833329-3CB4-7B49-AE9F-5AC2491DCA94}" type="pres">
      <dgm:prSet presAssocID="{4F39C889-FCC8-5341-9C4B-FACE7C360A32}" presName="root2" presStyleCnt="0"/>
      <dgm:spPr/>
    </dgm:pt>
    <dgm:pt modelId="{7191265F-A156-304F-B075-0F4D132CBEF7}" type="pres">
      <dgm:prSet presAssocID="{4F39C889-FCC8-5341-9C4B-FACE7C360A32}" presName="LevelTwoTextNode" presStyleLbl="node3" presStyleIdx="5" presStyleCnt="10">
        <dgm:presLayoutVars>
          <dgm:chPref val="3"/>
        </dgm:presLayoutVars>
      </dgm:prSet>
      <dgm:spPr/>
    </dgm:pt>
    <dgm:pt modelId="{7FE87BAA-85D6-A44F-B35C-ACDF8BF80297}" type="pres">
      <dgm:prSet presAssocID="{4F39C889-FCC8-5341-9C4B-FACE7C360A32}" presName="level3hierChild" presStyleCnt="0"/>
      <dgm:spPr/>
    </dgm:pt>
    <dgm:pt modelId="{6E12F75D-894F-9346-BD00-6CF627F62A13}" type="pres">
      <dgm:prSet presAssocID="{CB592D9E-133E-BC49-9DC9-B1A194547F91}" presName="conn2-1" presStyleLbl="parChTrans1D2" presStyleIdx="4" presStyleCnt="5"/>
      <dgm:spPr/>
    </dgm:pt>
    <dgm:pt modelId="{AEB7FCDC-9691-1445-B1D5-F8E0AF5D8CC1}" type="pres">
      <dgm:prSet presAssocID="{CB592D9E-133E-BC49-9DC9-B1A194547F91}" presName="connTx" presStyleLbl="parChTrans1D2" presStyleIdx="4" presStyleCnt="5"/>
      <dgm:spPr/>
    </dgm:pt>
    <dgm:pt modelId="{2748464E-1358-5643-AD45-E0C61790FFC2}" type="pres">
      <dgm:prSet presAssocID="{BF49C907-453C-D04B-A4F2-E290672AD162}" presName="root2" presStyleCnt="0"/>
      <dgm:spPr/>
    </dgm:pt>
    <dgm:pt modelId="{8FCD823A-64DE-1A49-9DA2-51225ADA839F}" type="pres">
      <dgm:prSet presAssocID="{BF49C907-453C-D04B-A4F2-E290672AD162}" presName="LevelTwoTextNode" presStyleLbl="node2" presStyleIdx="4" presStyleCnt="5">
        <dgm:presLayoutVars>
          <dgm:chPref val="3"/>
        </dgm:presLayoutVars>
      </dgm:prSet>
      <dgm:spPr/>
    </dgm:pt>
    <dgm:pt modelId="{84A41BE9-3159-BF4B-A0F7-61D30A12247E}" type="pres">
      <dgm:prSet presAssocID="{BF49C907-453C-D04B-A4F2-E290672AD162}" presName="level3hierChild" presStyleCnt="0"/>
      <dgm:spPr/>
    </dgm:pt>
    <dgm:pt modelId="{6F5290D7-C428-984F-B6DE-B593E14D26AC}" type="pres">
      <dgm:prSet presAssocID="{544BF140-38F7-4C4B-9638-24F6E5E8DD97}" presName="conn2-1" presStyleLbl="parChTrans1D3" presStyleIdx="6" presStyleCnt="10"/>
      <dgm:spPr/>
    </dgm:pt>
    <dgm:pt modelId="{71E661CD-0732-3445-8A17-402E4AB8514B}" type="pres">
      <dgm:prSet presAssocID="{544BF140-38F7-4C4B-9638-24F6E5E8DD97}" presName="connTx" presStyleLbl="parChTrans1D3" presStyleIdx="6" presStyleCnt="10"/>
      <dgm:spPr/>
    </dgm:pt>
    <dgm:pt modelId="{4FE097B4-53A6-C441-B091-EE6F5D782F67}" type="pres">
      <dgm:prSet presAssocID="{5B53CE66-16FF-5C42-9AD8-1C1BC1FE21E3}" presName="root2" presStyleCnt="0"/>
      <dgm:spPr/>
    </dgm:pt>
    <dgm:pt modelId="{03620AE5-0957-904F-910E-61EAF7DEDABF}" type="pres">
      <dgm:prSet presAssocID="{5B53CE66-16FF-5C42-9AD8-1C1BC1FE21E3}" presName="LevelTwoTextNode" presStyleLbl="node3" presStyleIdx="6" presStyleCnt="10">
        <dgm:presLayoutVars>
          <dgm:chPref val="3"/>
        </dgm:presLayoutVars>
      </dgm:prSet>
      <dgm:spPr/>
    </dgm:pt>
    <dgm:pt modelId="{AEC5FD7B-B756-1046-A321-E591CAD08D18}" type="pres">
      <dgm:prSet presAssocID="{5B53CE66-16FF-5C42-9AD8-1C1BC1FE21E3}" presName="level3hierChild" presStyleCnt="0"/>
      <dgm:spPr/>
    </dgm:pt>
    <dgm:pt modelId="{3FFD242B-6C3C-3A4C-88D8-0EBC3DB1AE3D}" type="pres">
      <dgm:prSet presAssocID="{E8341A43-63EC-394A-8478-DA4E96641D2A}" presName="conn2-1" presStyleLbl="parChTrans1D3" presStyleIdx="7" presStyleCnt="10"/>
      <dgm:spPr/>
    </dgm:pt>
    <dgm:pt modelId="{D3E27970-02F7-EE4F-9F7C-791E5B9C7A6D}" type="pres">
      <dgm:prSet presAssocID="{E8341A43-63EC-394A-8478-DA4E96641D2A}" presName="connTx" presStyleLbl="parChTrans1D3" presStyleIdx="7" presStyleCnt="10"/>
      <dgm:spPr/>
    </dgm:pt>
    <dgm:pt modelId="{4F2F6A19-F8D7-F747-AE1D-2447F3AEA604}" type="pres">
      <dgm:prSet presAssocID="{9F62764B-8BCC-844F-817B-C14805210636}" presName="root2" presStyleCnt="0"/>
      <dgm:spPr/>
    </dgm:pt>
    <dgm:pt modelId="{8192F9EB-AAED-8B4C-89D8-8FDCD04937C4}" type="pres">
      <dgm:prSet presAssocID="{9F62764B-8BCC-844F-817B-C14805210636}" presName="LevelTwoTextNode" presStyleLbl="node3" presStyleIdx="7" presStyleCnt="10">
        <dgm:presLayoutVars>
          <dgm:chPref val="3"/>
        </dgm:presLayoutVars>
      </dgm:prSet>
      <dgm:spPr/>
    </dgm:pt>
    <dgm:pt modelId="{EBA6906E-EF5E-2742-A364-4ABD13B5CD96}" type="pres">
      <dgm:prSet presAssocID="{9F62764B-8BCC-844F-817B-C14805210636}" presName="level3hierChild" presStyleCnt="0"/>
      <dgm:spPr/>
    </dgm:pt>
    <dgm:pt modelId="{3D9861A0-081F-4648-9B16-1A90CA68D70E}" type="pres">
      <dgm:prSet presAssocID="{68EAB132-367B-664D-9AAA-7608255DAC75}" presName="conn2-1" presStyleLbl="parChTrans1D3" presStyleIdx="8" presStyleCnt="10"/>
      <dgm:spPr/>
    </dgm:pt>
    <dgm:pt modelId="{05B38B75-1790-A242-84AC-8F5FAE1C6978}" type="pres">
      <dgm:prSet presAssocID="{68EAB132-367B-664D-9AAA-7608255DAC75}" presName="connTx" presStyleLbl="parChTrans1D3" presStyleIdx="8" presStyleCnt="10"/>
      <dgm:spPr/>
    </dgm:pt>
    <dgm:pt modelId="{D43A2A29-BF4E-A646-BF8C-A9FF28E6BC22}" type="pres">
      <dgm:prSet presAssocID="{9F7DDACD-21C9-2640-A3EB-B7A422427231}" presName="root2" presStyleCnt="0"/>
      <dgm:spPr/>
    </dgm:pt>
    <dgm:pt modelId="{8F763060-8FB5-8D44-B5E3-A611EAAB1C99}" type="pres">
      <dgm:prSet presAssocID="{9F7DDACD-21C9-2640-A3EB-B7A422427231}" presName="LevelTwoTextNode" presStyleLbl="node3" presStyleIdx="8" presStyleCnt="10">
        <dgm:presLayoutVars>
          <dgm:chPref val="3"/>
        </dgm:presLayoutVars>
      </dgm:prSet>
      <dgm:spPr/>
    </dgm:pt>
    <dgm:pt modelId="{CC04644F-5323-5641-8A25-714C548C13BD}" type="pres">
      <dgm:prSet presAssocID="{9F7DDACD-21C9-2640-A3EB-B7A422427231}" presName="level3hierChild" presStyleCnt="0"/>
      <dgm:spPr/>
    </dgm:pt>
    <dgm:pt modelId="{65F3B22E-23A0-A641-AA51-70E90A0E8DA2}" type="pres">
      <dgm:prSet presAssocID="{BA03AC44-2EA0-3043-8793-E7BA20B20656}" presName="conn2-1" presStyleLbl="parChTrans1D3" presStyleIdx="9" presStyleCnt="10"/>
      <dgm:spPr/>
    </dgm:pt>
    <dgm:pt modelId="{C0E1C72B-2E05-C748-9EDC-0AC8996FA90C}" type="pres">
      <dgm:prSet presAssocID="{BA03AC44-2EA0-3043-8793-E7BA20B20656}" presName="connTx" presStyleLbl="parChTrans1D3" presStyleIdx="9" presStyleCnt="10"/>
      <dgm:spPr/>
    </dgm:pt>
    <dgm:pt modelId="{B5B59824-EC1A-AB46-8A10-6C2F622EC69C}" type="pres">
      <dgm:prSet presAssocID="{A71346E8-FD43-2247-B5E8-ED0716F5B542}" presName="root2" presStyleCnt="0"/>
      <dgm:spPr/>
    </dgm:pt>
    <dgm:pt modelId="{89F75AD5-9F13-6B4D-A2BE-CA2478C6EA61}" type="pres">
      <dgm:prSet presAssocID="{A71346E8-FD43-2247-B5E8-ED0716F5B542}" presName="LevelTwoTextNode" presStyleLbl="node3" presStyleIdx="9" presStyleCnt="10">
        <dgm:presLayoutVars>
          <dgm:chPref val="3"/>
        </dgm:presLayoutVars>
      </dgm:prSet>
      <dgm:spPr/>
    </dgm:pt>
    <dgm:pt modelId="{EE6500CB-C44B-934F-8590-42F5294ED00B}" type="pres">
      <dgm:prSet presAssocID="{A71346E8-FD43-2247-B5E8-ED0716F5B542}" presName="level3hierChild" presStyleCnt="0"/>
      <dgm:spPr/>
    </dgm:pt>
  </dgm:ptLst>
  <dgm:cxnLst>
    <dgm:cxn modelId="{22F3F602-C0F7-B846-8ECA-F69BC7082C9C}" srcId="{8F27C896-7CBE-A14A-8C2A-8FB3BCAF1143}" destId="{368CEC50-4395-4E45-8078-062E862B660F}" srcOrd="3" destOrd="0" parTransId="{D01CE8BC-7BD7-814F-94F0-E45FFEB3D24E}" sibTransId="{2A13899F-9067-3042-A61E-7280FD411E06}"/>
    <dgm:cxn modelId="{7A7D7707-D1DC-7241-A3E7-C9815F6D6387}" type="presOf" srcId="{BBE98D04-CBF4-DB44-A596-60FC746868AB}" destId="{F9674367-5D26-474F-862A-A500B2EAA84E}" srcOrd="1" destOrd="0" presId="urn:microsoft.com/office/officeart/2005/8/layout/hierarchy2"/>
    <dgm:cxn modelId="{D75C5A08-3624-5B49-8E87-F4E3846330E4}" srcId="{BF49C907-453C-D04B-A4F2-E290672AD162}" destId="{9F62764B-8BCC-844F-817B-C14805210636}" srcOrd="1" destOrd="0" parTransId="{E8341A43-63EC-394A-8478-DA4E96641D2A}" sibTransId="{0E9C9AE6-4EB3-1045-AF2D-12D095D5758F}"/>
    <dgm:cxn modelId="{0D942811-8AEC-1646-830D-37E1676C0309}" type="presOf" srcId="{EBF4D184-3EC1-074B-A33C-55BD93882DEE}" destId="{49367FEA-911B-B842-B5C1-05E873E13C28}" srcOrd="1" destOrd="0" presId="urn:microsoft.com/office/officeart/2005/8/layout/hierarchy2"/>
    <dgm:cxn modelId="{1125DD12-F8DC-F649-BED0-BAF7BA73A3AB}" type="presOf" srcId="{5B53CE66-16FF-5C42-9AD8-1C1BC1FE21E3}" destId="{03620AE5-0957-904F-910E-61EAF7DEDABF}" srcOrd="0" destOrd="0" presId="urn:microsoft.com/office/officeart/2005/8/layout/hierarchy2"/>
    <dgm:cxn modelId="{1A075316-0504-9A4F-9589-63010FB7F22A}" type="presOf" srcId="{D01CE8BC-7BD7-814F-94F0-E45FFEB3D24E}" destId="{9BB2DD96-7E1E-A648-AE48-2E7C7A89BED0}" srcOrd="1" destOrd="0" presId="urn:microsoft.com/office/officeart/2005/8/layout/hierarchy2"/>
    <dgm:cxn modelId="{AD8E601B-00C3-7E44-9EC7-AE911EF4AC7E}" type="presOf" srcId="{E09233DA-94D6-9941-9D22-CC1594F316CD}" destId="{0F332613-44E1-2A44-9A3A-3949A48974C1}" srcOrd="0" destOrd="0" presId="urn:microsoft.com/office/officeart/2005/8/layout/hierarchy2"/>
    <dgm:cxn modelId="{15602420-1496-7342-A37D-CEEBEE1DC076}" srcId="{8F27C896-7CBE-A14A-8C2A-8FB3BCAF1143}" destId="{634AC7C4-F8FB-9748-87BB-FBE168335D28}" srcOrd="1" destOrd="0" parTransId="{B3180D1F-9D7D-9343-BFCC-EE3E61B1481C}" sibTransId="{1B0C335A-945F-094E-AF65-277AD13554FF}"/>
    <dgm:cxn modelId="{FD0BF133-9EEA-894B-BAC1-775324E4350F}" type="presOf" srcId="{544BF140-38F7-4C4B-9638-24F6E5E8DD97}" destId="{71E661CD-0732-3445-8A17-402E4AB8514B}" srcOrd="1" destOrd="0" presId="urn:microsoft.com/office/officeart/2005/8/layout/hierarchy2"/>
    <dgm:cxn modelId="{CAA30D46-D244-074F-9B84-C999AC90C269}" type="presOf" srcId="{000EE031-2AD1-D146-9831-A0B74991414A}" destId="{E8BA9F3D-AB59-DF4A-89EC-66771CF3DF50}" srcOrd="0" destOrd="0" presId="urn:microsoft.com/office/officeart/2005/8/layout/hierarchy2"/>
    <dgm:cxn modelId="{46E37A4B-3173-2C4F-AA7A-1A457C0992D4}" type="presOf" srcId="{4F27EAE8-5418-5746-A4DE-07F1A7CB87E8}" destId="{6ADF9857-36F9-5C45-B73E-CEB2ADA44A61}" srcOrd="0" destOrd="0" presId="urn:microsoft.com/office/officeart/2005/8/layout/hierarchy2"/>
    <dgm:cxn modelId="{4F987A4C-4AA8-B64E-9871-7A6E78FC8698}" srcId="{067B74BA-72CD-7F47-82B3-BBB7402CD5A3}" destId="{8F27C896-7CBE-A14A-8C2A-8FB3BCAF1143}" srcOrd="0" destOrd="0" parTransId="{8452711C-B75F-EC41-8D5C-2E12030F3BFB}" sibTransId="{8AF4364C-A2CC-8741-9FCC-64D41E73D285}"/>
    <dgm:cxn modelId="{30361C4D-EBC6-A943-BD34-D14F2EA753E5}" srcId="{368CEC50-4395-4E45-8078-062E862B660F}" destId="{4F39C889-FCC8-5341-9C4B-FACE7C360A32}" srcOrd="3" destOrd="0" parTransId="{6932A668-E33F-F646-A9EC-166692660878}" sibTransId="{D5CDB887-915A-0C48-AC8A-0C3A1DA2ECD6}"/>
    <dgm:cxn modelId="{5B94E64E-1F3B-E54F-B9FD-BEAF9951B8B4}" type="presOf" srcId="{000EE031-2AD1-D146-9831-A0B74991414A}" destId="{B92B927C-4D78-9248-B82D-F375C31E00C0}" srcOrd="1" destOrd="0" presId="urn:microsoft.com/office/officeart/2005/8/layout/hierarchy2"/>
    <dgm:cxn modelId="{80BCFF59-146E-E340-8DA9-746B30670736}" srcId="{8F27C896-7CBE-A14A-8C2A-8FB3BCAF1143}" destId="{A392109F-86B1-3543-8D83-B3036B88C7ED}" srcOrd="0" destOrd="0" parTransId="{57D9D7D9-28FD-8845-9234-36518FC2D4EB}" sibTransId="{D078E8B5-4038-3240-A193-5ECB7FD86E7E}"/>
    <dgm:cxn modelId="{427E195B-3DFF-E94A-9B88-D0082EE9CDD6}" type="presOf" srcId="{B3180D1F-9D7D-9343-BFCC-EE3E61B1481C}" destId="{BF25F51A-17A7-2042-B27C-54BD2F98D55B}" srcOrd="1" destOrd="0" presId="urn:microsoft.com/office/officeart/2005/8/layout/hierarchy2"/>
    <dgm:cxn modelId="{6C0B4063-2BEE-8C42-96B9-4DA330A57BCB}" type="presOf" srcId="{D01CE8BC-7BD7-814F-94F0-E45FFEB3D24E}" destId="{D390E400-9996-0843-9172-2FFF63024E4E}" srcOrd="0" destOrd="0" presId="urn:microsoft.com/office/officeart/2005/8/layout/hierarchy2"/>
    <dgm:cxn modelId="{5FB6C26B-D142-3B4B-A7D0-DA0201AD27EA}" type="presOf" srcId="{2861D44C-7D5B-E043-BF8C-91163A1E9049}" destId="{E781FEF7-8C30-EE4C-A73F-3D5CBE215F64}" srcOrd="0" destOrd="0" presId="urn:microsoft.com/office/officeart/2005/8/layout/hierarchy2"/>
    <dgm:cxn modelId="{81736A70-B76A-E143-AE3A-D12840E26EAE}" type="presOf" srcId="{067B74BA-72CD-7F47-82B3-BBB7402CD5A3}" destId="{A34485EC-F87F-E84E-B2D1-772A2DC55A74}" srcOrd="0" destOrd="0" presId="urn:microsoft.com/office/officeart/2005/8/layout/hierarchy2"/>
    <dgm:cxn modelId="{DB35D770-114F-BB45-A816-A363482652DB}" type="presOf" srcId="{8F27C896-7CBE-A14A-8C2A-8FB3BCAF1143}" destId="{2C059B6F-3A9C-5944-B460-90C0EBE45CD6}" srcOrd="0" destOrd="0" presId="urn:microsoft.com/office/officeart/2005/8/layout/hierarchy2"/>
    <dgm:cxn modelId="{82388A74-7F2D-B64F-A2CB-5474BA4F5F38}" srcId="{368CEC50-4395-4E45-8078-062E862B660F}" destId="{C2EADCEE-D5D9-8649-A7D3-0C034F2D0904}" srcOrd="2" destOrd="0" parTransId="{EBF4D184-3EC1-074B-A33C-55BD93882DEE}" sibTransId="{4CE4EED7-2EBD-C941-88EC-5AF630E21B81}"/>
    <dgm:cxn modelId="{FB7EF774-8858-7C4E-995C-55A6BC1FC807}" type="presOf" srcId="{23F04CCC-C229-2843-B753-A2078F8FC41A}" destId="{A5C36604-B520-A340-99A5-743927A74C4A}" srcOrd="0" destOrd="0" presId="urn:microsoft.com/office/officeart/2005/8/layout/hierarchy2"/>
    <dgm:cxn modelId="{A61A1B77-1866-2C47-832B-15779964384A}" type="presOf" srcId="{BF49C907-453C-D04B-A4F2-E290672AD162}" destId="{8FCD823A-64DE-1A49-9DA2-51225ADA839F}" srcOrd="0" destOrd="0" presId="urn:microsoft.com/office/officeart/2005/8/layout/hierarchy2"/>
    <dgm:cxn modelId="{B53E9977-888A-DE4C-880D-A91477FCEFFD}" type="presOf" srcId="{CB592D9E-133E-BC49-9DC9-B1A194547F91}" destId="{6E12F75D-894F-9346-BD00-6CF627F62A13}" srcOrd="0" destOrd="0" presId="urn:microsoft.com/office/officeart/2005/8/layout/hierarchy2"/>
    <dgm:cxn modelId="{D090A179-DB29-5C48-9F86-FFB3819BC69D}" srcId="{634AC7C4-F8FB-9748-87BB-FBE168335D28}" destId="{B68960AE-CBFF-8645-9601-E479D67EF082}" srcOrd="0" destOrd="0" parTransId="{E4650CFF-70BE-404B-B49C-C494AA219D5E}" sibTransId="{E71E1CA2-3500-8A45-BD27-B8AEE29E08EB}"/>
    <dgm:cxn modelId="{E6255680-98E4-BB41-B455-E49A9CF80E2F}" srcId="{368CEC50-4395-4E45-8078-062E862B660F}" destId="{4F27EAE8-5418-5746-A4DE-07F1A7CB87E8}" srcOrd="0" destOrd="0" parTransId="{4CF98D40-E5AA-AB4B-B5E1-C2F673B7931C}" sibTransId="{48A93131-93B0-0644-B604-823B6D0BB32B}"/>
    <dgm:cxn modelId="{797C8286-3599-2C45-95C6-8B052D3FDF1A}" type="presOf" srcId="{BBE98D04-CBF4-DB44-A596-60FC746868AB}" destId="{F44BD4E5-75FA-5B45-93D2-9807A26CCBB5}" srcOrd="0" destOrd="0" presId="urn:microsoft.com/office/officeart/2005/8/layout/hierarchy2"/>
    <dgm:cxn modelId="{EDFA8089-11EE-FF43-8C11-2306423FD8EC}" type="presOf" srcId="{B68960AE-CBFF-8645-9601-E479D67EF082}" destId="{474137FE-AF05-EB45-981F-56D49D627405}" srcOrd="0" destOrd="0" presId="urn:microsoft.com/office/officeart/2005/8/layout/hierarchy2"/>
    <dgm:cxn modelId="{18B69189-AA1F-144B-B1D6-9B7874B4D7D4}" srcId="{BF49C907-453C-D04B-A4F2-E290672AD162}" destId="{A71346E8-FD43-2247-B5E8-ED0716F5B542}" srcOrd="3" destOrd="0" parTransId="{BA03AC44-2EA0-3043-8793-E7BA20B20656}" sibTransId="{1FA7B489-4E4E-C74D-B443-2D74FCE35553}"/>
    <dgm:cxn modelId="{B374A489-726C-EB44-8474-C8CBF0D5D378}" srcId="{BF49C907-453C-D04B-A4F2-E290672AD162}" destId="{5B53CE66-16FF-5C42-9AD8-1C1BC1FE21E3}" srcOrd="0" destOrd="0" parTransId="{544BF140-38F7-4C4B-9638-24F6E5E8DD97}" sibTransId="{ED10F0D9-F6A4-F54C-A766-4F7F71F51229}"/>
    <dgm:cxn modelId="{8F30C189-8AF4-9C49-B302-EC4B365B3CDB}" srcId="{8F27C896-7CBE-A14A-8C2A-8FB3BCAF1143}" destId="{2861D44C-7D5B-E043-BF8C-91163A1E9049}" srcOrd="2" destOrd="0" parTransId="{E09233DA-94D6-9941-9D22-CC1594F316CD}" sibTransId="{9E1C3A8A-F587-B040-80EC-5FFEA61E3519}"/>
    <dgm:cxn modelId="{EE59D18A-F350-B040-A251-51E1FBC238B8}" type="presOf" srcId="{E4650CFF-70BE-404B-B49C-C494AA219D5E}" destId="{C569A93D-C3C5-7040-BF4E-2B9EA172AA80}" srcOrd="0" destOrd="0" presId="urn:microsoft.com/office/officeart/2005/8/layout/hierarchy2"/>
    <dgm:cxn modelId="{ABF3328C-98CD-B546-8BB2-43023E31A6E1}" type="presOf" srcId="{4CF98D40-E5AA-AB4B-B5E1-C2F673B7931C}" destId="{1FB72AFD-3E85-B448-913C-14CD179CCB28}" srcOrd="1" destOrd="0" presId="urn:microsoft.com/office/officeart/2005/8/layout/hierarchy2"/>
    <dgm:cxn modelId="{BF4E1C8E-7361-2249-8311-1AED8F9B010A}" srcId="{634AC7C4-F8FB-9748-87BB-FBE168335D28}" destId="{8218091F-71BC-FA44-97CC-06FFEEE3816E}" srcOrd="1" destOrd="0" parTransId="{000EE031-2AD1-D146-9831-A0B74991414A}" sibTransId="{F6A3DA15-0F17-7A4B-BD95-2D7123D18B46}"/>
    <dgm:cxn modelId="{74218699-83B2-A348-B676-C3A4D1352C15}" type="presOf" srcId="{C2EADCEE-D5D9-8649-A7D3-0C034F2D0904}" destId="{C880F76E-18C4-6247-A19E-A4322C60A455}" srcOrd="0" destOrd="0" presId="urn:microsoft.com/office/officeart/2005/8/layout/hierarchy2"/>
    <dgm:cxn modelId="{5EEBA299-6752-E144-9893-792E0E301BD7}" type="presOf" srcId="{634AC7C4-F8FB-9748-87BB-FBE168335D28}" destId="{EEF7768E-E42A-B644-A5B5-C3F6BC223797}" srcOrd="0" destOrd="0" presId="urn:microsoft.com/office/officeart/2005/8/layout/hierarchy2"/>
    <dgm:cxn modelId="{B7A89F9E-92A2-FA48-9F9B-E45F5CF2B5FA}" type="presOf" srcId="{57D9D7D9-28FD-8845-9234-36518FC2D4EB}" destId="{79AC3E43-396F-3A47-9B18-ED9759FA6252}" srcOrd="1" destOrd="0" presId="urn:microsoft.com/office/officeart/2005/8/layout/hierarchy2"/>
    <dgm:cxn modelId="{6F13ECA5-78D5-5D45-8590-507E494ACB15}" type="presOf" srcId="{4CF98D40-E5AA-AB4B-B5E1-C2F673B7931C}" destId="{A716E6BC-300A-6148-B725-4B06C554962C}" srcOrd="0" destOrd="0" presId="urn:microsoft.com/office/officeart/2005/8/layout/hierarchy2"/>
    <dgm:cxn modelId="{CB783EA7-5158-D54E-9425-129E9F40F790}" type="presOf" srcId="{E8341A43-63EC-394A-8478-DA4E96641D2A}" destId="{3FFD242B-6C3C-3A4C-88D8-0EBC3DB1AE3D}" srcOrd="0" destOrd="0" presId="urn:microsoft.com/office/officeart/2005/8/layout/hierarchy2"/>
    <dgm:cxn modelId="{A75E4AA7-5E8E-F44C-96E6-048E13EF5116}" type="presOf" srcId="{E4650CFF-70BE-404B-B49C-C494AA219D5E}" destId="{B3F7EEAE-7E21-CB4B-AC31-3D1172560568}" srcOrd="1" destOrd="0" presId="urn:microsoft.com/office/officeart/2005/8/layout/hierarchy2"/>
    <dgm:cxn modelId="{352B8EAD-89AD-2E4D-A778-A744520A8737}" type="presOf" srcId="{E8341A43-63EC-394A-8478-DA4E96641D2A}" destId="{D3E27970-02F7-EE4F-9F7C-791E5B9C7A6D}" srcOrd="1" destOrd="0" presId="urn:microsoft.com/office/officeart/2005/8/layout/hierarchy2"/>
    <dgm:cxn modelId="{89C6EFAE-A6A9-EF44-A280-DE6C3386DE48}" type="presOf" srcId="{368CEC50-4395-4E45-8078-062E862B660F}" destId="{A87D8FD8-E4AD-7640-A752-D681017172A4}" srcOrd="0" destOrd="0" presId="urn:microsoft.com/office/officeart/2005/8/layout/hierarchy2"/>
    <dgm:cxn modelId="{1FE217B2-45B2-C345-866B-AB540B663132}" type="presOf" srcId="{CB592D9E-133E-BC49-9DC9-B1A194547F91}" destId="{AEB7FCDC-9691-1445-B1D5-F8E0AF5D8CC1}" srcOrd="1" destOrd="0" presId="urn:microsoft.com/office/officeart/2005/8/layout/hierarchy2"/>
    <dgm:cxn modelId="{F914EEB6-B6A1-C847-BB7B-BAF2D59D69E6}" type="presOf" srcId="{6932A668-E33F-F646-A9EC-166692660878}" destId="{F242F9DC-10E9-0246-9447-0CB90DDBDDE0}" srcOrd="0" destOrd="0" presId="urn:microsoft.com/office/officeart/2005/8/layout/hierarchy2"/>
    <dgm:cxn modelId="{3F8798B8-1168-0641-8501-679593F7A80D}" type="presOf" srcId="{BA03AC44-2EA0-3043-8793-E7BA20B20656}" destId="{C0E1C72B-2E05-C748-9EDC-0AC8996FA90C}" srcOrd="1" destOrd="0" presId="urn:microsoft.com/office/officeart/2005/8/layout/hierarchy2"/>
    <dgm:cxn modelId="{DEAC4CBC-A679-E947-8CDA-12EDDBE3EFEE}" type="presOf" srcId="{544BF140-38F7-4C4B-9638-24F6E5E8DD97}" destId="{6F5290D7-C428-984F-B6DE-B593E14D26AC}" srcOrd="0" destOrd="0" presId="urn:microsoft.com/office/officeart/2005/8/layout/hierarchy2"/>
    <dgm:cxn modelId="{D47E19BD-73E4-2747-8E7C-C6FB87F08724}" type="presOf" srcId="{68EAB132-367B-664D-9AAA-7608255DAC75}" destId="{05B38B75-1790-A242-84AC-8F5FAE1C6978}" srcOrd="1" destOrd="0" presId="urn:microsoft.com/office/officeart/2005/8/layout/hierarchy2"/>
    <dgm:cxn modelId="{7AC19FC4-B3CE-EE42-BA7A-F7A6B4F2A09A}" type="presOf" srcId="{6932A668-E33F-F646-A9EC-166692660878}" destId="{463160DD-E685-D24C-B94B-58A640113425}" srcOrd="1" destOrd="0" presId="urn:microsoft.com/office/officeart/2005/8/layout/hierarchy2"/>
    <dgm:cxn modelId="{93F6D0C5-994B-1B4C-BD10-74E2AC8FEEB8}" srcId="{BF49C907-453C-D04B-A4F2-E290672AD162}" destId="{9F7DDACD-21C9-2640-A3EB-B7A422427231}" srcOrd="2" destOrd="0" parTransId="{68EAB132-367B-664D-9AAA-7608255DAC75}" sibTransId="{5647AEF4-FB97-4245-96ED-3E7FAF8B0AD8}"/>
    <dgm:cxn modelId="{76FB41C7-4C81-0B4A-9997-891BE8C06962}" type="presOf" srcId="{8218091F-71BC-FA44-97CC-06FFEEE3816E}" destId="{5A1BD0DF-183A-DE42-8FF0-054FB4A24BDD}" srcOrd="0" destOrd="0" presId="urn:microsoft.com/office/officeart/2005/8/layout/hierarchy2"/>
    <dgm:cxn modelId="{A2D003CB-5C16-7A40-A0BA-C66638C53496}" type="presOf" srcId="{BA03AC44-2EA0-3043-8793-E7BA20B20656}" destId="{65F3B22E-23A0-A641-AA51-70E90A0E8DA2}" srcOrd="0" destOrd="0" presId="urn:microsoft.com/office/officeart/2005/8/layout/hierarchy2"/>
    <dgm:cxn modelId="{E528D0CB-A254-A143-A861-22A1EE78AD43}" type="presOf" srcId="{EBF4D184-3EC1-074B-A33C-55BD93882DEE}" destId="{C90E2A07-B9B1-2C4B-9BFC-31F7D8B9AE9E}" srcOrd="0" destOrd="0" presId="urn:microsoft.com/office/officeart/2005/8/layout/hierarchy2"/>
    <dgm:cxn modelId="{3FB20DCC-6234-4B41-B4F7-A11A5D957F6C}" type="presOf" srcId="{9F7DDACD-21C9-2640-A3EB-B7A422427231}" destId="{8F763060-8FB5-8D44-B5E3-A611EAAB1C99}" srcOrd="0" destOrd="0" presId="urn:microsoft.com/office/officeart/2005/8/layout/hierarchy2"/>
    <dgm:cxn modelId="{E3A3ECD2-A857-E94D-B7C1-AF2302A24A21}" type="presOf" srcId="{A71346E8-FD43-2247-B5E8-ED0716F5B542}" destId="{89F75AD5-9F13-6B4D-A2BE-CA2478C6EA61}" srcOrd="0" destOrd="0" presId="urn:microsoft.com/office/officeart/2005/8/layout/hierarchy2"/>
    <dgm:cxn modelId="{D2BA44D3-9421-D64B-A1DA-31763BA6C897}" type="presOf" srcId="{A392109F-86B1-3543-8D83-B3036B88C7ED}" destId="{85BED3E9-B591-0B47-930C-AE2260D37FDF}" srcOrd="0" destOrd="0" presId="urn:microsoft.com/office/officeart/2005/8/layout/hierarchy2"/>
    <dgm:cxn modelId="{CE07DFD6-CB0C-8542-84A3-ECF17F07F8CB}" srcId="{368CEC50-4395-4E45-8078-062E862B660F}" destId="{23F04CCC-C229-2843-B753-A2078F8FC41A}" srcOrd="1" destOrd="0" parTransId="{BBE98D04-CBF4-DB44-A596-60FC746868AB}" sibTransId="{9CC6E480-CC66-2547-85CF-3506F5964CC9}"/>
    <dgm:cxn modelId="{1B29EFD9-4604-B942-828C-DF0C7492190E}" srcId="{8F27C896-7CBE-A14A-8C2A-8FB3BCAF1143}" destId="{BF49C907-453C-D04B-A4F2-E290672AD162}" srcOrd="4" destOrd="0" parTransId="{CB592D9E-133E-BC49-9DC9-B1A194547F91}" sibTransId="{C8A2C035-84F4-0748-8A93-5210ABEC59E7}"/>
    <dgm:cxn modelId="{E77C30DB-C985-F547-9143-6320D7EECD0D}" type="presOf" srcId="{68EAB132-367B-664D-9AAA-7608255DAC75}" destId="{3D9861A0-081F-4648-9B16-1A90CA68D70E}" srcOrd="0" destOrd="0" presId="urn:microsoft.com/office/officeart/2005/8/layout/hierarchy2"/>
    <dgm:cxn modelId="{94106DE2-4243-4041-B094-0BA265A92848}" type="presOf" srcId="{B3180D1F-9D7D-9343-BFCC-EE3E61B1481C}" destId="{9C9FBDF1-AFFD-C04A-A48A-94AD1547837D}" srcOrd="0" destOrd="0" presId="urn:microsoft.com/office/officeart/2005/8/layout/hierarchy2"/>
    <dgm:cxn modelId="{21F1C0E8-8714-A140-9910-B4DB61930637}" type="presOf" srcId="{57D9D7D9-28FD-8845-9234-36518FC2D4EB}" destId="{04B253FE-8357-AA41-A19D-D54A0A3C8913}" srcOrd="0" destOrd="0" presId="urn:microsoft.com/office/officeart/2005/8/layout/hierarchy2"/>
    <dgm:cxn modelId="{C5572DE9-AAAB-7647-8FCD-B8FF12326E12}" type="presOf" srcId="{9F62764B-8BCC-844F-817B-C14805210636}" destId="{8192F9EB-AAED-8B4C-89D8-8FDCD04937C4}" srcOrd="0" destOrd="0" presId="urn:microsoft.com/office/officeart/2005/8/layout/hierarchy2"/>
    <dgm:cxn modelId="{372263EF-3B40-384D-AD2F-880A3E5252DE}" type="presOf" srcId="{4F39C889-FCC8-5341-9C4B-FACE7C360A32}" destId="{7191265F-A156-304F-B075-0F4D132CBEF7}" srcOrd="0" destOrd="0" presId="urn:microsoft.com/office/officeart/2005/8/layout/hierarchy2"/>
    <dgm:cxn modelId="{F17822FF-A9B7-6941-96DC-DC6D3DD70DF4}" type="presOf" srcId="{E09233DA-94D6-9941-9D22-CC1594F316CD}" destId="{918ADBE4-5704-D941-AE77-03A240E7C4A6}" srcOrd="1" destOrd="0" presId="urn:microsoft.com/office/officeart/2005/8/layout/hierarchy2"/>
    <dgm:cxn modelId="{22F86B15-3C9C-FD4D-A9F0-1EA9CFB4DD3D}" type="presParOf" srcId="{A34485EC-F87F-E84E-B2D1-772A2DC55A74}" destId="{6DBF019E-9754-7E4C-98B7-8944D951F212}" srcOrd="0" destOrd="0" presId="urn:microsoft.com/office/officeart/2005/8/layout/hierarchy2"/>
    <dgm:cxn modelId="{62021F35-B7C6-D648-A622-DF2187DD7AB4}" type="presParOf" srcId="{6DBF019E-9754-7E4C-98B7-8944D951F212}" destId="{2C059B6F-3A9C-5944-B460-90C0EBE45CD6}" srcOrd="0" destOrd="0" presId="urn:microsoft.com/office/officeart/2005/8/layout/hierarchy2"/>
    <dgm:cxn modelId="{FAC9FBFE-73A8-4A43-9FD1-4E9C2E7B949B}" type="presParOf" srcId="{6DBF019E-9754-7E4C-98B7-8944D951F212}" destId="{E5BFF365-39D9-0B4A-A9C5-99218FB7CED3}" srcOrd="1" destOrd="0" presId="urn:microsoft.com/office/officeart/2005/8/layout/hierarchy2"/>
    <dgm:cxn modelId="{AE58BDF1-76D2-C247-AB94-6CC12E06D69F}" type="presParOf" srcId="{E5BFF365-39D9-0B4A-A9C5-99218FB7CED3}" destId="{04B253FE-8357-AA41-A19D-D54A0A3C8913}" srcOrd="0" destOrd="0" presId="urn:microsoft.com/office/officeart/2005/8/layout/hierarchy2"/>
    <dgm:cxn modelId="{4A994EF9-5876-C541-BD17-FC529D5F891D}" type="presParOf" srcId="{04B253FE-8357-AA41-A19D-D54A0A3C8913}" destId="{79AC3E43-396F-3A47-9B18-ED9759FA6252}" srcOrd="0" destOrd="0" presId="urn:microsoft.com/office/officeart/2005/8/layout/hierarchy2"/>
    <dgm:cxn modelId="{CA19992D-91C9-A54F-ADD7-9003B4D4DE37}" type="presParOf" srcId="{E5BFF365-39D9-0B4A-A9C5-99218FB7CED3}" destId="{F373D1AE-C63F-ED49-9793-90C9843D94BF}" srcOrd="1" destOrd="0" presId="urn:microsoft.com/office/officeart/2005/8/layout/hierarchy2"/>
    <dgm:cxn modelId="{87D5DD98-EE09-D94F-92DE-5D84A7600086}" type="presParOf" srcId="{F373D1AE-C63F-ED49-9793-90C9843D94BF}" destId="{85BED3E9-B591-0B47-930C-AE2260D37FDF}" srcOrd="0" destOrd="0" presId="urn:microsoft.com/office/officeart/2005/8/layout/hierarchy2"/>
    <dgm:cxn modelId="{A245BC90-CE5C-B44D-B4BB-3CD23FB207BF}" type="presParOf" srcId="{F373D1AE-C63F-ED49-9793-90C9843D94BF}" destId="{057B9B96-93EC-0249-B19B-EDE264CB57AF}" srcOrd="1" destOrd="0" presId="urn:microsoft.com/office/officeart/2005/8/layout/hierarchy2"/>
    <dgm:cxn modelId="{B6A01918-BBEE-B14A-AD80-B2F477DF52DC}" type="presParOf" srcId="{E5BFF365-39D9-0B4A-A9C5-99218FB7CED3}" destId="{9C9FBDF1-AFFD-C04A-A48A-94AD1547837D}" srcOrd="2" destOrd="0" presId="urn:microsoft.com/office/officeart/2005/8/layout/hierarchy2"/>
    <dgm:cxn modelId="{E4CAF306-55F5-9349-9320-DE91B94C5DC6}" type="presParOf" srcId="{9C9FBDF1-AFFD-C04A-A48A-94AD1547837D}" destId="{BF25F51A-17A7-2042-B27C-54BD2F98D55B}" srcOrd="0" destOrd="0" presId="urn:microsoft.com/office/officeart/2005/8/layout/hierarchy2"/>
    <dgm:cxn modelId="{68335DB3-9C15-6842-BB64-42CFC5272905}" type="presParOf" srcId="{E5BFF365-39D9-0B4A-A9C5-99218FB7CED3}" destId="{17645E19-E880-7F41-9A70-EE44445DB525}" srcOrd="3" destOrd="0" presId="urn:microsoft.com/office/officeart/2005/8/layout/hierarchy2"/>
    <dgm:cxn modelId="{35A1C737-E340-454F-A51C-C276F4D51F1A}" type="presParOf" srcId="{17645E19-E880-7F41-9A70-EE44445DB525}" destId="{EEF7768E-E42A-B644-A5B5-C3F6BC223797}" srcOrd="0" destOrd="0" presId="urn:microsoft.com/office/officeart/2005/8/layout/hierarchy2"/>
    <dgm:cxn modelId="{FA557BEC-7011-0842-A36B-6035A0FD7A56}" type="presParOf" srcId="{17645E19-E880-7F41-9A70-EE44445DB525}" destId="{3DE7EE4F-0178-E34C-819B-0BC10C7D6B40}" srcOrd="1" destOrd="0" presId="urn:microsoft.com/office/officeart/2005/8/layout/hierarchy2"/>
    <dgm:cxn modelId="{40A03B72-FDE6-514B-A5A2-FCF4CFA3E2DC}" type="presParOf" srcId="{3DE7EE4F-0178-E34C-819B-0BC10C7D6B40}" destId="{C569A93D-C3C5-7040-BF4E-2B9EA172AA80}" srcOrd="0" destOrd="0" presId="urn:microsoft.com/office/officeart/2005/8/layout/hierarchy2"/>
    <dgm:cxn modelId="{AAB43920-3E9B-A345-9E90-ADB809F3897C}" type="presParOf" srcId="{C569A93D-C3C5-7040-BF4E-2B9EA172AA80}" destId="{B3F7EEAE-7E21-CB4B-AC31-3D1172560568}" srcOrd="0" destOrd="0" presId="urn:microsoft.com/office/officeart/2005/8/layout/hierarchy2"/>
    <dgm:cxn modelId="{92BB2D86-6C62-2A4F-8215-B03E28A53D6D}" type="presParOf" srcId="{3DE7EE4F-0178-E34C-819B-0BC10C7D6B40}" destId="{0897834B-5EBB-5D47-A2EA-8A89BBE638CF}" srcOrd="1" destOrd="0" presId="urn:microsoft.com/office/officeart/2005/8/layout/hierarchy2"/>
    <dgm:cxn modelId="{945F72CC-A51A-924B-976E-CA889FA16BDC}" type="presParOf" srcId="{0897834B-5EBB-5D47-A2EA-8A89BBE638CF}" destId="{474137FE-AF05-EB45-981F-56D49D627405}" srcOrd="0" destOrd="0" presId="urn:microsoft.com/office/officeart/2005/8/layout/hierarchy2"/>
    <dgm:cxn modelId="{1F0C2020-93E7-D148-ACBA-3721F51C9222}" type="presParOf" srcId="{0897834B-5EBB-5D47-A2EA-8A89BBE638CF}" destId="{03C66C81-921D-9641-BC69-A8B964EC8CC1}" srcOrd="1" destOrd="0" presId="urn:microsoft.com/office/officeart/2005/8/layout/hierarchy2"/>
    <dgm:cxn modelId="{91DA5BF3-DA8A-5144-845E-9F42C29D82B2}" type="presParOf" srcId="{3DE7EE4F-0178-E34C-819B-0BC10C7D6B40}" destId="{E8BA9F3D-AB59-DF4A-89EC-66771CF3DF50}" srcOrd="2" destOrd="0" presId="urn:microsoft.com/office/officeart/2005/8/layout/hierarchy2"/>
    <dgm:cxn modelId="{B9FF4783-5943-9C49-8A90-0ED6D32C3910}" type="presParOf" srcId="{E8BA9F3D-AB59-DF4A-89EC-66771CF3DF50}" destId="{B92B927C-4D78-9248-B82D-F375C31E00C0}" srcOrd="0" destOrd="0" presId="urn:microsoft.com/office/officeart/2005/8/layout/hierarchy2"/>
    <dgm:cxn modelId="{0303CCB2-3896-1740-A829-E83C0FA6F0EC}" type="presParOf" srcId="{3DE7EE4F-0178-E34C-819B-0BC10C7D6B40}" destId="{B4B0B589-90FE-374B-AA25-3A0B03F129CB}" srcOrd="3" destOrd="0" presId="urn:microsoft.com/office/officeart/2005/8/layout/hierarchy2"/>
    <dgm:cxn modelId="{EE909BA8-E7E8-E047-9E91-F8C6DEBF5A92}" type="presParOf" srcId="{B4B0B589-90FE-374B-AA25-3A0B03F129CB}" destId="{5A1BD0DF-183A-DE42-8FF0-054FB4A24BDD}" srcOrd="0" destOrd="0" presId="urn:microsoft.com/office/officeart/2005/8/layout/hierarchy2"/>
    <dgm:cxn modelId="{98CA259C-7096-A74B-9F41-36DDE6ED9DB2}" type="presParOf" srcId="{B4B0B589-90FE-374B-AA25-3A0B03F129CB}" destId="{491AD635-E60E-C44C-AD5D-24390A9A447F}" srcOrd="1" destOrd="0" presId="urn:microsoft.com/office/officeart/2005/8/layout/hierarchy2"/>
    <dgm:cxn modelId="{0E3E6EA5-355E-474C-A796-0ACA7346880D}" type="presParOf" srcId="{E5BFF365-39D9-0B4A-A9C5-99218FB7CED3}" destId="{0F332613-44E1-2A44-9A3A-3949A48974C1}" srcOrd="4" destOrd="0" presId="urn:microsoft.com/office/officeart/2005/8/layout/hierarchy2"/>
    <dgm:cxn modelId="{4E9C85C7-9C4F-964A-BED1-56753B5E73A7}" type="presParOf" srcId="{0F332613-44E1-2A44-9A3A-3949A48974C1}" destId="{918ADBE4-5704-D941-AE77-03A240E7C4A6}" srcOrd="0" destOrd="0" presId="urn:microsoft.com/office/officeart/2005/8/layout/hierarchy2"/>
    <dgm:cxn modelId="{5B622F4F-60B2-184D-81EF-E24A851F756A}" type="presParOf" srcId="{E5BFF365-39D9-0B4A-A9C5-99218FB7CED3}" destId="{CE6AED21-146C-2F47-BF43-E84D737906F3}" srcOrd="5" destOrd="0" presId="urn:microsoft.com/office/officeart/2005/8/layout/hierarchy2"/>
    <dgm:cxn modelId="{B9523887-4870-0541-AFC6-5E7BBFD7A4CA}" type="presParOf" srcId="{CE6AED21-146C-2F47-BF43-E84D737906F3}" destId="{E781FEF7-8C30-EE4C-A73F-3D5CBE215F64}" srcOrd="0" destOrd="0" presId="urn:microsoft.com/office/officeart/2005/8/layout/hierarchy2"/>
    <dgm:cxn modelId="{39988D6D-6807-504A-ABE3-D63D83C0475F}" type="presParOf" srcId="{CE6AED21-146C-2F47-BF43-E84D737906F3}" destId="{EA862171-BFA6-1D4F-8091-2FC821413F69}" srcOrd="1" destOrd="0" presId="urn:microsoft.com/office/officeart/2005/8/layout/hierarchy2"/>
    <dgm:cxn modelId="{0A106E0F-6929-C24A-9575-7C5308771306}" type="presParOf" srcId="{E5BFF365-39D9-0B4A-A9C5-99218FB7CED3}" destId="{D390E400-9996-0843-9172-2FFF63024E4E}" srcOrd="6" destOrd="0" presId="urn:microsoft.com/office/officeart/2005/8/layout/hierarchy2"/>
    <dgm:cxn modelId="{65FB646E-4BD8-724E-B0FF-0191ABED248B}" type="presParOf" srcId="{D390E400-9996-0843-9172-2FFF63024E4E}" destId="{9BB2DD96-7E1E-A648-AE48-2E7C7A89BED0}" srcOrd="0" destOrd="0" presId="urn:microsoft.com/office/officeart/2005/8/layout/hierarchy2"/>
    <dgm:cxn modelId="{F891A578-80CD-1340-9A40-A3A3B90A58FB}" type="presParOf" srcId="{E5BFF365-39D9-0B4A-A9C5-99218FB7CED3}" destId="{18E27349-4D51-E74B-98D4-90DDAEAA7154}" srcOrd="7" destOrd="0" presId="urn:microsoft.com/office/officeart/2005/8/layout/hierarchy2"/>
    <dgm:cxn modelId="{824C3DE9-A287-5049-8F40-497A5A80E2EF}" type="presParOf" srcId="{18E27349-4D51-E74B-98D4-90DDAEAA7154}" destId="{A87D8FD8-E4AD-7640-A752-D681017172A4}" srcOrd="0" destOrd="0" presId="urn:microsoft.com/office/officeart/2005/8/layout/hierarchy2"/>
    <dgm:cxn modelId="{B1BE05BB-C9BA-EF4A-8F71-0D77109158E6}" type="presParOf" srcId="{18E27349-4D51-E74B-98D4-90DDAEAA7154}" destId="{75A27C25-8280-6247-89D9-BE777CF4671D}" srcOrd="1" destOrd="0" presId="urn:microsoft.com/office/officeart/2005/8/layout/hierarchy2"/>
    <dgm:cxn modelId="{EF8DCC56-14A9-2E46-8503-F4E7455061BC}" type="presParOf" srcId="{75A27C25-8280-6247-89D9-BE777CF4671D}" destId="{A716E6BC-300A-6148-B725-4B06C554962C}" srcOrd="0" destOrd="0" presId="urn:microsoft.com/office/officeart/2005/8/layout/hierarchy2"/>
    <dgm:cxn modelId="{1388B363-AD9D-144F-BDDE-7BBEAC6FB4DD}" type="presParOf" srcId="{A716E6BC-300A-6148-B725-4B06C554962C}" destId="{1FB72AFD-3E85-B448-913C-14CD179CCB28}" srcOrd="0" destOrd="0" presId="urn:microsoft.com/office/officeart/2005/8/layout/hierarchy2"/>
    <dgm:cxn modelId="{E0785286-1F3A-BB4B-9EFB-8F6801158557}" type="presParOf" srcId="{75A27C25-8280-6247-89D9-BE777CF4671D}" destId="{93FDEF7C-5D19-7843-B84E-95284C7EDA19}" srcOrd="1" destOrd="0" presId="urn:microsoft.com/office/officeart/2005/8/layout/hierarchy2"/>
    <dgm:cxn modelId="{34E8BD1C-DC06-6C48-9015-2D7080A199FF}" type="presParOf" srcId="{93FDEF7C-5D19-7843-B84E-95284C7EDA19}" destId="{6ADF9857-36F9-5C45-B73E-CEB2ADA44A61}" srcOrd="0" destOrd="0" presId="urn:microsoft.com/office/officeart/2005/8/layout/hierarchy2"/>
    <dgm:cxn modelId="{63493795-E120-0449-B634-86D83E477D60}" type="presParOf" srcId="{93FDEF7C-5D19-7843-B84E-95284C7EDA19}" destId="{66914C5E-99A9-5D46-BCA2-25420FC5E74E}" srcOrd="1" destOrd="0" presId="urn:microsoft.com/office/officeart/2005/8/layout/hierarchy2"/>
    <dgm:cxn modelId="{A1EE5055-C220-E94D-BD57-364A22830747}" type="presParOf" srcId="{75A27C25-8280-6247-89D9-BE777CF4671D}" destId="{F44BD4E5-75FA-5B45-93D2-9807A26CCBB5}" srcOrd="2" destOrd="0" presId="urn:microsoft.com/office/officeart/2005/8/layout/hierarchy2"/>
    <dgm:cxn modelId="{D392CCF9-34FB-6A42-9139-7A9CA57610C1}" type="presParOf" srcId="{F44BD4E5-75FA-5B45-93D2-9807A26CCBB5}" destId="{F9674367-5D26-474F-862A-A500B2EAA84E}" srcOrd="0" destOrd="0" presId="urn:microsoft.com/office/officeart/2005/8/layout/hierarchy2"/>
    <dgm:cxn modelId="{AE9CD094-C094-A94E-A0AF-41EF3B94FA13}" type="presParOf" srcId="{75A27C25-8280-6247-89D9-BE777CF4671D}" destId="{319E11C1-1414-8548-B8E5-768D7B36770A}" srcOrd="3" destOrd="0" presId="urn:microsoft.com/office/officeart/2005/8/layout/hierarchy2"/>
    <dgm:cxn modelId="{97080850-A185-054C-9773-87D6F80AC5DC}" type="presParOf" srcId="{319E11C1-1414-8548-B8E5-768D7B36770A}" destId="{A5C36604-B520-A340-99A5-743927A74C4A}" srcOrd="0" destOrd="0" presId="urn:microsoft.com/office/officeart/2005/8/layout/hierarchy2"/>
    <dgm:cxn modelId="{DA2E6131-C59E-C04D-8C72-8A169A86EDDF}" type="presParOf" srcId="{319E11C1-1414-8548-B8E5-768D7B36770A}" destId="{69D4DB00-79A4-254D-9673-9374404B2997}" srcOrd="1" destOrd="0" presId="urn:microsoft.com/office/officeart/2005/8/layout/hierarchy2"/>
    <dgm:cxn modelId="{C4E43FBC-0702-2B4C-A82C-06E70AB362DD}" type="presParOf" srcId="{75A27C25-8280-6247-89D9-BE777CF4671D}" destId="{C90E2A07-B9B1-2C4B-9BFC-31F7D8B9AE9E}" srcOrd="4" destOrd="0" presId="urn:microsoft.com/office/officeart/2005/8/layout/hierarchy2"/>
    <dgm:cxn modelId="{D8B53BA8-BD88-E744-BD99-0CEAE751FA2C}" type="presParOf" srcId="{C90E2A07-B9B1-2C4B-9BFC-31F7D8B9AE9E}" destId="{49367FEA-911B-B842-B5C1-05E873E13C28}" srcOrd="0" destOrd="0" presId="urn:microsoft.com/office/officeart/2005/8/layout/hierarchy2"/>
    <dgm:cxn modelId="{3FF94DC0-3AD0-9D41-904E-A52E10354C33}" type="presParOf" srcId="{75A27C25-8280-6247-89D9-BE777CF4671D}" destId="{ACA73969-DFDC-2C48-8360-692493473FC8}" srcOrd="5" destOrd="0" presId="urn:microsoft.com/office/officeart/2005/8/layout/hierarchy2"/>
    <dgm:cxn modelId="{583A4023-2FDC-0244-B462-7663203DA0C5}" type="presParOf" srcId="{ACA73969-DFDC-2C48-8360-692493473FC8}" destId="{C880F76E-18C4-6247-A19E-A4322C60A455}" srcOrd="0" destOrd="0" presId="urn:microsoft.com/office/officeart/2005/8/layout/hierarchy2"/>
    <dgm:cxn modelId="{994FCD28-8BA2-4C43-965C-BD9DE4B7CFAF}" type="presParOf" srcId="{ACA73969-DFDC-2C48-8360-692493473FC8}" destId="{8E391C04-025E-6E45-95B2-F587F8D85C10}" srcOrd="1" destOrd="0" presId="urn:microsoft.com/office/officeart/2005/8/layout/hierarchy2"/>
    <dgm:cxn modelId="{8428870A-114A-564E-AA37-5609CC65CE19}" type="presParOf" srcId="{75A27C25-8280-6247-89D9-BE777CF4671D}" destId="{F242F9DC-10E9-0246-9447-0CB90DDBDDE0}" srcOrd="6" destOrd="0" presId="urn:microsoft.com/office/officeart/2005/8/layout/hierarchy2"/>
    <dgm:cxn modelId="{7C9FBC77-6E5C-AF47-A9B5-C4005F76D226}" type="presParOf" srcId="{F242F9DC-10E9-0246-9447-0CB90DDBDDE0}" destId="{463160DD-E685-D24C-B94B-58A640113425}" srcOrd="0" destOrd="0" presId="urn:microsoft.com/office/officeart/2005/8/layout/hierarchy2"/>
    <dgm:cxn modelId="{41DF4CED-1FC0-E54F-84F0-433DCACCE072}" type="presParOf" srcId="{75A27C25-8280-6247-89D9-BE777CF4671D}" destId="{B9833329-3CB4-7B49-AE9F-5AC2491DCA94}" srcOrd="7" destOrd="0" presId="urn:microsoft.com/office/officeart/2005/8/layout/hierarchy2"/>
    <dgm:cxn modelId="{853988AE-B555-E248-B5A1-CB8F71E94BD1}" type="presParOf" srcId="{B9833329-3CB4-7B49-AE9F-5AC2491DCA94}" destId="{7191265F-A156-304F-B075-0F4D132CBEF7}" srcOrd="0" destOrd="0" presId="urn:microsoft.com/office/officeart/2005/8/layout/hierarchy2"/>
    <dgm:cxn modelId="{04A3A408-5C0D-D942-B7FF-C6338FA87FCF}" type="presParOf" srcId="{B9833329-3CB4-7B49-AE9F-5AC2491DCA94}" destId="{7FE87BAA-85D6-A44F-B35C-ACDF8BF80297}" srcOrd="1" destOrd="0" presId="urn:microsoft.com/office/officeart/2005/8/layout/hierarchy2"/>
    <dgm:cxn modelId="{27AF49A7-9C98-7440-82B1-2BDB230DA2A1}" type="presParOf" srcId="{E5BFF365-39D9-0B4A-A9C5-99218FB7CED3}" destId="{6E12F75D-894F-9346-BD00-6CF627F62A13}" srcOrd="8" destOrd="0" presId="urn:microsoft.com/office/officeart/2005/8/layout/hierarchy2"/>
    <dgm:cxn modelId="{6B13024F-2A63-CD4D-9D80-159B5528C9E6}" type="presParOf" srcId="{6E12F75D-894F-9346-BD00-6CF627F62A13}" destId="{AEB7FCDC-9691-1445-B1D5-F8E0AF5D8CC1}" srcOrd="0" destOrd="0" presId="urn:microsoft.com/office/officeart/2005/8/layout/hierarchy2"/>
    <dgm:cxn modelId="{FF8CA0DC-C51E-2249-AC12-18AB9C582272}" type="presParOf" srcId="{E5BFF365-39D9-0B4A-A9C5-99218FB7CED3}" destId="{2748464E-1358-5643-AD45-E0C61790FFC2}" srcOrd="9" destOrd="0" presId="urn:microsoft.com/office/officeart/2005/8/layout/hierarchy2"/>
    <dgm:cxn modelId="{A723C26C-1044-CA4C-8321-CBA21E4B9D7D}" type="presParOf" srcId="{2748464E-1358-5643-AD45-E0C61790FFC2}" destId="{8FCD823A-64DE-1A49-9DA2-51225ADA839F}" srcOrd="0" destOrd="0" presId="urn:microsoft.com/office/officeart/2005/8/layout/hierarchy2"/>
    <dgm:cxn modelId="{5C3D96C0-7CA2-034F-AF45-A7BEEFD553E4}" type="presParOf" srcId="{2748464E-1358-5643-AD45-E0C61790FFC2}" destId="{84A41BE9-3159-BF4B-A0F7-61D30A12247E}" srcOrd="1" destOrd="0" presId="urn:microsoft.com/office/officeart/2005/8/layout/hierarchy2"/>
    <dgm:cxn modelId="{9D8AF1E2-5778-6A48-9A67-A15AA79A39EA}" type="presParOf" srcId="{84A41BE9-3159-BF4B-A0F7-61D30A12247E}" destId="{6F5290D7-C428-984F-B6DE-B593E14D26AC}" srcOrd="0" destOrd="0" presId="urn:microsoft.com/office/officeart/2005/8/layout/hierarchy2"/>
    <dgm:cxn modelId="{4D5C4FEA-C23D-9844-B9D6-70DC8A1ADBBD}" type="presParOf" srcId="{6F5290D7-C428-984F-B6DE-B593E14D26AC}" destId="{71E661CD-0732-3445-8A17-402E4AB8514B}" srcOrd="0" destOrd="0" presId="urn:microsoft.com/office/officeart/2005/8/layout/hierarchy2"/>
    <dgm:cxn modelId="{F81DB6DF-9E04-DB44-A1C6-695D9A158677}" type="presParOf" srcId="{84A41BE9-3159-BF4B-A0F7-61D30A12247E}" destId="{4FE097B4-53A6-C441-B091-EE6F5D782F67}" srcOrd="1" destOrd="0" presId="urn:microsoft.com/office/officeart/2005/8/layout/hierarchy2"/>
    <dgm:cxn modelId="{882E3F93-4DC0-B74D-B8E7-DF583E45A6E7}" type="presParOf" srcId="{4FE097B4-53A6-C441-B091-EE6F5D782F67}" destId="{03620AE5-0957-904F-910E-61EAF7DEDABF}" srcOrd="0" destOrd="0" presId="urn:microsoft.com/office/officeart/2005/8/layout/hierarchy2"/>
    <dgm:cxn modelId="{BC6E0895-C906-B041-8C32-C69EB2E0D8F6}" type="presParOf" srcId="{4FE097B4-53A6-C441-B091-EE6F5D782F67}" destId="{AEC5FD7B-B756-1046-A321-E591CAD08D18}" srcOrd="1" destOrd="0" presId="urn:microsoft.com/office/officeart/2005/8/layout/hierarchy2"/>
    <dgm:cxn modelId="{13EE6C50-267B-364F-A6B5-32E5E5F2024B}" type="presParOf" srcId="{84A41BE9-3159-BF4B-A0F7-61D30A12247E}" destId="{3FFD242B-6C3C-3A4C-88D8-0EBC3DB1AE3D}" srcOrd="2" destOrd="0" presId="urn:microsoft.com/office/officeart/2005/8/layout/hierarchy2"/>
    <dgm:cxn modelId="{2F162ECD-4FD9-2E4C-B97D-5DD371C56741}" type="presParOf" srcId="{3FFD242B-6C3C-3A4C-88D8-0EBC3DB1AE3D}" destId="{D3E27970-02F7-EE4F-9F7C-791E5B9C7A6D}" srcOrd="0" destOrd="0" presId="urn:microsoft.com/office/officeart/2005/8/layout/hierarchy2"/>
    <dgm:cxn modelId="{EF804E6C-5FB4-EC43-A672-EA67AD3BEB82}" type="presParOf" srcId="{84A41BE9-3159-BF4B-A0F7-61D30A12247E}" destId="{4F2F6A19-F8D7-F747-AE1D-2447F3AEA604}" srcOrd="3" destOrd="0" presId="urn:microsoft.com/office/officeart/2005/8/layout/hierarchy2"/>
    <dgm:cxn modelId="{9E8E53A6-08BE-914D-914A-552DAF7DD26F}" type="presParOf" srcId="{4F2F6A19-F8D7-F747-AE1D-2447F3AEA604}" destId="{8192F9EB-AAED-8B4C-89D8-8FDCD04937C4}" srcOrd="0" destOrd="0" presId="urn:microsoft.com/office/officeart/2005/8/layout/hierarchy2"/>
    <dgm:cxn modelId="{62279637-397A-844A-9D23-D531BD2F5EB7}" type="presParOf" srcId="{4F2F6A19-F8D7-F747-AE1D-2447F3AEA604}" destId="{EBA6906E-EF5E-2742-A364-4ABD13B5CD96}" srcOrd="1" destOrd="0" presId="urn:microsoft.com/office/officeart/2005/8/layout/hierarchy2"/>
    <dgm:cxn modelId="{03A48984-A1F5-094A-81D0-50BB3CF95955}" type="presParOf" srcId="{84A41BE9-3159-BF4B-A0F7-61D30A12247E}" destId="{3D9861A0-081F-4648-9B16-1A90CA68D70E}" srcOrd="4" destOrd="0" presId="urn:microsoft.com/office/officeart/2005/8/layout/hierarchy2"/>
    <dgm:cxn modelId="{C36D3A42-EE4B-7E46-89A7-992263784CCF}" type="presParOf" srcId="{3D9861A0-081F-4648-9B16-1A90CA68D70E}" destId="{05B38B75-1790-A242-84AC-8F5FAE1C6978}" srcOrd="0" destOrd="0" presId="urn:microsoft.com/office/officeart/2005/8/layout/hierarchy2"/>
    <dgm:cxn modelId="{54D34708-BE17-284B-B2D4-4140277AC48F}" type="presParOf" srcId="{84A41BE9-3159-BF4B-A0F7-61D30A12247E}" destId="{D43A2A29-BF4E-A646-BF8C-A9FF28E6BC22}" srcOrd="5" destOrd="0" presId="urn:microsoft.com/office/officeart/2005/8/layout/hierarchy2"/>
    <dgm:cxn modelId="{8C7548E1-1AB7-4B48-9F67-27B67B332084}" type="presParOf" srcId="{D43A2A29-BF4E-A646-BF8C-A9FF28E6BC22}" destId="{8F763060-8FB5-8D44-B5E3-A611EAAB1C99}" srcOrd="0" destOrd="0" presId="urn:microsoft.com/office/officeart/2005/8/layout/hierarchy2"/>
    <dgm:cxn modelId="{87D1A9A1-6FAF-7B4D-A0B0-12CC81CEDE2E}" type="presParOf" srcId="{D43A2A29-BF4E-A646-BF8C-A9FF28E6BC22}" destId="{CC04644F-5323-5641-8A25-714C548C13BD}" srcOrd="1" destOrd="0" presId="urn:microsoft.com/office/officeart/2005/8/layout/hierarchy2"/>
    <dgm:cxn modelId="{64DB156E-67D0-094D-BB8B-B6800E6F0946}" type="presParOf" srcId="{84A41BE9-3159-BF4B-A0F7-61D30A12247E}" destId="{65F3B22E-23A0-A641-AA51-70E90A0E8DA2}" srcOrd="6" destOrd="0" presId="urn:microsoft.com/office/officeart/2005/8/layout/hierarchy2"/>
    <dgm:cxn modelId="{29CA2A93-AB17-7343-90A6-1F4C0637E185}" type="presParOf" srcId="{65F3B22E-23A0-A641-AA51-70E90A0E8DA2}" destId="{C0E1C72B-2E05-C748-9EDC-0AC8996FA90C}" srcOrd="0" destOrd="0" presId="urn:microsoft.com/office/officeart/2005/8/layout/hierarchy2"/>
    <dgm:cxn modelId="{E66A0B09-971C-DC4B-B435-38166C23EFFB}" type="presParOf" srcId="{84A41BE9-3159-BF4B-A0F7-61D30A12247E}" destId="{B5B59824-EC1A-AB46-8A10-6C2F622EC69C}" srcOrd="7" destOrd="0" presId="urn:microsoft.com/office/officeart/2005/8/layout/hierarchy2"/>
    <dgm:cxn modelId="{017971F4-D9AD-074B-BD03-30EA88675C96}" type="presParOf" srcId="{B5B59824-EC1A-AB46-8A10-6C2F622EC69C}" destId="{89F75AD5-9F13-6B4D-A2BE-CA2478C6EA61}" srcOrd="0" destOrd="0" presId="urn:microsoft.com/office/officeart/2005/8/layout/hierarchy2"/>
    <dgm:cxn modelId="{7E2FDFFF-5BB3-9C41-AD57-8AD936B215C1}" type="presParOf" srcId="{B5B59824-EC1A-AB46-8A10-6C2F622EC69C}" destId="{EE6500CB-C44B-934F-8590-42F5294ED00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94DD82-AB8F-9F46-AF07-4603B478B815}" type="doc">
      <dgm:prSet loTypeId="urn:microsoft.com/office/officeart/2005/8/layout/hierarchy2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1ACCDCEE-DCC9-D649-9927-CE4F657AED19}">
      <dgm:prSet/>
      <dgm:spPr/>
      <dgm:t>
        <a:bodyPr/>
        <a:lstStyle/>
        <a:p>
          <a:r>
            <a:rPr kumimoji="1" lang="en-US" altLang="zh-CN" dirty="0"/>
            <a:t>4.</a:t>
          </a:r>
          <a:r>
            <a:rPr kumimoji="1" lang="zh-CN" dirty="0"/>
            <a:t>图书信息管理</a:t>
          </a:r>
          <a:endParaRPr lang="zh-CN" dirty="0"/>
        </a:p>
      </dgm:t>
    </dgm:pt>
    <dgm:pt modelId="{98C8C2D7-7131-E24F-A462-9F9310A80507}" type="parTrans" cxnId="{6A9FF347-EDE7-054C-AD5A-94AB9A89D105}">
      <dgm:prSet/>
      <dgm:spPr/>
      <dgm:t>
        <a:bodyPr/>
        <a:lstStyle/>
        <a:p>
          <a:endParaRPr lang="zh-CN" altLang="en-US"/>
        </a:p>
      </dgm:t>
    </dgm:pt>
    <dgm:pt modelId="{E55CC7A6-0918-CD4A-BECA-43597FCF4F77}" type="sibTrans" cxnId="{6A9FF347-EDE7-054C-AD5A-94AB9A89D105}">
      <dgm:prSet/>
      <dgm:spPr/>
      <dgm:t>
        <a:bodyPr/>
        <a:lstStyle/>
        <a:p>
          <a:endParaRPr lang="zh-CN" altLang="en-US"/>
        </a:p>
      </dgm:t>
    </dgm:pt>
    <dgm:pt modelId="{4542F1FD-276F-FD43-B23A-EBBB409B4AFC}">
      <dgm:prSet/>
      <dgm:spPr/>
      <dgm:t>
        <a:bodyPr/>
        <a:lstStyle/>
        <a:p>
          <a:r>
            <a:rPr kumimoji="1" lang="zh-CN" dirty="0"/>
            <a:t>添加图书</a:t>
          </a:r>
          <a:endParaRPr lang="zh-CN" dirty="0"/>
        </a:p>
      </dgm:t>
    </dgm:pt>
    <dgm:pt modelId="{A7B57613-60D5-6B4A-BC6C-2752B8A63BC7}" type="parTrans" cxnId="{0A95AD10-EE91-8247-92B6-023850C72820}">
      <dgm:prSet/>
      <dgm:spPr/>
      <dgm:t>
        <a:bodyPr/>
        <a:lstStyle/>
        <a:p>
          <a:endParaRPr lang="zh-CN" altLang="en-US"/>
        </a:p>
      </dgm:t>
    </dgm:pt>
    <dgm:pt modelId="{2447C93D-755B-CB49-BA71-D1A32E2C7A83}" type="sibTrans" cxnId="{0A95AD10-EE91-8247-92B6-023850C72820}">
      <dgm:prSet/>
      <dgm:spPr/>
      <dgm:t>
        <a:bodyPr/>
        <a:lstStyle/>
        <a:p>
          <a:endParaRPr lang="zh-CN" altLang="en-US"/>
        </a:p>
      </dgm:t>
    </dgm:pt>
    <dgm:pt modelId="{08B0FC82-4FC0-4845-92CF-5CCBDA5EBB58}">
      <dgm:prSet/>
      <dgm:spPr/>
      <dgm:t>
        <a:bodyPr/>
        <a:lstStyle/>
        <a:p>
          <a:r>
            <a:rPr kumimoji="1" lang="zh-CN"/>
            <a:t>删除图书信息</a:t>
          </a:r>
          <a:endParaRPr lang="zh-CN"/>
        </a:p>
      </dgm:t>
    </dgm:pt>
    <dgm:pt modelId="{A8E832B6-C7A0-4445-888F-E6EF9333257C}" type="parTrans" cxnId="{E5EDBE40-2212-7844-86BE-AEE23145ECF7}">
      <dgm:prSet/>
      <dgm:spPr/>
      <dgm:t>
        <a:bodyPr/>
        <a:lstStyle/>
        <a:p>
          <a:endParaRPr lang="zh-CN" altLang="en-US"/>
        </a:p>
      </dgm:t>
    </dgm:pt>
    <dgm:pt modelId="{DFBC47BB-988F-764F-8806-77176407A175}" type="sibTrans" cxnId="{E5EDBE40-2212-7844-86BE-AEE23145ECF7}">
      <dgm:prSet/>
      <dgm:spPr/>
      <dgm:t>
        <a:bodyPr/>
        <a:lstStyle/>
        <a:p>
          <a:endParaRPr lang="zh-CN" altLang="en-US"/>
        </a:p>
      </dgm:t>
    </dgm:pt>
    <dgm:pt modelId="{E01E4E38-2E10-914D-A647-09E27E868834}">
      <dgm:prSet/>
      <dgm:spPr/>
      <dgm:t>
        <a:bodyPr/>
        <a:lstStyle/>
        <a:p>
          <a:r>
            <a:rPr kumimoji="1" lang="zh-CN"/>
            <a:t>单一删除</a:t>
          </a:r>
          <a:endParaRPr lang="zh-CN"/>
        </a:p>
      </dgm:t>
    </dgm:pt>
    <dgm:pt modelId="{8257AC3F-A36C-CB46-A416-340EEEAB2ADC}" type="parTrans" cxnId="{8B44BB7E-F11E-274F-9C0A-E567B32BBCD0}">
      <dgm:prSet/>
      <dgm:spPr/>
      <dgm:t>
        <a:bodyPr/>
        <a:lstStyle/>
        <a:p>
          <a:endParaRPr lang="zh-CN" altLang="en-US"/>
        </a:p>
      </dgm:t>
    </dgm:pt>
    <dgm:pt modelId="{BD5513E0-ED5A-DA4C-8605-91CE7C8356DA}" type="sibTrans" cxnId="{8B44BB7E-F11E-274F-9C0A-E567B32BBCD0}">
      <dgm:prSet/>
      <dgm:spPr/>
      <dgm:t>
        <a:bodyPr/>
        <a:lstStyle/>
        <a:p>
          <a:endParaRPr lang="zh-CN" altLang="en-US"/>
        </a:p>
      </dgm:t>
    </dgm:pt>
    <dgm:pt modelId="{B3970361-3031-EC4B-8B56-5FD51E664636}">
      <dgm:prSet/>
      <dgm:spPr/>
      <dgm:t>
        <a:bodyPr/>
        <a:lstStyle/>
        <a:p>
          <a:r>
            <a:rPr kumimoji="1" lang="zh-CN"/>
            <a:t>批量删除</a:t>
          </a:r>
          <a:endParaRPr lang="zh-CN"/>
        </a:p>
      </dgm:t>
    </dgm:pt>
    <dgm:pt modelId="{6063EAED-A851-9E42-9167-CBFB0A8AC71B}" type="parTrans" cxnId="{9A784573-DFD5-604A-9280-2B8350CB369B}">
      <dgm:prSet/>
      <dgm:spPr/>
      <dgm:t>
        <a:bodyPr/>
        <a:lstStyle/>
        <a:p>
          <a:endParaRPr lang="zh-CN" altLang="en-US"/>
        </a:p>
      </dgm:t>
    </dgm:pt>
    <dgm:pt modelId="{BF8794AA-144A-B24A-8BB3-C58EB0966AAA}" type="sibTrans" cxnId="{9A784573-DFD5-604A-9280-2B8350CB369B}">
      <dgm:prSet/>
      <dgm:spPr/>
      <dgm:t>
        <a:bodyPr/>
        <a:lstStyle/>
        <a:p>
          <a:endParaRPr lang="zh-CN" altLang="en-US"/>
        </a:p>
      </dgm:t>
    </dgm:pt>
    <dgm:pt modelId="{1AC26EED-D3B8-8344-8CBE-14C61ADDAA70}">
      <dgm:prSet/>
      <dgm:spPr/>
      <dgm:t>
        <a:bodyPr/>
        <a:lstStyle/>
        <a:p>
          <a:r>
            <a:rPr kumimoji="1" lang="zh-CN" dirty="0"/>
            <a:t>修改图书信息</a:t>
          </a:r>
          <a:endParaRPr lang="zh-CN" dirty="0"/>
        </a:p>
      </dgm:t>
    </dgm:pt>
    <dgm:pt modelId="{4E10FBF2-1218-5B40-93CB-B5757AA15272}" type="parTrans" cxnId="{8E6AD28C-1179-7A4F-B12C-57DF9FD60256}">
      <dgm:prSet/>
      <dgm:spPr/>
      <dgm:t>
        <a:bodyPr/>
        <a:lstStyle/>
        <a:p>
          <a:endParaRPr lang="zh-CN" altLang="en-US"/>
        </a:p>
      </dgm:t>
    </dgm:pt>
    <dgm:pt modelId="{80799E5B-357A-9942-BEC4-5220E97F533B}" type="sibTrans" cxnId="{8E6AD28C-1179-7A4F-B12C-57DF9FD60256}">
      <dgm:prSet/>
      <dgm:spPr/>
      <dgm:t>
        <a:bodyPr/>
        <a:lstStyle/>
        <a:p>
          <a:endParaRPr lang="zh-CN" altLang="en-US"/>
        </a:p>
      </dgm:t>
    </dgm:pt>
    <dgm:pt modelId="{0EC117BE-1871-0947-B6C7-4DD1A839C713}">
      <dgm:prSet/>
      <dgm:spPr/>
      <dgm:t>
        <a:bodyPr/>
        <a:lstStyle/>
        <a:p>
          <a:r>
            <a:rPr kumimoji="1" lang="zh-CN"/>
            <a:t>查找图书</a:t>
          </a:r>
          <a:endParaRPr lang="zh-CN"/>
        </a:p>
      </dgm:t>
    </dgm:pt>
    <dgm:pt modelId="{39EA1B40-9A67-0B4A-810A-C98674A1864E}" type="parTrans" cxnId="{965F89E2-48F7-DA45-B9AB-06FF5FD1EAF6}">
      <dgm:prSet/>
      <dgm:spPr/>
      <dgm:t>
        <a:bodyPr/>
        <a:lstStyle/>
        <a:p>
          <a:endParaRPr lang="zh-CN" altLang="en-US"/>
        </a:p>
      </dgm:t>
    </dgm:pt>
    <dgm:pt modelId="{BAC62382-D947-D642-A481-FF45B3C4A22F}" type="sibTrans" cxnId="{965F89E2-48F7-DA45-B9AB-06FF5FD1EAF6}">
      <dgm:prSet/>
      <dgm:spPr/>
      <dgm:t>
        <a:bodyPr/>
        <a:lstStyle/>
        <a:p>
          <a:endParaRPr lang="zh-CN" altLang="en-US"/>
        </a:p>
      </dgm:t>
    </dgm:pt>
    <dgm:pt modelId="{F473F134-E9AF-B243-9CAB-CDFA0028DF33}">
      <dgm:prSet/>
      <dgm:spPr/>
      <dgm:t>
        <a:bodyPr/>
        <a:lstStyle/>
        <a:p>
          <a:r>
            <a:rPr kumimoji="1" lang="zh-CN"/>
            <a:t>按图书名查找</a:t>
          </a:r>
          <a:endParaRPr lang="zh-CN"/>
        </a:p>
      </dgm:t>
    </dgm:pt>
    <dgm:pt modelId="{01D57731-B345-D34A-BD20-CC1A02759EE3}" type="parTrans" cxnId="{1F4D08C0-1BEB-6A4C-BD8C-EFB3F8CB80D6}">
      <dgm:prSet/>
      <dgm:spPr/>
      <dgm:t>
        <a:bodyPr/>
        <a:lstStyle/>
        <a:p>
          <a:endParaRPr lang="zh-CN" altLang="en-US"/>
        </a:p>
      </dgm:t>
    </dgm:pt>
    <dgm:pt modelId="{2840A9B5-A63F-8046-8FCE-82D7DB35021D}" type="sibTrans" cxnId="{1F4D08C0-1BEB-6A4C-BD8C-EFB3F8CB80D6}">
      <dgm:prSet/>
      <dgm:spPr/>
      <dgm:t>
        <a:bodyPr/>
        <a:lstStyle/>
        <a:p>
          <a:endParaRPr lang="zh-CN" altLang="en-US"/>
        </a:p>
      </dgm:t>
    </dgm:pt>
    <dgm:pt modelId="{EE1401BD-7D55-CA45-9166-D74B2A40D501}">
      <dgm:prSet/>
      <dgm:spPr/>
      <dgm:t>
        <a:bodyPr/>
        <a:lstStyle/>
        <a:p>
          <a:r>
            <a:rPr kumimoji="1" lang="zh-CN"/>
            <a:t>按作者查找</a:t>
          </a:r>
          <a:endParaRPr lang="zh-CN"/>
        </a:p>
      </dgm:t>
    </dgm:pt>
    <dgm:pt modelId="{0F7C2F63-C1BC-5344-8B64-8E7259CCFFC7}" type="parTrans" cxnId="{BB400E85-5E8B-564B-9474-9EA51265D4A2}">
      <dgm:prSet/>
      <dgm:spPr/>
      <dgm:t>
        <a:bodyPr/>
        <a:lstStyle/>
        <a:p>
          <a:endParaRPr lang="zh-CN" altLang="en-US"/>
        </a:p>
      </dgm:t>
    </dgm:pt>
    <dgm:pt modelId="{19B64465-61A4-9C43-B26C-004B57FEF5BE}" type="sibTrans" cxnId="{BB400E85-5E8B-564B-9474-9EA51265D4A2}">
      <dgm:prSet/>
      <dgm:spPr/>
      <dgm:t>
        <a:bodyPr/>
        <a:lstStyle/>
        <a:p>
          <a:endParaRPr lang="zh-CN" altLang="en-US"/>
        </a:p>
      </dgm:t>
    </dgm:pt>
    <dgm:pt modelId="{A6AC927F-1730-CF41-BAB8-A07D99604961}">
      <dgm:prSet/>
      <dgm:spPr/>
      <dgm:t>
        <a:bodyPr/>
        <a:lstStyle/>
        <a:p>
          <a:r>
            <a:rPr kumimoji="1" lang="zh-CN"/>
            <a:t>按出版社查找</a:t>
          </a:r>
          <a:endParaRPr lang="zh-CN"/>
        </a:p>
      </dgm:t>
    </dgm:pt>
    <dgm:pt modelId="{20A724E3-8C08-B844-BEB2-913BA3BB4E7F}" type="parTrans" cxnId="{87F23272-C17F-5C4B-A3A6-A6F53879E970}">
      <dgm:prSet/>
      <dgm:spPr/>
      <dgm:t>
        <a:bodyPr/>
        <a:lstStyle/>
        <a:p>
          <a:endParaRPr lang="zh-CN" altLang="en-US"/>
        </a:p>
      </dgm:t>
    </dgm:pt>
    <dgm:pt modelId="{020AC898-F073-DE42-B0FA-69D5481AB6D3}" type="sibTrans" cxnId="{87F23272-C17F-5C4B-A3A6-A6F53879E970}">
      <dgm:prSet/>
      <dgm:spPr/>
      <dgm:t>
        <a:bodyPr/>
        <a:lstStyle/>
        <a:p>
          <a:endParaRPr lang="zh-CN" altLang="en-US"/>
        </a:p>
      </dgm:t>
    </dgm:pt>
    <dgm:pt modelId="{061824D2-59D4-594D-8A75-75900B934140}">
      <dgm:prSet/>
      <dgm:spPr/>
      <dgm:t>
        <a:bodyPr/>
        <a:lstStyle/>
        <a:p>
          <a:r>
            <a:rPr kumimoji="1" lang="zh-CN"/>
            <a:t>查看图书信息</a:t>
          </a:r>
          <a:endParaRPr lang="zh-CN"/>
        </a:p>
      </dgm:t>
    </dgm:pt>
    <dgm:pt modelId="{4E371A48-1C0C-E946-B8F6-A5A1D73D6C4B}" type="parTrans" cxnId="{2B2DDADF-D91B-064C-878F-5A89A5C9C338}">
      <dgm:prSet/>
      <dgm:spPr/>
      <dgm:t>
        <a:bodyPr/>
        <a:lstStyle/>
        <a:p>
          <a:endParaRPr lang="zh-CN" altLang="en-US"/>
        </a:p>
      </dgm:t>
    </dgm:pt>
    <dgm:pt modelId="{8F9D0BA1-8679-7240-A790-06DAA1FEC485}" type="sibTrans" cxnId="{2B2DDADF-D91B-064C-878F-5A89A5C9C338}">
      <dgm:prSet/>
      <dgm:spPr/>
      <dgm:t>
        <a:bodyPr/>
        <a:lstStyle/>
        <a:p>
          <a:endParaRPr lang="zh-CN" altLang="en-US"/>
        </a:p>
      </dgm:t>
    </dgm:pt>
    <dgm:pt modelId="{A42B4E43-5F5C-0C4E-8CFA-3C24E0B2B6DC}">
      <dgm:prSet/>
      <dgm:spPr/>
      <dgm:t>
        <a:bodyPr/>
        <a:lstStyle/>
        <a:p>
          <a:r>
            <a:rPr kumimoji="1" lang="zh-CN"/>
            <a:t>查看图书评论信息</a:t>
          </a:r>
          <a:endParaRPr lang="zh-CN"/>
        </a:p>
      </dgm:t>
    </dgm:pt>
    <dgm:pt modelId="{52088582-4BFF-444F-9E0D-E57B1595A8BF}" type="parTrans" cxnId="{5EAC5044-5535-494A-AA85-D6FFCC0B9CF5}">
      <dgm:prSet/>
      <dgm:spPr/>
      <dgm:t>
        <a:bodyPr/>
        <a:lstStyle/>
        <a:p>
          <a:endParaRPr lang="zh-CN" altLang="en-US"/>
        </a:p>
      </dgm:t>
    </dgm:pt>
    <dgm:pt modelId="{377A4D4A-0286-1042-9CA2-B8F7BB952A92}" type="sibTrans" cxnId="{5EAC5044-5535-494A-AA85-D6FFCC0B9CF5}">
      <dgm:prSet/>
      <dgm:spPr/>
      <dgm:t>
        <a:bodyPr/>
        <a:lstStyle/>
        <a:p>
          <a:endParaRPr lang="zh-CN" altLang="en-US"/>
        </a:p>
      </dgm:t>
    </dgm:pt>
    <dgm:pt modelId="{E952E972-6BF9-E74B-9B09-9C49DFC52BDC}">
      <dgm:prSet/>
      <dgm:spPr/>
      <dgm:t>
        <a:bodyPr/>
        <a:lstStyle/>
        <a:p>
          <a:r>
            <a:rPr kumimoji="1" lang="zh-CN"/>
            <a:t>图书排序</a:t>
          </a:r>
          <a:endParaRPr lang="zh-CN"/>
        </a:p>
      </dgm:t>
    </dgm:pt>
    <dgm:pt modelId="{F2E3CDC9-E798-1841-876F-3E0D539917BB}" type="parTrans" cxnId="{1BF46B4B-BEC8-1545-A7D0-A6E66C85FD42}">
      <dgm:prSet/>
      <dgm:spPr/>
      <dgm:t>
        <a:bodyPr/>
        <a:lstStyle/>
        <a:p>
          <a:endParaRPr lang="zh-CN" altLang="en-US"/>
        </a:p>
      </dgm:t>
    </dgm:pt>
    <dgm:pt modelId="{BF90D144-A4FE-2444-8FE0-3C23C3CBE057}" type="sibTrans" cxnId="{1BF46B4B-BEC8-1545-A7D0-A6E66C85FD42}">
      <dgm:prSet/>
      <dgm:spPr/>
      <dgm:t>
        <a:bodyPr/>
        <a:lstStyle/>
        <a:p>
          <a:endParaRPr lang="zh-CN" altLang="en-US"/>
        </a:p>
      </dgm:t>
    </dgm:pt>
    <dgm:pt modelId="{7568F133-287A-0D4E-8A58-A73B6C340109}">
      <dgm:prSet/>
      <dgm:spPr/>
      <dgm:t>
        <a:bodyPr/>
        <a:lstStyle/>
        <a:p>
          <a:r>
            <a:rPr kumimoji="1" lang="zh-CN"/>
            <a:t>按照图书名排序</a:t>
          </a:r>
          <a:endParaRPr lang="zh-CN"/>
        </a:p>
      </dgm:t>
    </dgm:pt>
    <dgm:pt modelId="{21960059-CB5E-7043-B1EA-DC029F588B22}" type="parTrans" cxnId="{2B27C017-E84E-B64C-8D1C-5ED1AE46EAA4}">
      <dgm:prSet/>
      <dgm:spPr/>
      <dgm:t>
        <a:bodyPr/>
        <a:lstStyle/>
        <a:p>
          <a:endParaRPr lang="zh-CN" altLang="en-US"/>
        </a:p>
      </dgm:t>
    </dgm:pt>
    <dgm:pt modelId="{A3A64DC3-6FD1-E841-9CB7-703504ED4528}" type="sibTrans" cxnId="{2B27C017-E84E-B64C-8D1C-5ED1AE46EAA4}">
      <dgm:prSet/>
      <dgm:spPr/>
      <dgm:t>
        <a:bodyPr/>
        <a:lstStyle/>
        <a:p>
          <a:endParaRPr lang="zh-CN" altLang="en-US"/>
        </a:p>
      </dgm:t>
    </dgm:pt>
    <dgm:pt modelId="{630F36CF-5F2A-6D49-B719-D16C2A24767C}">
      <dgm:prSet/>
      <dgm:spPr/>
      <dgm:t>
        <a:bodyPr/>
        <a:lstStyle/>
        <a:p>
          <a:r>
            <a:rPr kumimoji="1" lang="zh-CN"/>
            <a:t>按照图书分类排序</a:t>
          </a:r>
          <a:endParaRPr lang="zh-CN"/>
        </a:p>
      </dgm:t>
    </dgm:pt>
    <dgm:pt modelId="{C87B6685-63F7-4940-ACEC-4E3717539E3A}" type="parTrans" cxnId="{EDA49134-DB82-FA45-AC67-A603EDE77424}">
      <dgm:prSet/>
      <dgm:spPr/>
      <dgm:t>
        <a:bodyPr/>
        <a:lstStyle/>
        <a:p>
          <a:endParaRPr lang="zh-CN" altLang="en-US"/>
        </a:p>
      </dgm:t>
    </dgm:pt>
    <dgm:pt modelId="{A8C25703-8A8A-CA45-B099-CBC58C95FBBF}" type="sibTrans" cxnId="{EDA49134-DB82-FA45-AC67-A603EDE77424}">
      <dgm:prSet/>
      <dgm:spPr/>
      <dgm:t>
        <a:bodyPr/>
        <a:lstStyle/>
        <a:p>
          <a:endParaRPr lang="zh-CN" altLang="en-US"/>
        </a:p>
      </dgm:t>
    </dgm:pt>
    <dgm:pt modelId="{154BCD53-E391-884D-A6A2-C6832CA0B9D4}">
      <dgm:prSet/>
      <dgm:spPr/>
      <dgm:t>
        <a:bodyPr/>
        <a:lstStyle/>
        <a:p>
          <a:r>
            <a:rPr kumimoji="1" lang="zh-CN"/>
            <a:t>按照作者排序</a:t>
          </a:r>
          <a:endParaRPr lang="zh-CN"/>
        </a:p>
      </dgm:t>
    </dgm:pt>
    <dgm:pt modelId="{F1789D9A-AD97-0941-AD68-791B301CF64E}" type="parTrans" cxnId="{74B195A5-0FF2-A648-9262-345A13F8932C}">
      <dgm:prSet/>
      <dgm:spPr/>
      <dgm:t>
        <a:bodyPr/>
        <a:lstStyle/>
        <a:p>
          <a:endParaRPr lang="zh-CN" altLang="en-US"/>
        </a:p>
      </dgm:t>
    </dgm:pt>
    <dgm:pt modelId="{134585D0-754C-A340-871C-A7A82FD01697}" type="sibTrans" cxnId="{74B195A5-0FF2-A648-9262-345A13F8932C}">
      <dgm:prSet/>
      <dgm:spPr/>
      <dgm:t>
        <a:bodyPr/>
        <a:lstStyle/>
        <a:p>
          <a:endParaRPr lang="zh-CN" altLang="en-US"/>
        </a:p>
      </dgm:t>
    </dgm:pt>
    <dgm:pt modelId="{63F001E0-130F-584E-87EC-7F1520CA202A}">
      <dgm:prSet/>
      <dgm:spPr/>
      <dgm:t>
        <a:bodyPr/>
        <a:lstStyle/>
        <a:p>
          <a:r>
            <a:rPr kumimoji="1" lang="zh-CN"/>
            <a:t>按照出版社排序</a:t>
          </a:r>
          <a:endParaRPr lang="zh-CN"/>
        </a:p>
      </dgm:t>
    </dgm:pt>
    <dgm:pt modelId="{F92AC326-6E5C-824F-879E-BBD09B5C601C}" type="parTrans" cxnId="{F3F49F05-8932-D248-BE6A-8342842C1358}">
      <dgm:prSet/>
      <dgm:spPr/>
      <dgm:t>
        <a:bodyPr/>
        <a:lstStyle/>
        <a:p>
          <a:endParaRPr lang="zh-CN" altLang="en-US"/>
        </a:p>
      </dgm:t>
    </dgm:pt>
    <dgm:pt modelId="{04D05358-7335-CA48-BF2E-22957F961A75}" type="sibTrans" cxnId="{F3F49F05-8932-D248-BE6A-8342842C1358}">
      <dgm:prSet/>
      <dgm:spPr/>
      <dgm:t>
        <a:bodyPr/>
        <a:lstStyle/>
        <a:p>
          <a:endParaRPr lang="zh-CN" altLang="en-US"/>
        </a:p>
      </dgm:t>
    </dgm:pt>
    <dgm:pt modelId="{7F6C7AC2-1163-5F43-873F-D8CC26D15495}">
      <dgm:prSet/>
      <dgm:spPr/>
      <dgm:t>
        <a:bodyPr/>
        <a:lstStyle/>
        <a:p>
          <a:r>
            <a:rPr kumimoji="1" lang="zh-CN"/>
            <a:t>按照价格排序</a:t>
          </a:r>
          <a:endParaRPr lang="zh-CN"/>
        </a:p>
      </dgm:t>
    </dgm:pt>
    <dgm:pt modelId="{6BFAC2D7-928F-A64B-BE4F-C70B2C257B16}" type="parTrans" cxnId="{A2169FBE-B9F2-D642-B5F6-524E53022560}">
      <dgm:prSet/>
      <dgm:spPr/>
      <dgm:t>
        <a:bodyPr/>
        <a:lstStyle/>
        <a:p>
          <a:endParaRPr lang="zh-CN" altLang="en-US"/>
        </a:p>
      </dgm:t>
    </dgm:pt>
    <dgm:pt modelId="{19276121-729D-5C45-BCEC-FDFDD4B3BBD1}" type="sibTrans" cxnId="{A2169FBE-B9F2-D642-B5F6-524E53022560}">
      <dgm:prSet/>
      <dgm:spPr/>
      <dgm:t>
        <a:bodyPr/>
        <a:lstStyle/>
        <a:p>
          <a:endParaRPr lang="zh-CN" altLang="en-US"/>
        </a:p>
      </dgm:t>
    </dgm:pt>
    <dgm:pt modelId="{C5AFDD2D-3691-2C46-8265-2764A80F41AC}">
      <dgm:prSet/>
      <dgm:spPr/>
      <dgm:t>
        <a:bodyPr/>
        <a:lstStyle/>
        <a:p>
          <a:r>
            <a:rPr kumimoji="1" lang="zh-CN"/>
            <a:t>按照单限排序</a:t>
          </a:r>
          <a:endParaRPr lang="zh-CN"/>
        </a:p>
      </dgm:t>
    </dgm:pt>
    <dgm:pt modelId="{4D8AB01B-D9C4-164C-9523-01253A4DCF63}" type="parTrans" cxnId="{B35DBCDB-9813-5845-81CE-EE007D7CB056}">
      <dgm:prSet/>
      <dgm:spPr/>
      <dgm:t>
        <a:bodyPr/>
        <a:lstStyle/>
        <a:p>
          <a:endParaRPr lang="zh-CN" altLang="en-US"/>
        </a:p>
      </dgm:t>
    </dgm:pt>
    <dgm:pt modelId="{FB416480-9704-D542-A06A-EC62ED18D1E9}" type="sibTrans" cxnId="{B35DBCDB-9813-5845-81CE-EE007D7CB056}">
      <dgm:prSet/>
      <dgm:spPr/>
      <dgm:t>
        <a:bodyPr/>
        <a:lstStyle/>
        <a:p>
          <a:endParaRPr lang="zh-CN" altLang="en-US"/>
        </a:p>
      </dgm:t>
    </dgm:pt>
    <dgm:pt modelId="{6F1CB92E-2139-994E-A579-3EB9AE95725D}">
      <dgm:prSet/>
      <dgm:spPr/>
      <dgm:t>
        <a:bodyPr/>
        <a:lstStyle/>
        <a:p>
          <a:r>
            <a:rPr kumimoji="1" lang="zh-CN"/>
            <a:t>按照库存排序</a:t>
          </a:r>
          <a:endParaRPr lang="zh-CN"/>
        </a:p>
      </dgm:t>
    </dgm:pt>
    <dgm:pt modelId="{5219A73F-72E1-5E4B-9C36-77667B0DE71D}" type="parTrans" cxnId="{AA20E899-67D1-E149-BEC2-98603C48B8CC}">
      <dgm:prSet/>
      <dgm:spPr/>
      <dgm:t>
        <a:bodyPr/>
        <a:lstStyle/>
        <a:p>
          <a:endParaRPr lang="zh-CN" altLang="en-US"/>
        </a:p>
      </dgm:t>
    </dgm:pt>
    <dgm:pt modelId="{A0714816-B38D-184D-8C7B-4AA31E72F9EF}" type="sibTrans" cxnId="{AA20E899-67D1-E149-BEC2-98603C48B8CC}">
      <dgm:prSet/>
      <dgm:spPr/>
      <dgm:t>
        <a:bodyPr/>
        <a:lstStyle/>
        <a:p>
          <a:endParaRPr lang="zh-CN" altLang="en-US"/>
        </a:p>
      </dgm:t>
    </dgm:pt>
    <dgm:pt modelId="{0A3FFA20-753E-1B48-A077-D8A9F8DB3165}" type="pres">
      <dgm:prSet presAssocID="{9294DD82-AB8F-9F46-AF07-4603B478B81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4FCD5F7-0914-1646-85A2-BE79A1A14A89}" type="pres">
      <dgm:prSet presAssocID="{1ACCDCEE-DCC9-D649-9927-CE4F657AED19}" presName="root1" presStyleCnt="0"/>
      <dgm:spPr/>
    </dgm:pt>
    <dgm:pt modelId="{9465BE5A-5223-8347-AED6-BD6C1E5595EE}" type="pres">
      <dgm:prSet presAssocID="{1ACCDCEE-DCC9-D649-9927-CE4F657AED19}" presName="LevelOneTextNode" presStyleLbl="node0" presStyleIdx="0" presStyleCnt="1">
        <dgm:presLayoutVars>
          <dgm:chPref val="3"/>
        </dgm:presLayoutVars>
      </dgm:prSet>
      <dgm:spPr/>
    </dgm:pt>
    <dgm:pt modelId="{2C4CBF08-59F5-394A-A361-A902C843A0D2}" type="pres">
      <dgm:prSet presAssocID="{1ACCDCEE-DCC9-D649-9927-CE4F657AED19}" presName="level2hierChild" presStyleCnt="0"/>
      <dgm:spPr/>
    </dgm:pt>
    <dgm:pt modelId="{34683D4C-E6EC-8E41-97FA-15156AABA363}" type="pres">
      <dgm:prSet presAssocID="{A7B57613-60D5-6B4A-BC6C-2752B8A63BC7}" presName="conn2-1" presStyleLbl="parChTrans1D2" presStyleIdx="0" presStyleCnt="6"/>
      <dgm:spPr/>
    </dgm:pt>
    <dgm:pt modelId="{9242E0D1-778C-DE44-BC1E-2D07F1E5509D}" type="pres">
      <dgm:prSet presAssocID="{A7B57613-60D5-6B4A-BC6C-2752B8A63BC7}" presName="connTx" presStyleLbl="parChTrans1D2" presStyleIdx="0" presStyleCnt="6"/>
      <dgm:spPr/>
    </dgm:pt>
    <dgm:pt modelId="{7A88A143-2182-A44D-8292-57594B1E7898}" type="pres">
      <dgm:prSet presAssocID="{4542F1FD-276F-FD43-B23A-EBBB409B4AFC}" presName="root2" presStyleCnt="0"/>
      <dgm:spPr/>
    </dgm:pt>
    <dgm:pt modelId="{56771C9D-5AEE-984D-B883-E746AFF1D656}" type="pres">
      <dgm:prSet presAssocID="{4542F1FD-276F-FD43-B23A-EBBB409B4AFC}" presName="LevelTwoTextNode" presStyleLbl="node2" presStyleIdx="0" presStyleCnt="6">
        <dgm:presLayoutVars>
          <dgm:chPref val="3"/>
        </dgm:presLayoutVars>
      </dgm:prSet>
      <dgm:spPr/>
    </dgm:pt>
    <dgm:pt modelId="{D3028017-7F2E-C24C-A9E1-EB7E9B7F239F}" type="pres">
      <dgm:prSet presAssocID="{4542F1FD-276F-FD43-B23A-EBBB409B4AFC}" presName="level3hierChild" presStyleCnt="0"/>
      <dgm:spPr/>
    </dgm:pt>
    <dgm:pt modelId="{37AE8C26-BA78-C640-A9D1-702CC1468160}" type="pres">
      <dgm:prSet presAssocID="{A8E832B6-C7A0-4445-888F-E6EF9333257C}" presName="conn2-1" presStyleLbl="parChTrans1D2" presStyleIdx="1" presStyleCnt="6"/>
      <dgm:spPr/>
    </dgm:pt>
    <dgm:pt modelId="{DD1F49EB-A826-0945-8205-CC24862E656F}" type="pres">
      <dgm:prSet presAssocID="{A8E832B6-C7A0-4445-888F-E6EF9333257C}" presName="connTx" presStyleLbl="parChTrans1D2" presStyleIdx="1" presStyleCnt="6"/>
      <dgm:spPr/>
    </dgm:pt>
    <dgm:pt modelId="{F4AB8313-10A2-7845-871C-B6342A6104D5}" type="pres">
      <dgm:prSet presAssocID="{08B0FC82-4FC0-4845-92CF-5CCBDA5EBB58}" presName="root2" presStyleCnt="0"/>
      <dgm:spPr/>
    </dgm:pt>
    <dgm:pt modelId="{E04C1F86-B721-3D46-9854-3CB9CA71CF1D}" type="pres">
      <dgm:prSet presAssocID="{08B0FC82-4FC0-4845-92CF-5CCBDA5EBB58}" presName="LevelTwoTextNode" presStyleLbl="node2" presStyleIdx="1" presStyleCnt="6">
        <dgm:presLayoutVars>
          <dgm:chPref val="3"/>
        </dgm:presLayoutVars>
      </dgm:prSet>
      <dgm:spPr/>
    </dgm:pt>
    <dgm:pt modelId="{53859FF6-B128-7F45-A29D-C5E8F48D8D2E}" type="pres">
      <dgm:prSet presAssocID="{08B0FC82-4FC0-4845-92CF-5CCBDA5EBB58}" presName="level3hierChild" presStyleCnt="0"/>
      <dgm:spPr/>
    </dgm:pt>
    <dgm:pt modelId="{4F63574E-228F-4D40-8C38-48E617E0C2CF}" type="pres">
      <dgm:prSet presAssocID="{8257AC3F-A36C-CB46-A416-340EEEAB2ADC}" presName="conn2-1" presStyleLbl="parChTrans1D3" presStyleIdx="0" presStyleCnt="13"/>
      <dgm:spPr/>
    </dgm:pt>
    <dgm:pt modelId="{BC0F1A03-321E-FB4F-8653-89E0C17EFA77}" type="pres">
      <dgm:prSet presAssocID="{8257AC3F-A36C-CB46-A416-340EEEAB2ADC}" presName="connTx" presStyleLbl="parChTrans1D3" presStyleIdx="0" presStyleCnt="13"/>
      <dgm:spPr/>
    </dgm:pt>
    <dgm:pt modelId="{FEC4FB66-2683-1C49-978D-64D179FD4EFE}" type="pres">
      <dgm:prSet presAssocID="{E01E4E38-2E10-914D-A647-09E27E868834}" presName="root2" presStyleCnt="0"/>
      <dgm:spPr/>
    </dgm:pt>
    <dgm:pt modelId="{A8DA8D44-F34C-3F40-96A8-E5062BA59CA0}" type="pres">
      <dgm:prSet presAssocID="{E01E4E38-2E10-914D-A647-09E27E868834}" presName="LevelTwoTextNode" presStyleLbl="node3" presStyleIdx="0" presStyleCnt="13">
        <dgm:presLayoutVars>
          <dgm:chPref val="3"/>
        </dgm:presLayoutVars>
      </dgm:prSet>
      <dgm:spPr/>
    </dgm:pt>
    <dgm:pt modelId="{34D646CB-1B7C-3D4B-8476-BE1B15D088D6}" type="pres">
      <dgm:prSet presAssocID="{E01E4E38-2E10-914D-A647-09E27E868834}" presName="level3hierChild" presStyleCnt="0"/>
      <dgm:spPr/>
    </dgm:pt>
    <dgm:pt modelId="{ACEA5C7D-8542-B842-B8D1-98E4F7023721}" type="pres">
      <dgm:prSet presAssocID="{6063EAED-A851-9E42-9167-CBFB0A8AC71B}" presName="conn2-1" presStyleLbl="parChTrans1D3" presStyleIdx="1" presStyleCnt="13"/>
      <dgm:spPr/>
    </dgm:pt>
    <dgm:pt modelId="{6485057D-E9E7-294F-843E-0E042B636418}" type="pres">
      <dgm:prSet presAssocID="{6063EAED-A851-9E42-9167-CBFB0A8AC71B}" presName="connTx" presStyleLbl="parChTrans1D3" presStyleIdx="1" presStyleCnt="13"/>
      <dgm:spPr/>
    </dgm:pt>
    <dgm:pt modelId="{0D6C490D-6779-264F-AB3F-F4AE402AEEC6}" type="pres">
      <dgm:prSet presAssocID="{B3970361-3031-EC4B-8B56-5FD51E664636}" presName="root2" presStyleCnt="0"/>
      <dgm:spPr/>
    </dgm:pt>
    <dgm:pt modelId="{87142E99-6B18-D949-804C-36A81E2C856A}" type="pres">
      <dgm:prSet presAssocID="{B3970361-3031-EC4B-8B56-5FD51E664636}" presName="LevelTwoTextNode" presStyleLbl="node3" presStyleIdx="1" presStyleCnt="13">
        <dgm:presLayoutVars>
          <dgm:chPref val="3"/>
        </dgm:presLayoutVars>
      </dgm:prSet>
      <dgm:spPr/>
    </dgm:pt>
    <dgm:pt modelId="{09AEF55F-4BDD-644A-B88B-71C856E1FC97}" type="pres">
      <dgm:prSet presAssocID="{B3970361-3031-EC4B-8B56-5FD51E664636}" presName="level3hierChild" presStyleCnt="0"/>
      <dgm:spPr/>
    </dgm:pt>
    <dgm:pt modelId="{A37EB65C-C14B-6A46-A787-8CFD0BD0B335}" type="pres">
      <dgm:prSet presAssocID="{4E10FBF2-1218-5B40-93CB-B5757AA15272}" presName="conn2-1" presStyleLbl="parChTrans1D2" presStyleIdx="2" presStyleCnt="6"/>
      <dgm:spPr/>
    </dgm:pt>
    <dgm:pt modelId="{40977BB9-7E66-FC42-9CBB-8C9BD112A576}" type="pres">
      <dgm:prSet presAssocID="{4E10FBF2-1218-5B40-93CB-B5757AA15272}" presName="connTx" presStyleLbl="parChTrans1D2" presStyleIdx="2" presStyleCnt="6"/>
      <dgm:spPr/>
    </dgm:pt>
    <dgm:pt modelId="{67EC45CF-E8E3-FF4A-9722-3A0779CD3065}" type="pres">
      <dgm:prSet presAssocID="{1AC26EED-D3B8-8344-8CBE-14C61ADDAA70}" presName="root2" presStyleCnt="0"/>
      <dgm:spPr/>
    </dgm:pt>
    <dgm:pt modelId="{7955282E-378D-9B46-B139-23E59552D268}" type="pres">
      <dgm:prSet presAssocID="{1AC26EED-D3B8-8344-8CBE-14C61ADDAA70}" presName="LevelTwoTextNode" presStyleLbl="node2" presStyleIdx="2" presStyleCnt="6">
        <dgm:presLayoutVars>
          <dgm:chPref val="3"/>
        </dgm:presLayoutVars>
      </dgm:prSet>
      <dgm:spPr/>
    </dgm:pt>
    <dgm:pt modelId="{F7E931B8-BB35-8C45-8702-551AAFB41416}" type="pres">
      <dgm:prSet presAssocID="{1AC26EED-D3B8-8344-8CBE-14C61ADDAA70}" presName="level3hierChild" presStyleCnt="0"/>
      <dgm:spPr/>
    </dgm:pt>
    <dgm:pt modelId="{DB88C80F-6A8B-0C4C-9C8C-FB668E4ECB37}" type="pres">
      <dgm:prSet presAssocID="{39EA1B40-9A67-0B4A-810A-C98674A1864E}" presName="conn2-1" presStyleLbl="parChTrans1D2" presStyleIdx="3" presStyleCnt="6"/>
      <dgm:spPr/>
    </dgm:pt>
    <dgm:pt modelId="{7DAABC83-9016-184D-91CE-374F3EC7B6AB}" type="pres">
      <dgm:prSet presAssocID="{39EA1B40-9A67-0B4A-810A-C98674A1864E}" presName="connTx" presStyleLbl="parChTrans1D2" presStyleIdx="3" presStyleCnt="6"/>
      <dgm:spPr/>
    </dgm:pt>
    <dgm:pt modelId="{9A15FDDB-AD4E-9D42-820B-D14F08CBE6AE}" type="pres">
      <dgm:prSet presAssocID="{0EC117BE-1871-0947-B6C7-4DD1A839C713}" presName="root2" presStyleCnt="0"/>
      <dgm:spPr/>
    </dgm:pt>
    <dgm:pt modelId="{A85FA937-1690-2741-9CAF-EC59FB0758D0}" type="pres">
      <dgm:prSet presAssocID="{0EC117BE-1871-0947-B6C7-4DD1A839C713}" presName="LevelTwoTextNode" presStyleLbl="node2" presStyleIdx="3" presStyleCnt="6">
        <dgm:presLayoutVars>
          <dgm:chPref val="3"/>
        </dgm:presLayoutVars>
      </dgm:prSet>
      <dgm:spPr/>
    </dgm:pt>
    <dgm:pt modelId="{585E6EC3-7C66-4042-8A18-CDD9F5940880}" type="pres">
      <dgm:prSet presAssocID="{0EC117BE-1871-0947-B6C7-4DD1A839C713}" presName="level3hierChild" presStyleCnt="0"/>
      <dgm:spPr/>
    </dgm:pt>
    <dgm:pt modelId="{7A42DCC2-1B96-814F-89BE-584630CCD76E}" type="pres">
      <dgm:prSet presAssocID="{01D57731-B345-D34A-BD20-CC1A02759EE3}" presName="conn2-1" presStyleLbl="parChTrans1D3" presStyleIdx="2" presStyleCnt="13"/>
      <dgm:spPr/>
    </dgm:pt>
    <dgm:pt modelId="{4D07E08D-0C5D-7F44-8112-BF7FB2B990CC}" type="pres">
      <dgm:prSet presAssocID="{01D57731-B345-D34A-BD20-CC1A02759EE3}" presName="connTx" presStyleLbl="parChTrans1D3" presStyleIdx="2" presStyleCnt="13"/>
      <dgm:spPr/>
    </dgm:pt>
    <dgm:pt modelId="{E04FDFD8-84F6-194C-B3B8-A690D6F895ED}" type="pres">
      <dgm:prSet presAssocID="{F473F134-E9AF-B243-9CAB-CDFA0028DF33}" presName="root2" presStyleCnt="0"/>
      <dgm:spPr/>
    </dgm:pt>
    <dgm:pt modelId="{87B5E9D2-6ED4-B24D-9E4D-C42B4A6615F7}" type="pres">
      <dgm:prSet presAssocID="{F473F134-E9AF-B243-9CAB-CDFA0028DF33}" presName="LevelTwoTextNode" presStyleLbl="node3" presStyleIdx="2" presStyleCnt="13">
        <dgm:presLayoutVars>
          <dgm:chPref val="3"/>
        </dgm:presLayoutVars>
      </dgm:prSet>
      <dgm:spPr/>
    </dgm:pt>
    <dgm:pt modelId="{66E550B5-E84D-AC46-81B8-A27DD2A8F9CD}" type="pres">
      <dgm:prSet presAssocID="{F473F134-E9AF-B243-9CAB-CDFA0028DF33}" presName="level3hierChild" presStyleCnt="0"/>
      <dgm:spPr/>
    </dgm:pt>
    <dgm:pt modelId="{E14C0AC2-27DF-1A4D-AA96-EFFB4C0EEEFB}" type="pres">
      <dgm:prSet presAssocID="{0F7C2F63-C1BC-5344-8B64-8E7259CCFFC7}" presName="conn2-1" presStyleLbl="parChTrans1D3" presStyleIdx="3" presStyleCnt="13"/>
      <dgm:spPr/>
    </dgm:pt>
    <dgm:pt modelId="{1323FB66-77FC-3D44-8A2F-978D86B50102}" type="pres">
      <dgm:prSet presAssocID="{0F7C2F63-C1BC-5344-8B64-8E7259CCFFC7}" presName="connTx" presStyleLbl="parChTrans1D3" presStyleIdx="3" presStyleCnt="13"/>
      <dgm:spPr/>
    </dgm:pt>
    <dgm:pt modelId="{819CFEDB-415E-104D-BE29-333977695B46}" type="pres">
      <dgm:prSet presAssocID="{EE1401BD-7D55-CA45-9166-D74B2A40D501}" presName="root2" presStyleCnt="0"/>
      <dgm:spPr/>
    </dgm:pt>
    <dgm:pt modelId="{57F184C7-18F0-D749-89CC-5262251ED679}" type="pres">
      <dgm:prSet presAssocID="{EE1401BD-7D55-CA45-9166-D74B2A40D501}" presName="LevelTwoTextNode" presStyleLbl="node3" presStyleIdx="3" presStyleCnt="13">
        <dgm:presLayoutVars>
          <dgm:chPref val="3"/>
        </dgm:presLayoutVars>
      </dgm:prSet>
      <dgm:spPr/>
    </dgm:pt>
    <dgm:pt modelId="{54E00DA2-B988-714E-B616-056CF4F5DDA6}" type="pres">
      <dgm:prSet presAssocID="{EE1401BD-7D55-CA45-9166-D74B2A40D501}" presName="level3hierChild" presStyleCnt="0"/>
      <dgm:spPr/>
    </dgm:pt>
    <dgm:pt modelId="{733F282B-87D6-9242-BEB6-1F5DC6BA2316}" type="pres">
      <dgm:prSet presAssocID="{20A724E3-8C08-B844-BEB2-913BA3BB4E7F}" presName="conn2-1" presStyleLbl="parChTrans1D3" presStyleIdx="4" presStyleCnt="13"/>
      <dgm:spPr/>
    </dgm:pt>
    <dgm:pt modelId="{DF5A290D-04F1-AC40-81DB-95CEF45DECF8}" type="pres">
      <dgm:prSet presAssocID="{20A724E3-8C08-B844-BEB2-913BA3BB4E7F}" presName="connTx" presStyleLbl="parChTrans1D3" presStyleIdx="4" presStyleCnt="13"/>
      <dgm:spPr/>
    </dgm:pt>
    <dgm:pt modelId="{05388CC7-CC63-344D-B497-305BAC3938F9}" type="pres">
      <dgm:prSet presAssocID="{A6AC927F-1730-CF41-BAB8-A07D99604961}" presName="root2" presStyleCnt="0"/>
      <dgm:spPr/>
    </dgm:pt>
    <dgm:pt modelId="{AA80752F-7094-BA4B-9CF5-05670109035D}" type="pres">
      <dgm:prSet presAssocID="{A6AC927F-1730-CF41-BAB8-A07D99604961}" presName="LevelTwoTextNode" presStyleLbl="node3" presStyleIdx="4" presStyleCnt="13">
        <dgm:presLayoutVars>
          <dgm:chPref val="3"/>
        </dgm:presLayoutVars>
      </dgm:prSet>
      <dgm:spPr/>
    </dgm:pt>
    <dgm:pt modelId="{EA6CE3D4-245A-F54D-8F58-59316DD4B8EE}" type="pres">
      <dgm:prSet presAssocID="{A6AC927F-1730-CF41-BAB8-A07D99604961}" presName="level3hierChild" presStyleCnt="0"/>
      <dgm:spPr/>
    </dgm:pt>
    <dgm:pt modelId="{7F96796C-C07D-BF4F-8E58-C16353D3F824}" type="pres">
      <dgm:prSet presAssocID="{4E371A48-1C0C-E946-B8F6-A5A1D73D6C4B}" presName="conn2-1" presStyleLbl="parChTrans1D3" presStyleIdx="5" presStyleCnt="13"/>
      <dgm:spPr/>
    </dgm:pt>
    <dgm:pt modelId="{7A21AE40-D758-5D42-95A8-BD625E884E5B}" type="pres">
      <dgm:prSet presAssocID="{4E371A48-1C0C-E946-B8F6-A5A1D73D6C4B}" presName="connTx" presStyleLbl="parChTrans1D3" presStyleIdx="5" presStyleCnt="13"/>
      <dgm:spPr/>
    </dgm:pt>
    <dgm:pt modelId="{042BF8EE-6CFC-3C43-9151-88E59E426E2A}" type="pres">
      <dgm:prSet presAssocID="{061824D2-59D4-594D-8A75-75900B934140}" presName="root2" presStyleCnt="0"/>
      <dgm:spPr/>
    </dgm:pt>
    <dgm:pt modelId="{630C70C2-98BA-4C43-BBF3-90012627F390}" type="pres">
      <dgm:prSet presAssocID="{061824D2-59D4-594D-8A75-75900B934140}" presName="LevelTwoTextNode" presStyleLbl="node3" presStyleIdx="5" presStyleCnt="13">
        <dgm:presLayoutVars>
          <dgm:chPref val="3"/>
        </dgm:presLayoutVars>
      </dgm:prSet>
      <dgm:spPr/>
    </dgm:pt>
    <dgm:pt modelId="{1097E3FB-BA35-5B44-B6C2-00CF0B147F44}" type="pres">
      <dgm:prSet presAssocID="{061824D2-59D4-594D-8A75-75900B934140}" presName="level3hierChild" presStyleCnt="0"/>
      <dgm:spPr/>
    </dgm:pt>
    <dgm:pt modelId="{755BBBFA-A412-C447-A480-981168CAC6AE}" type="pres">
      <dgm:prSet presAssocID="{52088582-4BFF-444F-9E0D-E57B1595A8BF}" presName="conn2-1" presStyleLbl="parChTrans1D2" presStyleIdx="4" presStyleCnt="6"/>
      <dgm:spPr/>
    </dgm:pt>
    <dgm:pt modelId="{D39F3DA7-E824-CE45-A30B-875B31575679}" type="pres">
      <dgm:prSet presAssocID="{52088582-4BFF-444F-9E0D-E57B1595A8BF}" presName="connTx" presStyleLbl="parChTrans1D2" presStyleIdx="4" presStyleCnt="6"/>
      <dgm:spPr/>
    </dgm:pt>
    <dgm:pt modelId="{D7232CD6-ACD0-C54E-8E86-B3D2A740B3EB}" type="pres">
      <dgm:prSet presAssocID="{A42B4E43-5F5C-0C4E-8CFA-3C24E0B2B6DC}" presName="root2" presStyleCnt="0"/>
      <dgm:spPr/>
    </dgm:pt>
    <dgm:pt modelId="{FA77436F-D761-F34A-ADC6-CCE7D8E18220}" type="pres">
      <dgm:prSet presAssocID="{A42B4E43-5F5C-0C4E-8CFA-3C24E0B2B6DC}" presName="LevelTwoTextNode" presStyleLbl="node2" presStyleIdx="4" presStyleCnt="6">
        <dgm:presLayoutVars>
          <dgm:chPref val="3"/>
        </dgm:presLayoutVars>
      </dgm:prSet>
      <dgm:spPr/>
    </dgm:pt>
    <dgm:pt modelId="{86AF225E-8132-3646-ABE0-2D31F2F5214C}" type="pres">
      <dgm:prSet presAssocID="{A42B4E43-5F5C-0C4E-8CFA-3C24E0B2B6DC}" presName="level3hierChild" presStyleCnt="0"/>
      <dgm:spPr/>
    </dgm:pt>
    <dgm:pt modelId="{E9562403-7DFF-6346-96AF-A9B09E093267}" type="pres">
      <dgm:prSet presAssocID="{F2E3CDC9-E798-1841-876F-3E0D539917BB}" presName="conn2-1" presStyleLbl="parChTrans1D2" presStyleIdx="5" presStyleCnt="6"/>
      <dgm:spPr/>
    </dgm:pt>
    <dgm:pt modelId="{21F3A183-984F-8040-AD48-AD25F7AA015C}" type="pres">
      <dgm:prSet presAssocID="{F2E3CDC9-E798-1841-876F-3E0D539917BB}" presName="connTx" presStyleLbl="parChTrans1D2" presStyleIdx="5" presStyleCnt="6"/>
      <dgm:spPr/>
    </dgm:pt>
    <dgm:pt modelId="{474F393B-038C-334E-8B2E-4DAA6E754DDA}" type="pres">
      <dgm:prSet presAssocID="{E952E972-6BF9-E74B-9B09-9C49DFC52BDC}" presName="root2" presStyleCnt="0"/>
      <dgm:spPr/>
    </dgm:pt>
    <dgm:pt modelId="{3594A93A-325F-EA4E-8C01-0D5FAD6E713A}" type="pres">
      <dgm:prSet presAssocID="{E952E972-6BF9-E74B-9B09-9C49DFC52BDC}" presName="LevelTwoTextNode" presStyleLbl="node2" presStyleIdx="5" presStyleCnt="6">
        <dgm:presLayoutVars>
          <dgm:chPref val="3"/>
        </dgm:presLayoutVars>
      </dgm:prSet>
      <dgm:spPr/>
    </dgm:pt>
    <dgm:pt modelId="{FF4E26E4-B305-D743-B070-DF1EE77627F2}" type="pres">
      <dgm:prSet presAssocID="{E952E972-6BF9-E74B-9B09-9C49DFC52BDC}" presName="level3hierChild" presStyleCnt="0"/>
      <dgm:spPr/>
    </dgm:pt>
    <dgm:pt modelId="{FE85B7EA-C9C4-AB46-A6D8-AEB75D80B171}" type="pres">
      <dgm:prSet presAssocID="{21960059-CB5E-7043-B1EA-DC029F588B22}" presName="conn2-1" presStyleLbl="parChTrans1D3" presStyleIdx="6" presStyleCnt="13"/>
      <dgm:spPr/>
    </dgm:pt>
    <dgm:pt modelId="{CB68B45B-DA9C-4743-9FFF-D73E5C3B95EA}" type="pres">
      <dgm:prSet presAssocID="{21960059-CB5E-7043-B1EA-DC029F588B22}" presName="connTx" presStyleLbl="parChTrans1D3" presStyleIdx="6" presStyleCnt="13"/>
      <dgm:spPr/>
    </dgm:pt>
    <dgm:pt modelId="{5776FE0B-24B3-F74F-9588-8D2A6673461A}" type="pres">
      <dgm:prSet presAssocID="{7568F133-287A-0D4E-8A58-A73B6C340109}" presName="root2" presStyleCnt="0"/>
      <dgm:spPr/>
    </dgm:pt>
    <dgm:pt modelId="{68599FE8-8349-3B43-8536-FD9C85674484}" type="pres">
      <dgm:prSet presAssocID="{7568F133-287A-0D4E-8A58-A73B6C340109}" presName="LevelTwoTextNode" presStyleLbl="node3" presStyleIdx="6" presStyleCnt="13">
        <dgm:presLayoutVars>
          <dgm:chPref val="3"/>
        </dgm:presLayoutVars>
      </dgm:prSet>
      <dgm:spPr/>
    </dgm:pt>
    <dgm:pt modelId="{C36F6993-CB2E-CC47-B05A-35FF46A36660}" type="pres">
      <dgm:prSet presAssocID="{7568F133-287A-0D4E-8A58-A73B6C340109}" presName="level3hierChild" presStyleCnt="0"/>
      <dgm:spPr/>
    </dgm:pt>
    <dgm:pt modelId="{DD118BE2-0DF1-0F40-86AF-F0A6CB265025}" type="pres">
      <dgm:prSet presAssocID="{C87B6685-63F7-4940-ACEC-4E3717539E3A}" presName="conn2-1" presStyleLbl="parChTrans1D3" presStyleIdx="7" presStyleCnt="13"/>
      <dgm:spPr/>
    </dgm:pt>
    <dgm:pt modelId="{62F1FD45-5E87-054A-9DA5-164EDD952FE0}" type="pres">
      <dgm:prSet presAssocID="{C87B6685-63F7-4940-ACEC-4E3717539E3A}" presName="connTx" presStyleLbl="parChTrans1D3" presStyleIdx="7" presStyleCnt="13"/>
      <dgm:spPr/>
    </dgm:pt>
    <dgm:pt modelId="{882F29F0-19C9-464F-89C6-31962987025B}" type="pres">
      <dgm:prSet presAssocID="{630F36CF-5F2A-6D49-B719-D16C2A24767C}" presName="root2" presStyleCnt="0"/>
      <dgm:spPr/>
    </dgm:pt>
    <dgm:pt modelId="{F2A235D8-FCA4-1949-9803-47404477A6FE}" type="pres">
      <dgm:prSet presAssocID="{630F36CF-5F2A-6D49-B719-D16C2A24767C}" presName="LevelTwoTextNode" presStyleLbl="node3" presStyleIdx="7" presStyleCnt="13">
        <dgm:presLayoutVars>
          <dgm:chPref val="3"/>
        </dgm:presLayoutVars>
      </dgm:prSet>
      <dgm:spPr/>
    </dgm:pt>
    <dgm:pt modelId="{9C7138BF-ED6A-5B49-B4D9-E2A1468F3272}" type="pres">
      <dgm:prSet presAssocID="{630F36CF-5F2A-6D49-B719-D16C2A24767C}" presName="level3hierChild" presStyleCnt="0"/>
      <dgm:spPr/>
    </dgm:pt>
    <dgm:pt modelId="{3AC11C1A-8B23-9F44-84A4-8D95B566A4ED}" type="pres">
      <dgm:prSet presAssocID="{F1789D9A-AD97-0941-AD68-791B301CF64E}" presName="conn2-1" presStyleLbl="parChTrans1D3" presStyleIdx="8" presStyleCnt="13"/>
      <dgm:spPr/>
    </dgm:pt>
    <dgm:pt modelId="{A5245567-4761-7145-85AE-FA2132FAD724}" type="pres">
      <dgm:prSet presAssocID="{F1789D9A-AD97-0941-AD68-791B301CF64E}" presName="connTx" presStyleLbl="parChTrans1D3" presStyleIdx="8" presStyleCnt="13"/>
      <dgm:spPr/>
    </dgm:pt>
    <dgm:pt modelId="{E88E610D-816B-7F4C-9079-BD95E5748EA5}" type="pres">
      <dgm:prSet presAssocID="{154BCD53-E391-884D-A6A2-C6832CA0B9D4}" presName="root2" presStyleCnt="0"/>
      <dgm:spPr/>
    </dgm:pt>
    <dgm:pt modelId="{BA28A616-A65B-EC41-9478-36A4EE50F60E}" type="pres">
      <dgm:prSet presAssocID="{154BCD53-E391-884D-A6A2-C6832CA0B9D4}" presName="LevelTwoTextNode" presStyleLbl="node3" presStyleIdx="8" presStyleCnt="13">
        <dgm:presLayoutVars>
          <dgm:chPref val="3"/>
        </dgm:presLayoutVars>
      </dgm:prSet>
      <dgm:spPr/>
    </dgm:pt>
    <dgm:pt modelId="{F3A7CFA9-6958-EE44-8163-12916E3C400B}" type="pres">
      <dgm:prSet presAssocID="{154BCD53-E391-884D-A6A2-C6832CA0B9D4}" presName="level3hierChild" presStyleCnt="0"/>
      <dgm:spPr/>
    </dgm:pt>
    <dgm:pt modelId="{8547682C-B1AD-FF4F-AD3F-B045EEE8FB8F}" type="pres">
      <dgm:prSet presAssocID="{F92AC326-6E5C-824F-879E-BBD09B5C601C}" presName="conn2-1" presStyleLbl="parChTrans1D3" presStyleIdx="9" presStyleCnt="13"/>
      <dgm:spPr/>
    </dgm:pt>
    <dgm:pt modelId="{F34D7771-D818-9B4B-8A51-CDEABBDC3C49}" type="pres">
      <dgm:prSet presAssocID="{F92AC326-6E5C-824F-879E-BBD09B5C601C}" presName="connTx" presStyleLbl="parChTrans1D3" presStyleIdx="9" presStyleCnt="13"/>
      <dgm:spPr/>
    </dgm:pt>
    <dgm:pt modelId="{81AD595C-13D8-994E-A008-A0055F5CD447}" type="pres">
      <dgm:prSet presAssocID="{63F001E0-130F-584E-87EC-7F1520CA202A}" presName="root2" presStyleCnt="0"/>
      <dgm:spPr/>
    </dgm:pt>
    <dgm:pt modelId="{A8F96A19-9C49-0541-B721-94CE715AAA6A}" type="pres">
      <dgm:prSet presAssocID="{63F001E0-130F-584E-87EC-7F1520CA202A}" presName="LevelTwoTextNode" presStyleLbl="node3" presStyleIdx="9" presStyleCnt="13">
        <dgm:presLayoutVars>
          <dgm:chPref val="3"/>
        </dgm:presLayoutVars>
      </dgm:prSet>
      <dgm:spPr/>
    </dgm:pt>
    <dgm:pt modelId="{A349223C-5880-CA4E-8C81-5373EBF9759E}" type="pres">
      <dgm:prSet presAssocID="{63F001E0-130F-584E-87EC-7F1520CA202A}" presName="level3hierChild" presStyleCnt="0"/>
      <dgm:spPr/>
    </dgm:pt>
    <dgm:pt modelId="{E770EFF8-80A3-A446-9EFE-FB6B4038B1C2}" type="pres">
      <dgm:prSet presAssocID="{6BFAC2D7-928F-A64B-BE4F-C70B2C257B16}" presName="conn2-1" presStyleLbl="parChTrans1D3" presStyleIdx="10" presStyleCnt="13"/>
      <dgm:spPr/>
    </dgm:pt>
    <dgm:pt modelId="{06DEE5B8-7CDC-A04A-B49E-DC2F1FC32406}" type="pres">
      <dgm:prSet presAssocID="{6BFAC2D7-928F-A64B-BE4F-C70B2C257B16}" presName="connTx" presStyleLbl="parChTrans1D3" presStyleIdx="10" presStyleCnt="13"/>
      <dgm:spPr/>
    </dgm:pt>
    <dgm:pt modelId="{343663A8-C3CA-A44F-9F46-41E9CDC9C380}" type="pres">
      <dgm:prSet presAssocID="{7F6C7AC2-1163-5F43-873F-D8CC26D15495}" presName="root2" presStyleCnt="0"/>
      <dgm:spPr/>
    </dgm:pt>
    <dgm:pt modelId="{A984E323-9D4A-A14D-B68D-F9CF7EB6E909}" type="pres">
      <dgm:prSet presAssocID="{7F6C7AC2-1163-5F43-873F-D8CC26D15495}" presName="LevelTwoTextNode" presStyleLbl="node3" presStyleIdx="10" presStyleCnt="13">
        <dgm:presLayoutVars>
          <dgm:chPref val="3"/>
        </dgm:presLayoutVars>
      </dgm:prSet>
      <dgm:spPr/>
    </dgm:pt>
    <dgm:pt modelId="{EF65918C-784A-3948-A824-8F2B88B25A72}" type="pres">
      <dgm:prSet presAssocID="{7F6C7AC2-1163-5F43-873F-D8CC26D15495}" presName="level3hierChild" presStyleCnt="0"/>
      <dgm:spPr/>
    </dgm:pt>
    <dgm:pt modelId="{35AD89C0-A513-A840-A2D9-D70539D863CC}" type="pres">
      <dgm:prSet presAssocID="{4D8AB01B-D9C4-164C-9523-01253A4DCF63}" presName="conn2-1" presStyleLbl="parChTrans1D3" presStyleIdx="11" presStyleCnt="13"/>
      <dgm:spPr/>
    </dgm:pt>
    <dgm:pt modelId="{91481EE6-5741-D341-9BA3-88F9EC2EEC15}" type="pres">
      <dgm:prSet presAssocID="{4D8AB01B-D9C4-164C-9523-01253A4DCF63}" presName="connTx" presStyleLbl="parChTrans1D3" presStyleIdx="11" presStyleCnt="13"/>
      <dgm:spPr/>
    </dgm:pt>
    <dgm:pt modelId="{EEA9A200-1C58-504F-BD82-1BF11F4EB9BD}" type="pres">
      <dgm:prSet presAssocID="{C5AFDD2D-3691-2C46-8265-2764A80F41AC}" presName="root2" presStyleCnt="0"/>
      <dgm:spPr/>
    </dgm:pt>
    <dgm:pt modelId="{3D44F293-3ECF-D640-B249-8CFC59823C2E}" type="pres">
      <dgm:prSet presAssocID="{C5AFDD2D-3691-2C46-8265-2764A80F41AC}" presName="LevelTwoTextNode" presStyleLbl="node3" presStyleIdx="11" presStyleCnt="13">
        <dgm:presLayoutVars>
          <dgm:chPref val="3"/>
        </dgm:presLayoutVars>
      </dgm:prSet>
      <dgm:spPr/>
    </dgm:pt>
    <dgm:pt modelId="{D659B510-F565-FC4A-8A75-4B2BB9D31BD8}" type="pres">
      <dgm:prSet presAssocID="{C5AFDD2D-3691-2C46-8265-2764A80F41AC}" presName="level3hierChild" presStyleCnt="0"/>
      <dgm:spPr/>
    </dgm:pt>
    <dgm:pt modelId="{F4FD2414-5713-9F40-A3B3-847AB513CE18}" type="pres">
      <dgm:prSet presAssocID="{5219A73F-72E1-5E4B-9C36-77667B0DE71D}" presName="conn2-1" presStyleLbl="parChTrans1D3" presStyleIdx="12" presStyleCnt="13"/>
      <dgm:spPr/>
    </dgm:pt>
    <dgm:pt modelId="{ED99893A-AE5C-6C49-9160-C01AD5DD2DE6}" type="pres">
      <dgm:prSet presAssocID="{5219A73F-72E1-5E4B-9C36-77667B0DE71D}" presName="connTx" presStyleLbl="parChTrans1D3" presStyleIdx="12" presStyleCnt="13"/>
      <dgm:spPr/>
    </dgm:pt>
    <dgm:pt modelId="{5768644C-4EA2-EB44-85CA-719757CFF3F9}" type="pres">
      <dgm:prSet presAssocID="{6F1CB92E-2139-994E-A579-3EB9AE95725D}" presName="root2" presStyleCnt="0"/>
      <dgm:spPr/>
    </dgm:pt>
    <dgm:pt modelId="{AEAE496E-425B-A647-B2CD-1A07C6677C9E}" type="pres">
      <dgm:prSet presAssocID="{6F1CB92E-2139-994E-A579-3EB9AE95725D}" presName="LevelTwoTextNode" presStyleLbl="node3" presStyleIdx="12" presStyleCnt="13">
        <dgm:presLayoutVars>
          <dgm:chPref val="3"/>
        </dgm:presLayoutVars>
      </dgm:prSet>
      <dgm:spPr/>
    </dgm:pt>
    <dgm:pt modelId="{7E42CD05-6890-214D-9E4C-C403A99EF5CA}" type="pres">
      <dgm:prSet presAssocID="{6F1CB92E-2139-994E-A579-3EB9AE95725D}" presName="level3hierChild" presStyleCnt="0"/>
      <dgm:spPr/>
    </dgm:pt>
  </dgm:ptLst>
  <dgm:cxnLst>
    <dgm:cxn modelId="{DD96A202-6524-8243-9052-D55DB0A143DC}" type="presOf" srcId="{20A724E3-8C08-B844-BEB2-913BA3BB4E7F}" destId="{733F282B-87D6-9242-BEB6-1F5DC6BA2316}" srcOrd="0" destOrd="0" presId="urn:microsoft.com/office/officeart/2005/8/layout/hierarchy2"/>
    <dgm:cxn modelId="{C41ECE02-D851-F94E-B4D9-03BB98863FF5}" type="presOf" srcId="{E952E972-6BF9-E74B-9B09-9C49DFC52BDC}" destId="{3594A93A-325F-EA4E-8C01-0D5FAD6E713A}" srcOrd="0" destOrd="0" presId="urn:microsoft.com/office/officeart/2005/8/layout/hierarchy2"/>
    <dgm:cxn modelId="{F3F49F05-8932-D248-BE6A-8342842C1358}" srcId="{E952E972-6BF9-E74B-9B09-9C49DFC52BDC}" destId="{63F001E0-130F-584E-87EC-7F1520CA202A}" srcOrd="3" destOrd="0" parTransId="{F92AC326-6E5C-824F-879E-BBD09B5C601C}" sibTransId="{04D05358-7335-CA48-BF2E-22957F961A75}"/>
    <dgm:cxn modelId="{0A95AD10-EE91-8247-92B6-023850C72820}" srcId="{1ACCDCEE-DCC9-D649-9927-CE4F657AED19}" destId="{4542F1FD-276F-FD43-B23A-EBBB409B4AFC}" srcOrd="0" destOrd="0" parTransId="{A7B57613-60D5-6B4A-BC6C-2752B8A63BC7}" sibTransId="{2447C93D-755B-CB49-BA71-D1A32E2C7A83}"/>
    <dgm:cxn modelId="{5132D411-B2CC-9C4C-AB99-C553D577B1D3}" type="presOf" srcId="{F473F134-E9AF-B243-9CAB-CDFA0028DF33}" destId="{87B5E9D2-6ED4-B24D-9E4D-C42B4A6615F7}" srcOrd="0" destOrd="0" presId="urn:microsoft.com/office/officeart/2005/8/layout/hierarchy2"/>
    <dgm:cxn modelId="{2B27C017-E84E-B64C-8D1C-5ED1AE46EAA4}" srcId="{E952E972-6BF9-E74B-9B09-9C49DFC52BDC}" destId="{7568F133-287A-0D4E-8A58-A73B6C340109}" srcOrd="0" destOrd="0" parTransId="{21960059-CB5E-7043-B1EA-DC029F588B22}" sibTransId="{A3A64DC3-6FD1-E841-9CB7-703504ED4528}"/>
    <dgm:cxn modelId="{837CA11E-B3AD-B64A-91A3-1C9B9245BAA1}" type="presOf" srcId="{F1789D9A-AD97-0941-AD68-791B301CF64E}" destId="{A5245567-4761-7145-85AE-FA2132FAD724}" srcOrd="1" destOrd="0" presId="urn:microsoft.com/office/officeart/2005/8/layout/hierarchy2"/>
    <dgm:cxn modelId="{CA8CBD1E-E87A-274E-B91A-8407D9228F73}" type="presOf" srcId="{A6AC927F-1730-CF41-BAB8-A07D99604961}" destId="{AA80752F-7094-BA4B-9CF5-05670109035D}" srcOrd="0" destOrd="0" presId="urn:microsoft.com/office/officeart/2005/8/layout/hierarchy2"/>
    <dgm:cxn modelId="{8A555123-72D2-E54F-AFF0-8FEADD54D42E}" type="presOf" srcId="{01D57731-B345-D34A-BD20-CC1A02759EE3}" destId="{7A42DCC2-1B96-814F-89BE-584630CCD76E}" srcOrd="0" destOrd="0" presId="urn:microsoft.com/office/officeart/2005/8/layout/hierarchy2"/>
    <dgm:cxn modelId="{897EA224-EED7-1E4A-8563-8BD38564E237}" type="presOf" srcId="{5219A73F-72E1-5E4B-9C36-77667B0DE71D}" destId="{ED99893A-AE5C-6C49-9160-C01AD5DD2DE6}" srcOrd="1" destOrd="0" presId="urn:microsoft.com/office/officeart/2005/8/layout/hierarchy2"/>
    <dgm:cxn modelId="{9B40FF2C-31D1-424D-91B4-6370AF2E0251}" type="presOf" srcId="{4E371A48-1C0C-E946-B8F6-A5A1D73D6C4B}" destId="{7A21AE40-D758-5D42-95A8-BD625E884E5B}" srcOrd="1" destOrd="0" presId="urn:microsoft.com/office/officeart/2005/8/layout/hierarchy2"/>
    <dgm:cxn modelId="{25104832-E454-DA49-B9E3-B46A1D340782}" type="presOf" srcId="{5219A73F-72E1-5E4B-9C36-77667B0DE71D}" destId="{F4FD2414-5713-9F40-A3B3-847AB513CE18}" srcOrd="0" destOrd="0" presId="urn:microsoft.com/office/officeart/2005/8/layout/hierarchy2"/>
    <dgm:cxn modelId="{EDA49134-DB82-FA45-AC67-A603EDE77424}" srcId="{E952E972-6BF9-E74B-9B09-9C49DFC52BDC}" destId="{630F36CF-5F2A-6D49-B719-D16C2A24767C}" srcOrd="1" destOrd="0" parTransId="{C87B6685-63F7-4940-ACEC-4E3717539E3A}" sibTransId="{A8C25703-8A8A-CA45-B099-CBC58C95FBBF}"/>
    <dgm:cxn modelId="{9AEF2939-CC00-774C-94D2-E5000B8F1D56}" type="presOf" srcId="{52088582-4BFF-444F-9E0D-E57B1595A8BF}" destId="{755BBBFA-A412-C447-A480-981168CAC6AE}" srcOrd="0" destOrd="0" presId="urn:microsoft.com/office/officeart/2005/8/layout/hierarchy2"/>
    <dgm:cxn modelId="{12966C3C-5B7F-B340-8EEC-5B49561F7E17}" type="presOf" srcId="{F92AC326-6E5C-824F-879E-BBD09B5C601C}" destId="{8547682C-B1AD-FF4F-AD3F-B045EEE8FB8F}" srcOrd="0" destOrd="0" presId="urn:microsoft.com/office/officeart/2005/8/layout/hierarchy2"/>
    <dgm:cxn modelId="{61F19D3E-4E6F-7C47-8344-8C4C3DE94FCA}" type="presOf" srcId="{6BFAC2D7-928F-A64B-BE4F-C70B2C257B16}" destId="{E770EFF8-80A3-A446-9EFE-FB6B4038B1C2}" srcOrd="0" destOrd="0" presId="urn:microsoft.com/office/officeart/2005/8/layout/hierarchy2"/>
    <dgm:cxn modelId="{9852EB3F-C2C1-3A4A-B20C-E928967FF807}" type="presOf" srcId="{1AC26EED-D3B8-8344-8CBE-14C61ADDAA70}" destId="{7955282E-378D-9B46-B139-23E59552D268}" srcOrd="0" destOrd="0" presId="urn:microsoft.com/office/officeart/2005/8/layout/hierarchy2"/>
    <dgm:cxn modelId="{E5EDBE40-2212-7844-86BE-AEE23145ECF7}" srcId="{1ACCDCEE-DCC9-D649-9927-CE4F657AED19}" destId="{08B0FC82-4FC0-4845-92CF-5CCBDA5EBB58}" srcOrd="1" destOrd="0" parTransId="{A8E832B6-C7A0-4445-888F-E6EF9333257C}" sibTransId="{DFBC47BB-988F-764F-8806-77176407A175}"/>
    <dgm:cxn modelId="{23074242-BFEF-5448-B418-EDEB367C9B70}" type="presOf" srcId="{6F1CB92E-2139-994E-A579-3EB9AE95725D}" destId="{AEAE496E-425B-A647-B2CD-1A07C6677C9E}" srcOrd="0" destOrd="0" presId="urn:microsoft.com/office/officeart/2005/8/layout/hierarchy2"/>
    <dgm:cxn modelId="{A1096442-D481-F443-ADAF-A4E8733D6FAE}" type="presOf" srcId="{01D57731-B345-D34A-BD20-CC1A02759EE3}" destId="{4D07E08D-0C5D-7F44-8112-BF7FB2B990CC}" srcOrd="1" destOrd="0" presId="urn:microsoft.com/office/officeart/2005/8/layout/hierarchy2"/>
    <dgm:cxn modelId="{5EAC5044-5535-494A-AA85-D6FFCC0B9CF5}" srcId="{1ACCDCEE-DCC9-D649-9927-CE4F657AED19}" destId="{A42B4E43-5F5C-0C4E-8CFA-3C24E0B2B6DC}" srcOrd="4" destOrd="0" parTransId="{52088582-4BFF-444F-9E0D-E57B1595A8BF}" sibTransId="{377A4D4A-0286-1042-9CA2-B8F7BB952A92}"/>
    <dgm:cxn modelId="{6A9FF347-EDE7-054C-AD5A-94AB9A89D105}" srcId="{9294DD82-AB8F-9F46-AF07-4603B478B815}" destId="{1ACCDCEE-DCC9-D649-9927-CE4F657AED19}" srcOrd="0" destOrd="0" parTransId="{98C8C2D7-7131-E24F-A462-9F9310A80507}" sibTransId="{E55CC7A6-0918-CD4A-BECA-43597FCF4F77}"/>
    <dgm:cxn modelId="{BAE1A949-28A1-094C-8074-E732DD7AEC58}" type="presOf" srcId="{21960059-CB5E-7043-B1EA-DC029F588B22}" destId="{FE85B7EA-C9C4-AB46-A6D8-AEB75D80B171}" srcOrd="0" destOrd="0" presId="urn:microsoft.com/office/officeart/2005/8/layout/hierarchy2"/>
    <dgm:cxn modelId="{1BF46B4B-BEC8-1545-A7D0-A6E66C85FD42}" srcId="{1ACCDCEE-DCC9-D649-9927-CE4F657AED19}" destId="{E952E972-6BF9-E74B-9B09-9C49DFC52BDC}" srcOrd="5" destOrd="0" parTransId="{F2E3CDC9-E798-1841-876F-3E0D539917BB}" sibTransId="{BF90D144-A4FE-2444-8FE0-3C23C3CBE057}"/>
    <dgm:cxn modelId="{81CEE055-5A8E-3C41-B733-30ADC15732CD}" type="presOf" srcId="{8257AC3F-A36C-CB46-A416-340EEEAB2ADC}" destId="{BC0F1A03-321E-FB4F-8653-89E0C17EFA77}" srcOrd="1" destOrd="0" presId="urn:microsoft.com/office/officeart/2005/8/layout/hierarchy2"/>
    <dgm:cxn modelId="{99DE5459-BBF3-0C4E-BC21-46C012515F53}" type="presOf" srcId="{6BFAC2D7-928F-A64B-BE4F-C70B2C257B16}" destId="{06DEE5B8-7CDC-A04A-B49E-DC2F1FC32406}" srcOrd="1" destOrd="0" presId="urn:microsoft.com/office/officeart/2005/8/layout/hierarchy2"/>
    <dgm:cxn modelId="{3716C25A-DEBB-204C-9368-B497017CD6F8}" type="presOf" srcId="{061824D2-59D4-594D-8A75-75900B934140}" destId="{630C70C2-98BA-4C43-BBF3-90012627F390}" srcOrd="0" destOrd="0" presId="urn:microsoft.com/office/officeart/2005/8/layout/hierarchy2"/>
    <dgm:cxn modelId="{1914625F-CE87-D244-B61C-A7028CF168A4}" type="presOf" srcId="{4E10FBF2-1218-5B40-93CB-B5757AA15272}" destId="{40977BB9-7E66-FC42-9CBB-8C9BD112A576}" srcOrd="1" destOrd="0" presId="urn:microsoft.com/office/officeart/2005/8/layout/hierarchy2"/>
    <dgm:cxn modelId="{52BB4060-2360-ED40-B614-EA455CEB9B1D}" type="presOf" srcId="{39EA1B40-9A67-0B4A-810A-C98674A1864E}" destId="{7DAABC83-9016-184D-91CE-374F3EC7B6AB}" srcOrd="1" destOrd="0" presId="urn:microsoft.com/office/officeart/2005/8/layout/hierarchy2"/>
    <dgm:cxn modelId="{95830D68-7ABC-F745-B288-8FF25E5CFDD3}" type="presOf" srcId="{F92AC326-6E5C-824F-879E-BBD09B5C601C}" destId="{F34D7771-D818-9B4B-8A51-CDEABBDC3C49}" srcOrd="1" destOrd="0" presId="urn:microsoft.com/office/officeart/2005/8/layout/hierarchy2"/>
    <dgm:cxn modelId="{D767CE6D-618A-6A44-8862-BC25DB55B503}" type="presOf" srcId="{E01E4E38-2E10-914D-A647-09E27E868834}" destId="{A8DA8D44-F34C-3F40-96A8-E5062BA59CA0}" srcOrd="0" destOrd="0" presId="urn:microsoft.com/office/officeart/2005/8/layout/hierarchy2"/>
    <dgm:cxn modelId="{87F23272-C17F-5C4B-A3A6-A6F53879E970}" srcId="{0EC117BE-1871-0947-B6C7-4DD1A839C713}" destId="{A6AC927F-1730-CF41-BAB8-A07D99604961}" srcOrd="2" destOrd="0" parTransId="{20A724E3-8C08-B844-BEB2-913BA3BB4E7F}" sibTransId="{020AC898-F073-DE42-B0FA-69D5481AB6D3}"/>
    <dgm:cxn modelId="{8F34F372-5237-A849-9025-2DC0854E8DE2}" type="presOf" srcId="{21960059-CB5E-7043-B1EA-DC029F588B22}" destId="{CB68B45B-DA9C-4743-9FFF-D73E5C3B95EA}" srcOrd="1" destOrd="0" presId="urn:microsoft.com/office/officeart/2005/8/layout/hierarchy2"/>
    <dgm:cxn modelId="{9A784573-DFD5-604A-9280-2B8350CB369B}" srcId="{08B0FC82-4FC0-4845-92CF-5CCBDA5EBB58}" destId="{B3970361-3031-EC4B-8B56-5FD51E664636}" srcOrd="1" destOrd="0" parTransId="{6063EAED-A851-9E42-9167-CBFB0A8AC71B}" sibTransId="{BF8794AA-144A-B24A-8BB3-C58EB0966AAA}"/>
    <dgm:cxn modelId="{B9CF0175-5AC0-FD48-BFFD-A225C8731C26}" type="presOf" srcId="{A8E832B6-C7A0-4445-888F-E6EF9333257C}" destId="{37AE8C26-BA78-C640-A9D1-702CC1468160}" srcOrd="0" destOrd="0" presId="urn:microsoft.com/office/officeart/2005/8/layout/hierarchy2"/>
    <dgm:cxn modelId="{9CC78D75-ED62-034B-AC28-199ABC533478}" type="presOf" srcId="{A7B57613-60D5-6B4A-BC6C-2752B8A63BC7}" destId="{9242E0D1-778C-DE44-BC1E-2D07F1E5509D}" srcOrd="1" destOrd="0" presId="urn:microsoft.com/office/officeart/2005/8/layout/hierarchy2"/>
    <dgm:cxn modelId="{BC22C176-0449-FB48-B6D3-CC8FAA7389AC}" type="presOf" srcId="{154BCD53-E391-884D-A6A2-C6832CA0B9D4}" destId="{BA28A616-A65B-EC41-9478-36A4EE50F60E}" srcOrd="0" destOrd="0" presId="urn:microsoft.com/office/officeart/2005/8/layout/hierarchy2"/>
    <dgm:cxn modelId="{FF520078-33BA-7A40-8C61-6A8A93A9ED84}" type="presOf" srcId="{1ACCDCEE-DCC9-D649-9927-CE4F657AED19}" destId="{9465BE5A-5223-8347-AED6-BD6C1E5595EE}" srcOrd="0" destOrd="0" presId="urn:microsoft.com/office/officeart/2005/8/layout/hierarchy2"/>
    <dgm:cxn modelId="{52BFBB78-8F2A-8445-8829-78188B4C63BA}" type="presOf" srcId="{4542F1FD-276F-FD43-B23A-EBBB409B4AFC}" destId="{56771C9D-5AEE-984D-B883-E746AFF1D656}" srcOrd="0" destOrd="0" presId="urn:microsoft.com/office/officeart/2005/8/layout/hierarchy2"/>
    <dgm:cxn modelId="{8B44BB7E-F11E-274F-9C0A-E567B32BBCD0}" srcId="{08B0FC82-4FC0-4845-92CF-5CCBDA5EBB58}" destId="{E01E4E38-2E10-914D-A647-09E27E868834}" srcOrd="0" destOrd="0" parTransId="{8257AC3F-A36C-CB46-A416-340EEEAB2ADC}" sibTransId="{BD5513E0-ED5A-DA4C-8605-91CE7C8356DA}"/>
    <dgm:cxn modelId="{87A62F80-D4D0-384B-A785-F3F42789DD4B}" type="presOf" srcId="{F2E3CDC9-E798-1841-876F-3E0D539917BB}" destId="{21F3A183-984F-8040-AD48-AD25F7AA015C}" srcOrd="1" destOrd="0" presId="urn:microsoft.com/office/officeart/2005/8/layout/hierarchy2"/>
    <dgm:cxn modelId="{BB400E85-5E8B-564B-9474-9EA51265D4A2}" srcId="{0EC117BE-1871-0947-B6C7-4DD1A839C713}" destId="{EE1401BD-7D55-CA45-9166-D74B2A40D501}" srcOrd="1" destOrd="0" parTransId="{0F7C2F63-C1BC-5344-8B64-8E7259CCFFC7}" sibTransId="{19B64465-61A4-9C43-B26C-004B57FEF5BE}"/>
    <dgm:cxn modelId="{1DE07D88-E323-1145-BD38-7DE09AAB6907}" type="presOf" srcId="{EE1401BD-7D55-CA45-9166-D74B2A40D501}" destId="{57F184C7-18F0-D749-89CC-5262251ED679}" srcOrd="0" destOrd="0" presId="urn:microsoft.com/office/officeart/2005/8/layout/hierarchy2"/>
    <dgm:cxn modelId="{8E6AD28C-1179-7A4F-B12C-57DF9FD60256}" srcId="{1ACCDCEE-DCC9-D649-9927-CE4F657AED19}" destId="{1AC26EED-D3B8-8344-8CBE-14C61ADDAA70}" srcOrd="2" destOrd="0" parTransId="{4E10FBF2-1218-5B40-93CB-B5757AA15272}" sibTransId="{80799E5B-357A-9942-BEC4-5220E97F533B}"/>
    <dgm:cxn modelId="{32CA7F8E-8DD9-6442-9C96-D07A2CEDE986}" type="presOf" srcId="{C5AFDD2D-3691-2C46-8265-2764A80F41AC}" destId="{3D44F293-3ECF-D640-B249-8CFC59823C2E}" srcOrd="0" destOrd="0" presId="urn:microsoft.com/office/officeart/2005/8/layout/hierarchy2"/>
    <dgm:cxn modelId="{82913D92-2C3A-544B-874C-74BD0731290F}" type="presOf" srcId="{7F6C7AC2-1163-5F43-873F-D8CC26D15495}" destId="{A984E323-9D4A-A14D-B68D-F9CF7EB6E909}" srcOrd="0" destOrd="0" presId="urn:microsoft.com/office/officeart/2005/8/layout/hierarchy2"/>
    <dgm:cxn modelId="{AA20E899-67D1-E149-BEC2-98603C48B8CC}" srcId="{E952E972-6BF9-E74B-9B09-9C49DFC52BDC}" destId="{6F1CB92E-2139-994E-A579-3EB9AE95725D}" srcOrd="6" destOrd="0" parTransId="{5219A73F-72E1-5E4B-9C36-77667B0DE71D}" sibTransId="{A0714816-B38D-184D-8C7B-4AA31E72F9EF}"/>
    <dgm:cxn modelId="{09C52E9B-FC23-4C4B-8818-C70781E71D68}" type="presOf" srcId="{20A724E3-8C08-B844-BEB2-913BA3BB4E7F}" destId="{DF5A290D-04F1-AC40-81DB-95CEF45DECF8}" srcOrd="1" destOrd="0" presId="urn:microsoft.com/office/officeart/2005/8/layout/hierarchy2"/>
    <dgm:cxn modelId="{166C59A0-32C5-2940-B5F7-EE726C2CAA71}" type="presOf" srcId="{0F7C2F63-C1BC-5344-8B64-8E7259CCFFC7}" destId="{1323FB66-77FC-3D44-8A2F-978D86B50102}" srcOrd="1" destOrd="0" presId="urn:microsoft.com/office/officeart/2005/8/layout/hierarchy2"/>
    <dgm:cxn modelId="{74B195A5-0FF2-A648-9262-345A13F8932C}" srcId="{E952E972-6BF9-E74B-9B09-9C49DFC52BDC}" destId="{154BCD53-E391-884D-A6A2-C6832CA0B9D4}" srcOrd="2" destOrd="0" parTransId="{F1789D9A-AD97-0941-AD68-791B301CF64E}" sibTransId="{134585D0-754C-A340-871C-A7A82FD01697}"/>
    <dgm:cxn modelId="{A95DD5A8-266B-0946-BDDC-3689FBBF1BDF}" type="presOf" srcId="{6063EAED-A851-9E42-9167-CBFB0A8AC71B}" destId="{ACEA5C7D-8542-B842-B8D1-98E4F7023721}" srcOrd="0" destOrd="0" presId="urn:microsoft.com/office/officeart/2005/8/layout/hierarchy2"/>
    <dgm:cxn modelId="{3204C9AA-FC6E-3A45-B958-58682A25B740}" type="presOf" srcId="{630F36CF-5F2A-6D49-B719-D16C2A24767C}" destId="{F2A235D8-FCA4-1949-9803-47404477A6FE}" srcOrd="0" destOrd="0" presId="urn:microsoft.com/office/officeart/2005/8/layout/hierarchy2"/>
    <dgm:cxn modelId="{C843C8AD-DD90-3146-8311-90163471CA06}" type="presOf" srcId="{4D8AB01B-D9C4-164C-9523-01253A4DCF63}" destId="{35AD89C0-A513-A840-A2D9-D70539D863CC}" srcOrd="0" destOrd="0" presId="urn:microsoft.com/office/officeart/2005/8/layout/hierarchy2"/>
    <dgm:cxn modelId="{31AAB1B9-2709-9C46-8E6A-0AE8CA1DAEB9}" type="presOf" srcId="{A7B57613-60D5-6B4A-BC6C-2752B8A63BC7}" destId="{34683D4C-E6EC-8E41-97FA-15156AABA363}" srcOrd="0" destOrd="0" presId="urn:microsoft.com/office/officeart/2005/8/layout/hierarchy2"/>
    <dgm:cxn modelId="{A2169FBE-B9F2-D642-B5F6-524E53022560}" srcId="{E952E972-6BF9-E74B-9B09-9C49DFC52BDC}" destId="{7F6C7AC2-1163-5F43-873F-D8CC26D15495}" srcOrd="4" destOrd="0" parTransId="{6BFAC2D7-928F-A64B-BE4F-C70B2C257B16}" sibTransId="{19276121-729D-5C45-BCEC-FDFDD4B3BBD1}"/>
    <dgm:cxn modelId="{ADD661BF-4BFE-3F40-9867-CDD80B1CF3F6}" type="presOf" srcId="{4E371A48-1C0C-E946-B8F6-A5A1D73D6C4B}" destId="{7F96796C-C07D-BF4F-8E58-C16353D3F824}" srcOrd="0" destOrd="0" presId="urn:microsoft.com/office/officeart/2005/8/layout/hierarchy2"/>
    <dgm:cxn modelId="{1F4D08C0-1BEB-6A4C-BD8C-EFB3F8CB80D6}" srcId="{0EC117BE-1871-0947-B6C7-4DD1A839C713}" destId="{F473F134-E9AF-B243-9CAB-CDFA0028DF33}" srcOrd="0" destOrd="0" parTransId="{01D57731-B345-D34A-BD20-CC1A02759EE3}" sibTransId="{2840A9B5-A63F-8046-8FCE-82D7DB35021D}"/>
    <dgm:cxn modelId="{A3CEC6C6-FDEA-954F-9792-4F37D9CFECE5}" type="presOf" srcId="{8257AC3F-A36C-CB46-A416-340EEEAB2ADC}" destId="{4F63574E-228F-4D40-8C38-48E617E0C2CF}" srcOrd="0" destOrd="0" presId="urn:microsoft.com/office/officeart/2005/8/layout/hierarchy2"/>
    <dgm:cxn modelId="{36297EC7-AB1A-EB44-A8DE-143B16C65843}" type="presOf" srcId="{7568F133-287A-0D4E-8A58-A73B6C340109}" destId="{68599FE8-8349-3B43-8536-FD9C85674484}" srcOrd="0" destOrd="0" presId="urn:microsoft.com/office/officeart/2005/8/layout/hierarchy2"/>
    <dgm:cxn modelId="{8CEF50C8-FBF3-BD43-9484-9624780858C9}" type="presOf" srcId="{4D8AB01B-D9C4-164C-9523-01253A4DCF63}" destId="{91481EE6-5741-D341-9BA3-88F9EC2EEC15}" srcOrd="1" destOrd="0" presId="urn:microsoft.com/office/officeart/2005/8/layout/hierarchy2"/>
    <dgm:cxn modelId="{CF9AE6CD-3F6E-1249-BD9A-E97C13BDEBDD}" type="presOf" srcId="{0F7C2F63-C1BC-5344-8B64-8E7259CCFFC7}" destId="{E14C0AC2-27DF-1A4D-AA96-EFFB4C0EEEFB}" srcOrd="0" destOrd="0" presId="urn:microsoft.com/office/officeart/2005/8/layout/hierarchy2"/>
    <dgm:cxn modelId="{D786FCCD-C01D-5D47-8321-5B19173441C0}" type="presOf" srcId="{08B0FC82-4FC0-4845-92CF-5CCBDA5EBB58}" destId="{E04C1F86-B721-3D46-9854-3CB9CA71CF1D}" srcOrd="0" destOrd="0" presId="urn:microsoft.com/office/officeart/2005/8/layout/hierarchy2"/>
    <dgm:cxn modelId="{E12913D1-8F07-124B-9EBF-0899DB73DE2C}" type="presOf" srcId="{9294DD82-AB8F-9F46-AF07-4603B478B815}" destId="{0A3FFA20-753E-1B48-A077-D8A9F8DB3165}" srcOrd="0" destOrd="0" presId="urn:microsoft.com/office/officeart/2005/8/layout/hierarchy2"/>
    <dgm:cxn modelId="{6CFA57D1-A7AB-0E49-B7BC-F3951B387010}" type="presOf" srcId="{63F001E0-130F-584E-87EC-7F1520CA202A}" destId="{A8F96A19-9C49-0541-B721-94CE715AAA6A}" srcOrd="0" destOrd="0" presId="urn:microsoft.com/office/officeart/2005/8/layout/hierarchy2"/>
    <dgm:cxn modelId="{18A845D6-A019-F941-ABF9-A9DF8A331F72}" type="presOf" srcId="{0EC117BE-1871-0947-B6C7-4DD1A839C713}" destId="{A85FA937-1690-2741-9CAF-EC59FB0758D0}" srcOrd="0" destOrd="0" presId="urn:microsoft.com/office/officeart/2005/8/layout/hierarchy2"/>
    <dgm:cxn modelId="{B35DBCDB-9813-5845-81CE-EE007D7CB056}" srcId="{E952E972-6BF9-E74B-9B09-9C49DFC52BDC}" destId="{C5AFDD2D-3691-2C46-8265-2764A80F41AC}" srcOrd="5" destOrd="0" parTransId="{4D8AB01B-D9C4-164C-9523-01253A4DCF63}" sibTransId="{FB416480-9704-D542-A06A-EC62ED18D1E9}"/>
    <dgm:cxn modelId="{2B2DDADF-D91B-064C-878F-5A89A5C9C338}" srcId="{0EC117BE-1871-0947-B6C7-4DD1A839C713}" destId="{061824D2-59D4-594D-8A75-75900B934140}" srcOrd="3" destOrd="0" parTransId="{4E371A48-1C0C-E946-B8F6-A5A1D73D6C4B}" sibTransId="{8F9D0BA1-8679-7240-A790-06DAA1FEC485}"/>
    <dgm:cxn modelId="{965F89E2-48F7-DA45-B9AB-06FF5FD1EAF6}" srcId="{1ACCDCEE-DCC9-D649-9927-CE4F657AED19}" destId="{0EC117BE-1871-0947-B6C7-4DD1A839C713}" srcOrd="3" destOrd="0" parTransId="{39EA1B40-9A67-0B4A-810A-C98674A1864E}" sibTransId="{BAC62382-D947-D642-A481-FF45B3C4A22F}"/>
    <dgm:cxn modelId="{D58B6DE6-5394-DF4C-B428-C1ECE6EE3032}" type="presOf" srcId="{A8E832B6-C7A0-4445-888F-E6EF9333257C}" destId="{DD1F49EB-A826-0945-8205-CC24862E656F}" srcOrd="1" destOrd="0" presId="urn:microsoft.com/office/officeart/2005/8/layout/hierarchy2"/>
    <dgm:cxn modelId="{AF9765E7-5FC9-C64F-85F9-4C2FE46AF9D9}" type="presOf" srcId="{C87B6685-63F7-4940-ACEC-4E3717539E3A}" destId="{DD118BE2-0DF1-0F40-86AF-F0A6CB265025}" srcOrd="0" destOrd="0" presId="urn:microsoft.com/office/officeart/2005/8/layout/hierarchy2"/>
    <dgm:cxn modelId="{1B4C4FE9-71A9-F34B-A446-D832DC23E179}" type="presOf" srcId="{B3970361-3031-EC4B-8B56-5FD51E664636}" destId="{87142E99-6B18-D949-804C-36A81E2C856A}" srcOrd="0" destOrd="0" presId="urn:microsoft.com/office/officeart/2005/8/layout/hierarchy2"/>
    <dgm:cxn modelId="{256075E9-8A91-DC45-A2FA-46D633DB38F9}" type="presOf" srcId="{4E10FBF2-1218-5B40-93CB-B5757AA15272}" destId="{A37EB65C-C14B-6A46-A787-8CFD0BD0B335}" srcOrd="0" destOrd="0" presId="urn:microsoft.com/office/officeart/2005/8/layout/hierarchy2"/>
    <dgm:cxn modelId="{FC4D8EF1-E777-114C-83B7-EF3C85B774BE}" type="presOf" srcId="{F2E3CDC9-E798-1841-876F-3E0D539917BB}" destId="{E9562403-7DFF-6346-96AF-A9B09E093267}" srcOrd="0" destOrd="0" presId="urn:microsoft.com/office/officeart/2005/8/layout/hierarchy2"/>
    <dgm:cxn modelId="{D85FA1F3-6F98-1242-B4C9-030389850CCC}" type="presOf" srcId="{39EA1B40-9A67-0B4A-810A-C98674A1864E}" destId="{DB88C80F-6A8B-0C4C-9C8C-FB668E4ECB37}" srcOrd="0" destOrd="0" presId="urn:microsoft.com/office/officeart/2005/8/layout/hierarchy2"/>
    <dgm:cxn modelId="{B88553F8-8141-2846-9742-8F058AFF9CE2}" type="presOf" srcId="{F1789D9A-AD97-0941-AD68-791B301CF64E}" destId="{3AC11C1A-8B23-9F44-84A4-8D95B566A4ED}" srcOrd="0" destOrd="0" presId="urn:microsoft.com/office/officeart/2005/8/layout/hierarchy2"/>
    <dgm:cxn modelId="{5A4D7EF9-2039-9943-BF3C-0846F9EACECE}" type="presOf" srcId="{52088582-4BFF-444F-9E0D-E57B1595A8BF}" destId="{D39F3DA7-E824-CE45-A30B-875B31575679}" srcOrd="1" destOrd="0" presId="urn:microsoft.com/office/officeart/2005/8/layout/hierarchy2"/>
    <dgm:cxn modelId="{CC4B3BFB-A9B8-3A4F-B1B4-4D84CF28A26A}" type="presOf" srcId="{6063EAED-A851-9E42-9167-CBFB0A8AC71B}" destId="{6485057D-E9E7-294F-843E-0E042B636418}" srcOrd="1" destOrd="0" presId="urn:microsoft.com/office/officeart/2005/8/layout/hierarchy2"/>
    <dgm:cxn modelId="{FE41F1FC-9313-AE42-A5B3-DF68FD6994D2}" type="presOf" srcId="{A42B4E43-5F5C-0C4E-8CFA-3C24E0B2B6DC}" destId="{FA77436F-D761-F34A-ADC6-CCE7D8E18220}" srcOrd="0" destOrd="0" presId="urn:microsoft.com/office/officeart/2005/8/layout/hierarchy2"/>
    <dgm:cxn modelId="{491568FF-5257-FE43-9EF2-0CC814F1F46A}" type="presOf" srcId="{C87B6685-63F7-4940-ACEC-4E3717539E3A}" destId="{62F1FD45-5E87-054A-9DA5-164EDD952FE0}" srcOrd="1" destOrd="0" presId="urn:microsoft.com/office/officeart/2005/8/layout/hierarchy2"/>
    <dgm:cxn modelId="{9EA30B56-C54F-7240-923D-9D973A7BBEB1}" type="presParOf" srcId="{0A3FFA20-753E-1B48-A077-D8A9F8DB3165}" destId="{34FCD5F7-0914-1646-85A2-BE79A1A14A89}" srcOrd="0" destOrd="0" presId="urn:microsoft.com/office/officeart/2005/8/layout/hierarchy2"/>
    <dgm:cxn modelId="{523774A6-060F-9946-B09F-4C2592075E6A}" type="presParOf" srcId="{34FCD5F7-0914-1646-85A2-BE79A1A14A89}" destId="{9465BE5A-5223-8347-AED6-BD6C1E5595EE}" srcOrd="0" destOrd="0" presId="urn:microsoft.com/office/officeart/2005/8/layout/hierarchy2"/>
    <dgm:cxn modelId="{157016EB-7116-5549-A482-A1C34A180075}" type="presParOf" srcId="{34FCD5F7-0914-1646-85A2-BE79A1A14A89}" destId="{2C4CBF08-59F5-394A-A361-A902C843A0D2}" srcOrd="1" destOrd="0" presId="urn:microsoft.com/office/officeart/2005/8/layout/hierarchy2"/>
    <dgm:cxn modelId="{49466E65-E8EA-5E41-AD56-C0AEA0BDD2EE}" type="presParOf" srcId="{2C4CBF08-59F5-394A-A361-A902C843A0D2}" destId="{34683D4C-E6EC-8E41-97FA-15156AABA363}" srcOrd="0" destOrd="0" presId="urn:microsoft.com/office/officeart/2005/8/layout/hierarchy2"/>
    <dgm:cxn modelId="{F4C60480-CFDF-BC45-8E76-4F8635E93C65}" type="presParOf" srcId="{34683D4C-E6EC-8E41-97FA-15156AABA363}" destId="{9242E0D1-778C-DE44-BC1E-2D07F1E5509D}" srcOrd="0" destOrd="0" presId="urn:microsoft.com/office/officeart/2005/8/layout/hierarchy2"/>
    <dgm:cxn modelId="{4BF041F9-A974-9546-8D13-68EBD13F352C}" type="presParOf" srcId="{2C4CBF08-59F5-394A-A361-A902C843A0D2}" destId="{7A88A143-2182-A44D-8292-57594B1E7898}" srcOrd="1" destOrd="0" presId="urn:microsoft.com/office/officeart/2005/8/layout/hierarchy2"/>
    <dgm:cxn modelId="{6C678A88-BEC1-9343-9594-D6F6D9270DE0}" type="presParOf" srcId="{7A88A143-2182-A44D-8292-57594B1E7898}" destId="{56771C9D-5AEE-984D-B883-E746AFF1D656}" srcOrd="0" destOrd="0" presId="urn:microsoft.com/office/officeart/2005/8/layout/hierarchy2"/>
    <dgm:cxn modelId="{78FA7CD9-F005-1D41-ADCE-4D066057B98C}" type="presParOf" srcId="{7A88A143-2182-A44D-8292-57594B1E7898}" destId="{D3028017-7F2E-C24C-A9E1-EB7E9B7F239F}" srcOrd="1" destOrd="0" presId="urn:microsoft.com/office/officeart/2005/8/layout/hierarchy2"/>
    <dgm:cxn modelId="{5A7DAB2C-B2A3-434F-895E-9F962516DF07}" type="presParOf" srcId="{2C4CBF08-59F5-394A-A361-A902C843A0D2}" destId="{37AE8C26-BA78-C640-A9D1-702CC1468160}" srcOrd="2" destOrd="0" presId="urn:microsoft.com/office/officeart/2005/8/layout/hierarchy2"/>
    <dgm:cxn modelId="{6F04054C-1B66-484B-BB7B-8DD91E208BAC}" type="presParOf" srcId="{37AE8C26-BA78-C640-A9D1-702CC1468160}" destId="{DD1F49EB-A826-0945-8205-CC24862E656F}" srcOrd="0" destOrd="0" presId="urn:microsoft.com/office/officeart/2005/8/layout/hierarchy2"/>
    <dgm:cxn modelId="{4EB78DD2-166A-904A-99CA-33912CF44A81}" type="presParOf" srcId="{2C4CBF08-59F5-394A-A361-A902C843A0D2}" destId="{F4AB8313-10A2-7845-871C-B6342A6104D5}" srcOrd="3" destOrd="0" presId="urn:microsoft.com/office/officeart/2005/8/layout/hierarchy2"/>
    <dgm:cxn modelId="{43DDCE08-1F7D-1644-A3FB-2C0508906877}" type="presParOf" srcId="{F4AB8313-10A2-7845-871C-B6342A6104D5}" destId="{E04C1F86-B721-3D46-9854-3CB9CA71CF1D}" srcOrd="0" destOrd="0" presId="urn:microsoft.com/office/officeart/2005/8/layout/hierarchy2"/>
    <dgm:cxn modelId="{002111B8-43F8-C747-AED3-3B42DD59ACD7}" type="presParOf" srcId="{F4AB8313-10A2-7845-871C-B6342A6104D5}" destId="{53859FF6-B128-7F45-A29D-C5E8F48D8D2E}" srcOrd="1" destOrd="0" presId="urn:microsoft.com/office/officeart/2005/8/layout/hierarchy2"/>
    <dgm:cxn modelId="{E23A611A-7F8F-584A-90CB-16384D664A4A}" type="presParOf" srcId="{53859FF6-B128-7F45-A29D-C5E8F48D8D2E}" destId="{4F63574E-228F-4D40-8C38-48E617E0C2CF}" srcOrd="0" destOrd="0" presId="urn:microsoft.com/office/officeart/2005/8/layout/hierarchy2"/>
    <dgm:cxn modelId="{C791A46C-52A9-5442-B07C-50B99FBCD13C}" type="presParOf" srcId="{4F63574E-228F-4D40-8C38-48E617E0C2CF}" destId="{BC0F1A03-321E-FB4F-8653-89E0C17EFA77}" srcOrd="0" destOrd="0" presId="urn:microsoft.com/office/officeart/2005/8/layout/hierarchy2"/>
    <dgm:cxn modelId="{A725DEB4-5806-454A-955B-A00D66DADF7C}" type="presParOf" srcId="{53859FF6-B128-7F45-A29D-C5E8F48D8D2E}" destId="{FEC4FB66-2683-1C49-978D-64D179FD4EFE}" srcOrd="1" destOrd="0" presId="urn:microsoft.com/office/officeart/2005/8/layout/hierarchy2"/>
    <dgm:cxn modelId="{B09C67F6-75EC-6749-AF11-98862DE69CFA}" type="presParOf" srcId="{FEC4FB66-2683-1C49-978D-64D179FD4EFE}" destId="{A8DA8D44-F34C-3F40-96A8-E5062BA59CA0}" srcOrd="0" destOrd="0" presId="urn:microsoft.com/office/officeart/2005/8/layout/hierarchy2"/>
    <dgm:cxn modelId="{D5D0E581-4578-974F-AEA9-E0527A77F54B}" type="presParOf" srcId="{FEC4FB66-2683-1C49-978D-64D179FD4EFE}" destId="{34D646CB-1B7C-3D4B-8476-BE1B15D088D6}" srcOrd="1" destOrd="0" presId="urn:microsoft.com/office/officeart/2005/8/layout/hierarchy2"/>
    <dgm:cxn modelId="{5807832B-F770-024C-B218-8BC853876AC5}" type="presParOf" srcId="{53859FF6-B128-7F45-A29D-C5E8F48D8D2E}" destId="{ACEA5C7D-8542-B842-B8D1-98E4F7023721}" srcOrd="2" destOrd="0" presId="urn:microsoft.com/office/officeart/2005/8/layout/hierarchy2"/>
    <dgm:cxn modelId="{067812B9-BF59-904F-8C55-110235242459}" type="presParOf" srcId="{ACEA5C7D-8542-B842-B8D1-98E4F7023721}" destId="{6485057D-E9E7-294F-843E-0E042B636418}" srcOrd="0" destOrd="0" presId="urn:microsoft.com/office/officeart/2005/8/layout/hierarchy2"/>
    <dgm:cxn modelId="{667BC6E4-425E-4147-A532-EBC879053DB8}" type="presParOf" srcId="{53859FF6-B128-7F45-A29D-C5E8F48D8D2E}" destId="{0D6C490D-6779-264F-AB3F-F4AE402AEEC6}" srcOrd="3" destOrd="0" presId="urn:microsoft.com/office/officeart/2005/8/layout/hierarchy2"/>
    <dgm:cxn modelId="{CB2D31A1-E4F3-FB47-84B5-ECAF8448233F}" type="presParOf" srcId="{0D6C490D-6779-264F-AB3F-F4AE402AEEC6}" destId="{87142E99-6B18-D949-804C-36A81E2C856A}" srcOrd="0" destOrd="0" presId="urn:microsoft.com/office/officeart/2005/8/layout/hierarchy2"/>
    <dgm:cxn modelId="{7563980F-AB09-6C45-8B6E-8F616E3DBEB8}" type="presParOf" srcId="{0D6C490D-6779-264F-AB3F-F4AE402AEEC6}" destId="{09AEF55F-4BDD-644A-B88B-71C856E1FC97}" srcOrd="1" destOrd="0" presId="urn:microsoft.com/office/officeart/2005/8/layout/hierarchy2"/>
    <dgm:cxn modelId="{A7E899FF-8989-3A4F-A954-27A746723F1F}" type="presParOf" srcId="{2C4CBF08-59F5-394A-A361-A902C843A0D2}" destId="{A37EB65C-C14B-6A46-A787-8CFD0BD0B335}" srcOrd="4" destOrd="0" presId="urn:microsoft.com/office/officeart/2005/8/layout/hierarchy2"/>
    <dgm:cxn modelId="{6B26F9F4-9CEF-DD4E-BC19-53BCB6E7D92E}" type="presParOf" srcId="{A37EB65C-C14B-6A46-A787-8CFD0BD0B335}" destId="{40977BB9-7E66-FC42-9CBB-8C9BD112A576}" srcOrd="0" destOrd="0" presId="urn:microsoft.com/office/officeart/2005/8/layout/hierarchy2"/>
    <dgm:cxn modelId="{617A0AD4-AB9B-D447-9EE2-3C922C2897C0}" type="presParOf" srcId="{2C4CBF08-59F5-394A-A361-A902C843A0D2}" destId="{67EC45CF-E8E3-FF4A-9722-3A0779CD3065}" srcOrd="5" destOrd="0" presId="urn:microsoft.com/office/officeart/2005/8/layout/hierarchy2"/>
    <dgm:cxn modelId="{4A7C46DC-6AA1-9449-A5FB-A60103254795}" type="presParOf" srcId="{67EC45CF-E8E3-FF4A-9722-3A0779CD3065}" destId="{7955282E-378D-9B46-B139-23E59552D268}" srcOrd="0" destOrd="0" presId="urn:microsoft.com/office/officeart/2005/8/layout/hierarchy2"/>
    <dgm:cxn modelId="{42B778AC-DE60-724D-81EC-8EB45A7834D0}" type="presParOf" srcId="{67EC45CF-E8E3-FF4A-9722-3A0779CD3065}" destId="{F7E931B8-BB35-8C45-8702-551AAFB41416}" srcOrd="1" destOrd="0" presId="urn:microsoft.com/office/officeart/2005/8/layout/hierarchy2"/>
    <dgm:cxn modelId="{C89032BA-A74A-C344-8724-E3F87A84C7CC}" type="presParOf" srcId="{2C4CBF08-59F5-394A-A361-A902C843A0D2}" destId="{DB88C80F-6A8B-0C4C-9C8C-FB668E4ECB37}" srcOrd="6" destOrd="0" presId="urn:microsoft.com/office/officeart/2005/8/layout/hierarchy2"/>
    <dgm:cxn modelId="{28745430-42D7-4A46-A69B-2B4E2BC223CE}" type="presParOf" srcId="{DB88C80F-6A8B-0C4C-9C8C-FB668E4ECB37}" destId="{7DAABC83-9016-184D-91CE-374F3EC7B6AB}" srcOrd="0" destOrd="0" presId="urn:microsoft.com/office/officeart/2005/8/layout/hierarchy2"/>
    <dgm:cxn modelId="{6D445B5C-A323-A14C-BB80-F5B99D37D29C}" type="presParOf" srcId="{2C4CBF08-59F5-394A-A361-A902C843A0D2}" destId="{9A15FDDB-AD4E-9D42-820B-D14F08CBE6AE}" srcOrd="7" destOrd="0" presId="urn:microsoft.com/office/officeart/2005/8/layout/hierarchy2"/>
    <dgm:cxn modelId="{CB9D7AC5-7F45-E94C-96C8-4DA0596DB2E3}" type="presParOf" srcId="{9A15FDDB-AD4E-9D42-820B-D14F08CBE6AE}" destId="{A85FA937-1690-2741-9CAF-EC59FB0758D0}" srcOrd="0" destOrd="0" presId="urn:microsoft.com/office/officeart/2005/8/layout/hierarchy2"/>
    <dgm:cxn modelId="{98E31DAE-39C7-8746-8929-8681B846C599}" type="presParOf" srcId="{9A15FDDB-AD4E-9D42-820B-D14F08CBE6AE}" destId="{585E6EC3-7C66-4042-8A18-CDD9F5940880}" srcOrd="1" destOrd="0" presId="urn:microsoft.com/office/officeart/2005/8/layout/hierarchy2"/>
    <dgm:cxn modelId="{5904ED08-3EB3-EF4C-A23A-50A6125E6DDA}" type="presParOf" srcId="{585E6EC3-7C66-4042-8A18-CDD9F5940880}" destId="{7A42DCC2-1B96-814F-89BE-584630CCD76E}" srcOrd="0" destOrd="0" presId="urn:microsoft.com/office/officeart/2005/8/layout/hierarchy2"/>
    <dgm:cxn modelId="{5855F744-717B-384A-9244-88C1A2697D3B}" type="presParOf" srcId="{7A42DCC2-1B96-814F-89BE-584630CCD76E}" destId="{4D07E08D-0C5D-7F44-8112-BF7FB2B990CC}" srcOrd="0" destOrd="0" presId="urn:microsoft.com/office/officeart/2005/8/layout/hierarchy2"/>
    <dgm:cxn modelId="{190A5C46-85D3-214A-8DF7-3683EA7E78B7}" type="presParOf" srcId="{585E6EC3-7C66-4042-8A18-CDD9F5940880}" destId="{E04FDFD8-84F6-194C-B3B8-A690D6F895ED}" srcOrd="1" destOrd="0" presId="urn:microsoft.com/office/officeart/2005/8/layout/hierarchy2"/>
    <dgm:cxn modelId="{57CD2909-EC6D-FD43-9F2C-7DE7AA77C7CB}" type="presParOf" srcId="{E04FDFD8-84F6-194C-B3B8-A690D6F895ED}" destId="{87B5E9D2-6ED4-B24D-9E4D-C42B4A6615F7}" srcOrd="0" destOrd="0" presId="urn:microsoft.com/office/officeart/2005/8/layout/hierarchy2"/>
    <dgm:cxn modelId="{2BF96639-75D8-1348-B77D-0F7F06F9BAB4}" type="presParOf" srcId="{E04FDFD8-84F6-194C-B3B8-A690D6F895ED}" destId="{66E550B5-E84D-AC46-81B8-A27DD2A8F9CD}" srcOrd="1" destOrd="0" presId="urn:microsoft.com/office/officeart/2005/8/layout/hierarchy2"/>
    <dgm:cxn modelId="{C63D7920-1B7A-F54E-80A7-57E9B5D9BA0D}" type="presParOf" srcId="{585E6EC3-7C66-4042-8A18-CDD9F5940880}" destId="{E14C0AC2-27DF-1A4D-AA96-EFFB4C0EEEFB}" srcOrd="2" destOrd="0" presId="urn:microsoft.com/office/officeart/2005/8/layout/hierarchy2"/>
    <dgm:cxn modelId="{C3435CF7-B34C-FC4E-A192-853795201923}" type="presParOf" srcId="{E14C0AC2-27DF-1A4D-AA96-EFFB4C0EEEFB}" destId="{1323FB66-77FC-3D44-8A2F-978D86B50102}" srcOrd="0" destOrd="0" presId="urn:microsoft.com/office/officeart/2005/8/layout/hierarchy2"/>
    <dgm:cxn modelId="{AA99EC69-27C4-EF4B-AA14-62193A00C2DB}" type="presParOf" srcId="{585E6EC3-7C66-4042-8A18-CDD9F5940880}" destId="{819CFEDB-415E-104D-BE29-333977695B46}" srcOrd="3" destOrd="0" presId="urn:microsoft.com/office/officeart/2005/8/layout/hierarchy2"/>
    <dgm:cxn modelId="{4B37F63B-36F4-F541-9066-6FB144F355A8}" type="presParOf" srcId="{819CFEDB-415E-104D-BE29-333977695B46}" destId="{57F184C7-18F0-D749-89CC-5262251ED679}" srcOrd="0" destOrd="0" presId="urn:microsoft.com/office/officeart/2005/8/layout/hierarchy2"/>
    <dgm:cxn modelId="{3A924BC2-759B-5049-97CD-8DC2D93B0206}" type="presParOf" srcId="{819CFEDB-415E-104D-BE29-333977695B46}" destId="{54E00DA2-B988-714E-B616-056CF4F5DDA6}" srcOrd="1" destOrd="0" presId="urn:microsoft.com/office/officeart/2005/8/layout/hierarchy2"/>
    <dgm:cxn modelId="{E8445D6C-4A42-1442-974D-C00173FE82C9}" type="presParOf" srcId="{585E6EC3-7C66-4042-8A18-CDD9F5940880}" destId="{733F282B-87D6-9242-BEB6-1F5DC6BA2316}" srcOrd="4" destOrd="0" presId="urn:microsoft.com/office/officeart/2005/8/layout/hierarchy2"/>
    <dgm:cxn modelId="{B39B7374-F813-7645-B8BF-205F0CA484B1}" type="presParOf" srcId="{733F282B-87D6-9242-BEB6-1F5DC6BA2316}" destId="{DF5A290D-04F1-AC40-81DB-95CEF45DECF8}" srcOrd="0" destOrd="0" presId="urn:microsoft.com/office/officeart/2005/8/layout/hierarchy2"/>
    <dgm:cxn modelId="{F3AB84D8-16B2-BE40-8021-C534ACD00B3A}" type="presParOf" srcId="{585E6EC3-7C66-4042-8A18-CDD9F5940880}" destId="{05388CC7-CC63-344D-B497-305BAC3938F9}" srcOrd="5" destOrd="0" presId="urn:microsoft.com/office/officeart/2005/8/layout/hierarchy2"/>
    <dgm:cxn modelId="{CED0C082-65FB-AC48-BAC5-13B1C483D0CE}" type="presParOf" srcId="{05388CC7-CC63-344D-B497-305BAC3938F9}" destId="{AA80752F-7094-BA4B-9CF5-05670109035D}" srcOrd="0" destOrd="0" presId="urn:microsoft.com/office/officeart/2005/8/layout/hierarchy2"/>
    <dgm:cxn modelId="{D1478928-FF3C-DC4D-ABD2-8DF4C85808B2}" type="presParOf" srcId="{05388CC7-CC63-344D-B497-305BAC3938F9}" destId="{EA6CE3D4-245A-F54D-8F58-59316DD4B8EE}" srcOrd="1" destOrd="0" presId="urn:microsoft.com/office/officeart/2005/8/layout/hierarchy2"/>
    <dgm:cxn modelId="{CBA02B3A-1D87-354A-9F0F-7D8A7DB0916D}" type="presParOf" srcId="{585E6EC3-7C66-4042-8A18-CDD9F5940880}" destId="{7F96796C-C07D-BF4F-8E58-C16353D3F824}" srcOrd="6" destOrd="0" presId="urn:microsoft.com/office/officeart/2005/8/layout/hierarchy2"/>
    <dgm:cxn modelId="{B91845BF-F773-CE4E-A34C-0978B891FE2F}" type="presParOf" srcId="{7F96796C-C07D-BF4F-8E58-C16353D3F824}" destId="{7A21AE40-D758-5D42-95A8-BD625E884E5B}" srcOrd="0" destOrd="0" presId="urn:microsoft.com/office/officeart/2005/8/layout/hierarchy2"/>
    <dgm:cxn modelId="{4C121997-0F63-3D46-8AA5-37893EAD9670}" type="presParOf" srcId="{585E6EC3-7C66-4042-8A18-CDD9F5940880}" destId="{042BF8EE-6CFC-3C43-9151-88E59E426E2A}" srcOrd="7" destOrd="0" presId="urn:microsoft.com/office/officeart/2005/8/layout/hierarchy2"/>
    <dgm:cxn modelId="{0C1232E5-B964-C743-9943-380253E27306}" type="presParOf" srcId="{042BF8EE-6CFC-3C43-9151-88E59E426E2A}" destId="{630C70C2-98BA-4C43-BBF3-90012627F390}" srcOrd="0" destOrd="0" presId="urn:microsoft.com/office/officeart/2005/8/layout/hierarchy2"/>
    <dgm:cxn modelId="{02D2CE13-569C-A849-B7F0-15C3903BC6B5}" type="presParOf" srcId="{042BF8EE-6CFC-3C43-9151-88E59E426E2A}" destId="{1097E3FB-BA35-5B44-B6C2-00CF0B147F44}" srcOrd="1" destOrd="0" presId="urn:microsoft.com/office/officeart/2005/8/layout/hierarchy2"/>
    <dgm:cxn modelId="{B28B5B1C-7FDA-4442-B8DD-205113F42D81}" type="presParOf" srcId="{2C4CBF08-59F5-394A-A361-A902C843A0D2}" destId="{755BBBFA-A412-C447-A480-981168CAC6AE}" srcOrd="8" destOrd="0" presId="urn:microsoft.com/office/officeart/2005/8/layout/hierarchy2"/>
    <dgm:cxn modelId="{A83DDFBF-2A93-5548-8340-F7157F5D14AC}" type="presParOf" srcId="{755BBBFA-A412-C447-A480-981168CAC6AE}" destId="{D39F3DA7-E824-CE45-A30B-875B31575679}" srcOrd="0" destOrd="0" presId="urn:microsoft.com/office/officeart/2005/8/layout/hierarchy2"/>
    <dgm:cxn modelId="{AF5FF4C0-C986-CF4D-9734-4E2DF81718E4}" type="presParOf" srcId="{2C4CBF08-59F5-394A-A361-A902C843A0D2}" destId="{D7232CD6-ACD0-C54E-8E86-B3D2A740B3EB}" srcOrd="9" destOrd="0" presId="urn:microsoft.com/office/officeart/2005/8/layout/hierarchy2"/>
    <dgm:cxn modelId="{768FFE40-1E44-E34E-90C2-047768185ACC}" type="presParOf" srcId="{D7232CD6-ACD0-C54E-8E86-B3D2A740B3EB}" destId="{FA77436F-D761-F34A-ADC6-CCE7D8E18220}" srcOrd="0" destOrd="0" presId="urn:microsoft.com/office/officeart/2005/8/layout/hierarchy2"/>
    <dgm:cxn modelId="{F1312CD5-E27B-4E4B-B51E-CC8B1D2890DD}" type="presParOf" srcId="{D7232CD6-ACD0-C54E-8E86-B3D2A740B3EB}" destId="{86AF225E-8132-3646-ABE0-2D31F2F5214C}" srcOrd="1" destOrd="0" presId="urn:microsoft.com/office/officeart/2005/8/layout/hierarchy2"/>
    <dgm:cxn modelId="{13E4A463-3A84-A745-8755-0654190EBC3E}" type="presParOf" srcId="{2C4CBF08-59F5-394A-A361-A902C843A0D2}" destId="{E9562403-7DFF-6346-96AF-A9B09E093267}" srcOrd="10" destOrd="0" presId="urn:microsoft.com/office/officeart/2005/8/layout/hierarchy2"/>
    <dgm:cxn modelId="{8618898A-CAF1-8740-ABED-B4FBC5F7CE09}" type="presParOf" srcId="{E9562403-7DFF-6346-96AF-A9B09E093267}" destId="{21F3A183-984F-8040-AD48-AD25F7AA015C}" srcOrd="0" destOrd="0" presId="urn:microsoft.com/office/officeart/2005/8/layout/hierarchy2"/>
    <dgm:cxn modelId="{A2594CB7-E7F2-6943-A6FC-08B73F841D5B}" type="presParOf" srcId="{2C4CBF08-59F5-394A-A361-A902C843A0D2}" destId="{474F393B-038C-334E-8B2E-4DAA6E754DDA}" srcOrd="11" destOrd="0" presId="urn:microsoft.com/office/officeart/2005/8/layout/hierarchy2"/>
    <dgm:cxn modelId="{DC3BCAD3-81DD-314B-AFCF-280679768B92}" type="presParOf" srcId="{474F393B-038C-334E-8B2E-4DAA6E754DDA}" destId="{3594A93A-325F-EA4E-8C01-0D5FAD6E713A}" srcOrd="0" destOrd="0" presId="urn:microsoft.com/office/officeart/2005/8/layout/hierarchy2"/>
    <dgm:cxn modelId="{12C79B1E-8420-1140-A81F-E98BEAF5469D}" type="presParOf" srcId="{474F393B-038C-334E-8B2E-4DAA6E754DDA}" destId="{FF4E26E4-B305-D743-B070-DF1EE77627F2}" srcOrd="1" destOrd="0" presId="urn:microsoft.com/office/officeart/2005/8/layout/hierarchy2"/>
    <dgm:cxn modelId="{5A63A7FF-472B-1E44-8555-0934B474E782}" type="presParOf" srcId="{FF4E26E4-B305-D743-B070-DF1EE77627F2}" destId="{FE85B7EA-C9C4-AB46-A6D8-AEB75D80B171}" srcOrd="0" destOrd="0" presId="urn:microsoft.com/office/officeart/2005/8/layout/hierarchy2"/>
    <dgm:cxn modelId="{27384386-31CE-FA4F-AAC9-6F587C6D59DB}" type="presParOf" srcId="{FE85B7EA-C9C4-AB46-A6D8-AEB75D80B171}" destId="{CB68B45B-DA9C-4743-9FFF-D73E5C3B95EA}" srcOrd="0" destOrd="0" presId="urn:microsoft.com/office/officeart/2005/8/layout/hierarchy2"/>
    <dgm:cxn modelId="{7AA9C1F8-4FE1-3146-93D6-7AFB6F55DE97}" type="presParOf" srcId="{FF4E26E4-B305-D743-B070-DF1EE77627F2}" destId="{5776FE0B-24B3-F74F-9588-8D2A6673461A}" srcOrd="1" destOrd="0" presId="urn:microsoft.com/office/officeart/2005/8/layout/hierarchy2"/>
    <dgm:cxn modelId="{3F8FD9E4-896B-054F-B339-3B0291F9779C}" type="presParOf" srcId="{5776FE0B-24B3-F74F-9588-8D2A6673461A}" destId="{68599FE8-8349-3B43-8536-FD9C85674484}" srcOrd="0" destOrd="0" presId="urn:microsoft.com/office/officeart/2005/8/layout/hierarchy2"/>
    <dgm:cxn modelId="{6964FDDC-40C8-E649-A8E9-9D73D5900529}" type="presParOf" srcId="{5776FE0B-24B3-F74F-9588-8D2A6673461A}" destId="{C36F6993-CB2E-CC47-B05A-35FF46A36660}" srcOrd="1" destOrd="0" presId="urn:microsoft.com/office/officeart/2005/8/layout/hierarchy2"/>
    <dgm:cxn modelId="{C05DC8B8-10AA-444A-A3DE-E0DB1BC7ADD2}" type="presParOf" srcId="{FF4E26E4-B305-D743-B070-DF1EE77627F2}" destId="{DD118BE2-0DF1-0F40-86AF-F0A6CB265025}" srcOrd="2" destOrd="0" presId="urn:microsoft.com/office/officeart/2005/8/layout/hierarchy2"/>
    <dgm:cxn modelId="{EBD24300-EA83-5041-AEF6-670CC41F9F95}" type="presParOf" srcId="{DD118BE2-0DF1-0F40-86AF-F0A6CB265025}" destId="{62F1FD45-5E87-054A-9DA5-164EDD952FE0}" srcOrd="0" destOrd="0" presId="urn:microsoft.com/office/officeart/2005/8/layout/hierarchy2"/>
    <dgm:cxn modelId="{2BC1AE60-D58B-EA49-B8B6-CEB349C1DCF7}" type="presParOf" srcId="{FF4E26E4-B305-D743-B070-DF1EE77627F2}" destId="{882F29F0-19C9-464F-89C6-31962987025B}" srcOrd="3" destOrd="0" presId="urn:microsoft.com/office/officeart/2005/8/layout/hierarchy2"/>
    <dgm:cxn modelId="{827A2468-E6B0-A146-903C-0C3C96A0FE55}" type="presParOf" srcId="{882F29F0-19C9-464F-89C6-31962987025B}" destId="{F2A235D8-FCA4-1949-9803-47404477A6FE}" srcOrd="0" destOrd="0" presId="urn:microsoft.com/office/officeart/2005/8/layout/hierarchy2"/>
    <dgm:cxn modelId="{58BEBBEE-5EB1-7043-A86C-5AF9B226B03C}" type="presParOf" srcId="{882F29F0-19C9-464F-89C6-31962987025B}" destId="{9C7138BF-ED6A-5B49-B4D9-E2A1468F3272}" srcOrd="1" destOrd="0" presId="urn:microsoft.com/office/officeart/2005/8/layout/hierarchy2"/>
    <dgm:cxn modelId="{60410908-50AC-AA4E-A767-9772AF5246CF}" type="presParOf" srcId="{FF4E26E4-B305-D743-B070-DF1EE77627F2}" destId="{3AC11C1A-8B23-9F44-84A4-8D95B566A4ED}" srcOrd="4" destOrd="0" presId="urn:microsoft.com/office/officeart/2005/8/layout/hierarchy2"/>
    <dgm:cxn modelId="{B052BD82-173B-EF4A-852F-ECA470AFD4FA}" type="presParOf" srcId="{3AC11C1A-8B23-9F44-84A4-8D95B566A4ED}" destId="{A5245567-4761-7145-85AE-FA2132FAD724}" srcOrd="0" destOrd="0" presId="urn:microsoft.com/office/officeart/2005/8/layout/hierarchy2"/>
    <dgm:cxn modelId="{190B60C2-E045-F547-901C-912C25A1CE47}" type="presParOf" srcId="{FF4E26E4-B305-D743-B070-DF1EE77627F2}" destId="{E88E610D-816B-7F4C-9079-BD95E5748EA5}" srcOrd="5" destOrd="0" presId="urn:microsoft.com/office/officeart/2005/8/layout/hierarchy2"/>
    <dgm:cxn modelId="{325B1506-99C1-644D-9B7C-2F71AA7E9ED0}" type="presParOf" srcId="{E88E610D-816B-7F4C-9079-BD95E5748EA5}" destId="{BA28A616-A65B-EC41-9478-36A4EE50F60E}" srcOrd="0" destOrd="0" presId="urn:microsoft.com/office/officeart/2005/8/layout/hierarchy2"/>
    <dgm:cxn modelId="{E6382683-EF2E-3947-BDA3-AF55302A2560}" type="presParOf" srcId="{E88E610D-816B-7F4C-9079-BD95E5748EA5}" destId="{F3A7CFA9-6958-EE44-8163-12916E3C400B}" srcOrd="1" destOrd="0" presId="urn:microsoft.com/office/officeart/2005/8/layout/hierarchy2"/>
    <dgm:cxn modelId="{C6133680-B402-6042-81D0-5D838442FFF8}" type="presParOf" srcId="{FF4E26E4-B305-D743-B070-DF1EE77627F2}" destId="{8547682C-B1AD-FF4F-AD3F-B045EEE8FB8F}" srcOrd="6" destOrd="0" presId="urn:microsoft.com/office/officeart/2005/8/layout/hierarchy2"/>
    <dgm:cxn modelId="{D71A03EC-F3DA-3348-8312-28501870E6A4}" type="presParOf" srcId="{8547682C-B1AD-FF4F-AD3F-B045EEE8FB8F}" destId="{F34D7771-D818-9B4B-8A51-CDEABBDC3C49}" srcOrd="0" destOrd="0" presId="urn:microsoft.com/office/officeart/2005/8/layout/hierarchy2"/>
    <dgm:cxn modelId="{13E8545B-82FB-6C41-A2D9-931D7BEE255B}" type="presParOf" srcId="{FF4E26E4-B305-D743-B070-DF1EE77627F2}" destId="{81AD595C-13D8-994E-A008-A0055F5CD447}" srcOrd="7" destOrd="0" presId="urn:microsoft.com/office/officeart/2005/8/layout/hierarchy2"/>
    <dgm:cxn modelId="{98EAEE0A-E41B-EB4B-8CF6-90FDA3E6D6A9}" type="presParOf" srcId="{81AD595C-13D8-994E-A008-A0055F5CD447}" destId="{A8F96A19-9C49-0541-B721-94CE715AAA6A}" srcOrd="0" destOrd="0" presId="urn:microsoft.com/office/officeart/2005/8/layout/hierarchy2"/>
    <dgm:cxn modelId="{9CCDDBB5-9D3C-5D40-83C7-7A0E7F1E58AE}" type="presParOf" srcId="{81AD595C-13D8-994E-A008-A0055F5CD447}" destId="{A349223C-5880-CA4E-8C81-5373EBF9759E}" srcOrd="1" destOrd="0" presId="urn:microsoft.com/office/officeart/2005/8/layout/hierarchy2"/>
    <dgm:cxn modelId="{1C0D8794-D8DC-1F43-A165-C2EE2CE43BB8}" type="presParOf" srcId="{FF4E26E4-B305-D743-B070-DF1EE77627F2}" destId="{E770EFF8-80A3-A446-9EFE-FB6B4038B1C2}" srcOrd="8" destOrd="0" presId="urn:microsoft.com/office/officeart/2005/8/layout/hierarchy2"/>
    <dgm:cxn modelId="{888C3ABB-4ED0-C944-A50F-1C71D67D5AFB}" type="presParOf" srcId="{E770EFF8-80A3-A446-9EFE-FB6B4038B1C2}" destId="{06DEE5B8-7CDC-A04A-B49E-DC2F1FC32406}" srcOrd="0" destOrd="0" presId="urn:microsoft.com/office/officeart/2005/8/layout/hierarchy2"/>
    <dgm:cxn modelId="{864DE3B5-8C8D-3B4D-9B1C-46B005E91E6D}" type="presParOf" srcId="{FF4E26E4-B305-D743-B070-DF1EE77627F2}" destId="{343663A8-C3CA-A44F-9F46-41E9CDC9C380}" srcOrd="9" destOrd="0" presId="urn:microsoft.com/office/officeart/2005/8/layout/hierarchy2"/>
    <dgm:cxn modelId="{AC24910F-7F84-2B44-A7EF-701533638AB1}" type="presParOf" srcId="{343663A8-C3CA-A44F-9F46-41E9CDC9C380}" destId="{A984E323-9D4A-A14D-B68D-F9CF7EB6E909}" srcOrd="0" destOrd="0" presId="urn:microsoft.com/office/officeart/2005/8/layout/hierarchy2"/>
    <dgm:cxn modelId="{BD476ED7-1C42-9749-B65B-2B47113436D3}" type="presParOf" srcId="{343663A8-C3CA-A44F-9F46-41E9CDC9C380}" destId="{EF65918C-784A-3948-A824-8F2B88B25A72}" srcOrd="1" destOrd="0" presId="urn:microsoft.com/office/officeart/2005/8/layout/hierarchy2"/>
    <dgm:cxn modelId="{D434FDE2-A66F-2842-BCFE-ACCCEC85AF64}" type="presParOf" srcId="{FF4E26E4-B305-D743-B070-DF1EE77627F2}" destId="{35AD89C0-A513-A840-A2D9-D70539D863CC}" srcOrd="10" destOrd="0" presId="urn:microsoft.com/office/officeart/2005/8/layout/hierarchy2"/>
    <dgm:cxn modelId="{3099BDAC-C24E-8144-9918-84C08B52B184}" type="presParOf" srcId="{35AD89C0-A513-A840-A2D9-D70539D863CC}" destId="{91481EE6-5741-D341-9BA3-88F9EC2EEC15}" srcOrd="0" destOrd="0" presId="urn:microsoft.com/office/officeart/2005/8/layout/hierarchy2"/>
    <dgm:cxn modelId="{586B09A8-C6C2-344D-9B3B-8264470B35A8}" type="presParOf" srcId="{FF4E26E4-B305-D743-B070-DF1EE77627F2}" destId="{EEA9A200-1C58-504F-BD82-1BF11F4EB9BD}" srcOrd="11" destOrd="0" presId="urn:microsoft.com/office/officeart/2005/8/layout/hierarchy2"/>
    <dgm:cxn modelId="{353729B0-B540-C24B-9905-F4B63BDB8187}" type="presParOf" srcId="{EEA9A200-1C58-504F-BD82-1BF11F4EB9BD}" destId="{3D44F293-3ECF-D640-B249-8CFC59823C2E}" srcOrd="0" destOrd="0" presId="urn:microsoft.com/office/officeart/2005/8/layout/hierarchy2"/>
    <dgm:cxn modelId="{5B2FC8E6-8878-8C48-A38C-156966B1F728}" type="presParOf" srcId="{EEA9A200-1C58-504F-BD82-1BF11F4EB9BD}" destId="{D659B510-F565-FC4A-8A75-4B2BB9D31BD8}" srcOrd="1" destOrd="0" presId="urn:microsoft.com/office/officeart/2005/8/layout/hierarchy2"/>
    <dgm:cxn modelId="{45C08FEC-BB3B-6C48-B650-C705284EE429}" type="presParOf" srcId="{FF4E26E4-B305-D743-B070-DF1EE77627F2}" destId="{F4FD2414-5713-9F40-A3B3-847AB513CE18}" srcOrd="12" destOrd="0" presId="urn:microsoft.com/office/officeart/2005/8/layout/hierarchy2"/>
    <dgm:cxn modelId="{BFC8604D-8053-BC40-8019-38BC95A3B74F}" type="presParOf" srcId="{F4FD2414-5713-9F40-A3B3-847AB513CE18}" destId="{ED99893A-AE5C-6C49-9160-C01AD5DD2DE6}" srcOrd="0" destOrd="0" presId="urn:microsoft.com/office/officeart/2005/8/layout/hierarchy2"/>
    <dgm:cxn modelId="{201DFC41-F573-184B-9B7C-B17AC8630F64}" type="presParOf" srcId="{FF4E26E4-B305-D743-B070-DF1EE77627F2}" destId="{5768644C-4EA2-EB44-85CA-719757CFF3F9}" srcOrd="13" destOrd="0" presId="urn:microsoft.com/office/officeart/2005/8/layout/hierarchy2"/>
    <dgm:cxn modelId="{165CF227-950E-1840-8EB1-34BA83405390}" type="presParOf" srcId="{5768644C-4EA2-EB44-85CA-719757CFF3F9}" destId="{AEAE496E-425B-A647-B2CD-1A07C6677C9E}" srcOrd="0" destOrd="0" presId="urn:microsoft.com/office/officeart/2005/8/layout/hierarchy2"/>
    <dgm:cxn modelId="{4BA22791-85DC-354E-AB19-FA32DE1CFF88}" type="presParOf" srcId="{5768644C-4EA2-EB44-85CA-719757CFF3F9}" destId="{7E42CD05-6890-214D-9E4C-C403A99EF5C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CE04E48-44E7-894F-8C2D-2B5162AB45E7}" type="doc">
      <dgm:prSet loTypeId="urn:microsoft.com/office/officeart/2005/8/layout/hierarchy2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F7F4EE09-BED0-C443-B042-31465B2FB152}">
      <dgm:prSet/>
      <dgm:spPr/>
      <dgm:t>
        <a:bodyPr/>
        <a:lstStyle/>
        <a:p>
          <a:r>
            <a:rPr kumimoji="1" lang="en-US" altLang="zh-CN" dirty="0"/>
            <a:t>3.</a:t>
          </a:r>
          <a:r>
            <a:rPr kumimoji="1" lang="zh-CN" dirty="0"/>
            <a:t>图书分类管理</a:t>
          </a:r>
          <a:endParaRPr lang="zh-CN" dirty="0"/>
        </a:p>
      </dgm:t>
    </dgm:pt>
    <dgm:pt modelId="{2BCBCE90-0567-3444-9F2E-6CBB37AF004E}" type="parTrans" cxnId="{9EAFB2AE-532D-AD44-8463-C6E941787A4E}">
      <dgm:prSet/>
      <dgm:spPr/>
      <dgm:t>
        <a:bodyPr/>
        <a:lstStyle/>
        <a:p>
          <a:endParaRPr lang="zh-CN" altLang="en-US"/>
        </a:p>
      </dgm:t>
    </dgm:pt>
    <dgm:pt modelId="{96B2F3CD-CB48-8B4E-9EEB-4A7F307890C7}" type="sibTrans" cxnId="{9EAFB2AE-532D-AD44-8463-C6E941787A4E}">
      <dgm:prSet/>
      <dgm:spPr/>
      <dgm:t>
        <a:bodyPr/>
        <a:lstStyle/>
        <a:p>
          <a:endParaRPr lang="zh-CN" altLang="en-US"/>
        </a:p>
      </dgm:t>
    </dgm:pt>
    <dgm:pt modelId="{AEAFA2F1-AFBB-D14E-8435-2AF35C613BCC}">
      <dgm:prSet/>
      <dgm:spPr/>
      <dgm:t>
        <a:bodyPr/>
        <a:lstStyle/>
        <a:p>
          <a:r>
            <a:rPr kumimoji="1" lang="zh-CN"/>
            <a:t>新增图书分类</a:t>
          </a:r>
          <a:endParaRPr lang="zh-CN"/>
        </a:p>
      </dgm:t>
    </dgm:pt>
    <dgm:pt modelId="{92E7B79F-766F-204E-BF5C-B1C9A2789BF7}" type="parTrans" cxnId="{313471B8-9372-834E-B955-D3303A6E99FF}">
      <dgm:prSet/>
      <dgm:spPr/>
      <dgm:t>
        <a:bodyPr/>
        <a:lstStyle/>
        <a:p>
          <a:endParaRPr lang="zh-CN" altLang="en-US"/>
        </a:p>
      </dgm:t>
    </dgm:pt>
    <dgm:pt modelId="{2F83706B-871B-444A-BF05-5F024AC545A3}" type="sibTrans" cxnId="{313471B8-9372-834E-B955-D3303A6E99FF}">
      <dgm:prSet/>
      <dgm:spPr/>
      <dgm:t>
        <a:bodyPr/>
        <a:lstStyle/>
        <a:p>
          <a:endParaRPr lang="zh-CN" altLang="en-US"/>
        </a:p>
      </dgm:t>
    </dgm:pt>
    <dgm:pt modelId="{803078E9-4B74-F74F-A8D5-620D7E746326}">
      <dgm:prSet/>
      <dgm:spPr/>
      <dgm:t>
        <a:bodyPr/>
        <a:lstStyle/>
        <a:p>
          <a:r>
            <a:rPr kumimoji="1" lang="zh-CN"/>
            <a:t>删除图书分类</a:t>
          </a:r>
          <a:endParaRPr lang="zh-CN"/>
        </a:p>
      </dgm:t>
    </dgm:pt>
    <dgm:pt modelId="{9CB0B7FF-7AC0-4E41-BA90-0CC694E8C73D}" type="parTrans" cxnId="{6EFE7852-AD93-FA45-BA4F-123E7090000A}">
      <dgm:prSet/>
      <dgm:spPr/>
      <dgm:t>
        <a:bodyPr/>
        <a:lstStyle/>
        <a:p>
          <a:endParaRPr lang="zh-CN" altLang="en-US"/>
        </a:p>
      </dgm:t>
    </dgm:pt>
    <dgm:pt modelId="{60AB7B24-C428-4240-8D76-3EE0A90ADCD3}" type="sibTrans" cxnId="{6EFE7852-AD93-FA45-BA4F-123E7090000A}">
      <dgm:prSet/>
      <dgm:spPr/>
      <dgm:t>
        <a:bodyPr/>
        <a:lstStyle/>
        <a:p>
          <a:endParaRPr lang="zh-CN" altLang="en-US"/>
        </a:p>
      </dgm:t>
    </dgm:pt>
    <dgm:pt modelId="{4D24D360-3B2E-8B44-B562-1744B5D33187}">
      <dgm:prSet/>
      <dgm:spPr/>
      <dgm:t>
        <a:bodyPr/>
        <a:lstStyle/>
        <a:p>
          <a:r>
            <a:rPr kumimoji="1" lang="zh-CN"/>
            <a:t>单一删除</a:t>
          </a:r>
          <a:endParaRPr lang="zh-CN"/>
        </a:p>
      </dgm:t>
    </dgm:pt>
    <dgm:pt modelId="{A35412DB-852F-6845-BE26-7E1C844795F7}" type="parTrans" cxnId="{7EB50C76-63BC-574C-AC69-49E18334A7BE}">
      <dgm:prSet/>
      <dgm:spPr/>
      <dgm:t>
        <a:bodyPr/>
        <a:lstStyle/>
        <a:p>
          <a:endParaRPr lang="zh-CN" altLang="en-US"/>
        </a:p>
      </dgm:t>
    </dgm:pt>
    <dgm:pt modelId="{2BBAF3FC-B81F-B744-BDF9-954E4E8293E8}" type="sibTrans" cxnId="{7EB50C76-63BC-574C-AC69-49E18334A7BE}">
      <dgm:prSet/>
      <dgm:spPr/>
      <dgm:t>
        <a:bodyPr/>
        <a:lstStyle/>
        <a:p>
          <a:endParaRPr lang="zh-CN" altLang="en-US"/>
        </a:p>
      </dgm:t>
    </dgm:pt>
    <dgm:pt modelId="{3E310FCF-5662-A541-B33F-16F307487274}">
      <dgm:prSet/>
      <dgm:spPr/>
      <dgm:t>
        <a:bodyPr/>
        <a:lstStyle/>
        <a:p>
          <a:r>
            <a:rPr kumimoji="1" lang="zh-CN"/>
            <a:t>批量删除</a:t>
          </a:r>
          <a:endParaRPr lang="zh-CN"/>
        </a:p>
      </dgm:t>
    </dgm:pt>
    <dgm:pt modelId="{073AB0C4-D512-9244-B719-D6558EF510A0}" type="parTrans" cxnId="{5B517191-2CF5-5241-A99C-1DB0BDB64385}">
      <dgm:prSet/>
      <dgm:spPr/>
      <dgm:t>
        <a:bodyPr/>
        <a:lstStyle/>
        <a:p>
          <a:endParaRPr lang="zh-CN" altLang="en-US"/>
        </a:p>
      </dgm:t>
    </dgm:pt>
    <dgm:pt modelId="{130CDC4A-4876-2049-B909-EEA539DDE21B}" type="sibTrans" cxnId="{5B517191-2CF5-5241-A99C-1DB0BDB64385}">
      <dgm:prSet/>
      <dgm:spPr/>
      <dgm:t>
        <a:bodyPr/>
        <a:lstStyle/>
        <a:p>
          <a:endParaRPr lang="zh-CN" altLang="en-US"/>
        </a:p>
      </dgm:t>
    </dgm:pt>
    <dgm:pt modelId="{8936A4AC-726F-3243-BFB7-E20FCEA2A472}">
      <dgm:prSet/>
      <dgm:spPr/>
      <dgm:t>
        <a:bodyPr/>
        <a:lstStyle/>
        <a:p>
          <a:r>
            <a:rPr kumimoji="1" lang="zh-CN"/>
            <a:t>修改图书分类</a:t>
          </a:r>
          <a:endParaRPr lang="zh-CN"/>
        </a:p>
      </dgm:t>
    </dgm:pt>
    <dgm:pt modelId="{45BA11D3-2C53-964A-8472-DE7FEEC790F1}" type="parTrans" cxnId="{C8DD3B44-39AA-154C-AD40-5F51F1D9405E}">
      <dgm:prSet/>
      <dgm:spPr/>
      <dgm:t>
        <a:bodyPr/>
        <a:lstStyle/>
        <a:p>
          <a:endParaRPr lang="zh-CN" altLang="en-US"/>
        </a:p>
      </dgm:t>
    </dgm:pt>
    <dgm:pt modelId="{112C866C-FA50-9C45-9C3B-9CE97B2918E1}" type="sibTrans" cxnId="{C8DD3B44-39AA-154C-AD40-5F51F1D9405E}">
      <dgm:prSet/>
      <dgm:spPr/>
      <dgm:t>
        <a:bodyPr/>
        <a:lstStyle/>
        <a:p>
          <a:endParaRPr lang="zh-CN" altLang="en-US"/>
        </a:p>
      </dgm:t>
    </dgm:pt>
    <dgm:pt modelId="{D5600029-00AF-D84B-B247-715FDE6FCC45}">
      <dgm:prSet/>
      <dgm:spPr/>
      <dgm:t>
        <a:bodyPr/>
        <a:lstStyle/>
        <a:p>
          <a:r>
            <a:rPr kumimoji="1" lang="zh-CN"/>
            <a:t>查找图书分类</a:t>
          </a:r>
          <a:endParaRPr lang="zh-CN"/>
        </a:p>
      </dgm:t>
    </dgm:pt>
    <dgm:pt modelId="{EFA9AAAB-89B1-3F4D-A17D-76D1DACD435A}" type="parTrans" cxnId="{D6DE85D4-B44D-8D44-A33D-604A08E83006}">
      <dgm:prSet/>
      <dgm:spPr/>
      <dgm:t>
        <a:bodyPr/>
        <a:lstStyle/>
        <a:p>
          <a:endParaRPr lang="zh-CN" altLang="en-US"/>
        </a:p>
      </dgm:t>
    </dgm:pt>
    <dgm:pt modelId="{72E65C39-74AF-F249-AB27-D4256E52395B}" type="sibTrans" cxnId="{D6DE85D4-B44D-8D44-A33D-604A08E83006}">
      <dgm:prSet/>
      <dgm:spPr/>
      <dgm:t>
        <a:bodyPr/>
        <a:lstStyle/>
        <a:p>
          <a:endParaRPr lang="zh-CN" altLang="en-US"/>
        </a:p>
      </dgm:t>
    </dgm:pt>
    <dgm:pt modelId="{A6BEE11B-2051-6242-B6E0-85C82A4273AF}">
      <dgm:prSet/>
      <dgm:spPr/>
      <dgm:t>
        <a:bodyPr/>
        <a:lstStyle/>
        <a:p>
          <a:r>
            <a:rPr kumimoji="1" lang="zh-CN"/>
            <a:t>图书分类排序</a:t>
          </a:r>
          <a:endParaRPr lang="zh-CN"/>
        </a:p>
      </dgm:t>
    </dgm:pt>
    <dgm:pt modelId="{C175F022-CD8F-F04B-8342-FCE80DDCD4F7}" type="parTrans" cxnId="{A88E4A05-06C1-E44B-98D0-2CA41DDC328D}">
      <dgm:prSet/>
      <dgm:spPr/>
      <dgm:t>
        <a:bodyPr/>
        <a:lstStyle/>
        <a:p>
          <a:endParaRPr lang="zh-CN" altLang="en-US"/>
        </a:p>
      </dgm:t>
    </dgm:pt>
    <dgm:pt modelId="{83FAE0CD-2043-164C-B3B8-9CE1CA1BF679}" type="sibTrans" cxnId="{A88E4A05-06C1-E44B-98D0-2CA41DDC328D}">
      <dgm:prSet/>
      <dgm:spPr/>
      <dgm:t>
        <a:bodyPr/>
        <a:lstStyle/>
        <a:p>
          <a:endParaRPr lang="zh-CN" altLang="en-US"/>
        </a:p>
      </dgm:t>
    </dgm:pt>
    <dgm:pt modelId="{00D5A032-0399-694F-B524-F7288FFA093B}">
      <dgm:prSet/>
      <dgm:spPr/>
      <dgm:t>
        <a:bodyPr/>
        <a:lstStyle/>
        <a:p>
          <a:r>
            <a:rPr kumimoji="1" lang="zh-CN"/>
            <a:t>按照字典序升序</a:t>
          </a:r>
          <a:endParaRPr lang="zh-CN"/>
        </a:p>
      </dgm:t>
    </dgm:pt>
    <dgm:pt modelId="{17F08F98-FC06-8D44-A472-6C002191300C}" type="parTrans" cxnId="{3502B4B8-B2A8-BE41-8B13-A2977D545B87}">
      <dgm:prSet/>
      <dgm:spPr/>
      <dgm:t>
        <a:bodyPr/>
        <a:lstStyle/>
        <a:p>
          <a:endParaRPr lang="zh-CN" altLang="en-US"/>
        </a:p>
      </dgm:t>
    </dgm:pt>
    <dgm:pt modelId="{E658D7A3-EFBA-5845-8A22-CDF942C59A39}" type="sibTrans" cxnId="{3502B4B8-B2A8-BE41-8B13-A2977D545B87}">
      <dgm:prSet/>
      <dgm:spPr/>
      <dgm:t>
        <a:bodyPr/>
        <a:lstStyle/>
        <a:p>
          <a:endParaRPr lang="zh-CN" altLang="en-US"/>
        </a:p>
      </dgm:t>
    </dgm:pt>
    <dgm:pt modelId="{D45C431E-E052-1B4D-863E-13AE015E7A0B}">
      <dgm:prSet/>
      <dgm:spPr/>
      <dgm:t>
        <a:bodyPr/>
        <a:lstStyle/>
        <a:p>
          <a:r>
            <a:rPr kumimoji="1" lang="zh-CN"/>
            <a:t>按照字典序降序</a:t>
          </a:r>
          <a:endParaRPr lang="zh-CN"/>
        </a:p>
      </dgm:t>
    </dgm:pt>
    <dgm:pt modelId="{82A57338-E37C-C94B-9DE7-DA2E69073DDD}" type="parTrans" cxnId="{772A3DFA-EA96-8A40-9FFD-72C0E48EFE84}">
      <dgm:prSet/>
      <dgm:spPr/>
      <dgm:t>
        <a:bodyPr/>
        <a:lstStyle/>
        <a:p>
          <a:endParaRPr lang="zh-CN" altLang="en-US"/>
        </a:p>
      </dgm:t>
    </dgm:pt>
    <dgm:pt modelId="{5BF28146-6391-8940-81D7-B717F401167D}" type="sibTrans" cxnId="{772A3DFA-EA96-8A40-9FFD-72C0E48EFE84}">
      <dgm:prSet/>
      <dgm:spPr/>
      <dgm:t>
        <a:bodyPr/>
        <a:lstStyle/>
        <a:p>
          <a:endParaRPr lang="zh-CN" altLang="en-US"/>
        </a:p>
      </dgm:t>
    </dgm:pt>
    <dgm:pt modelId="{F3757305-CFEB-6F44-9FFA-AD0EBB65876E}" type="pres">
      <dgm:prSet presAssocID="{7CE04E48-44E7-894F-8C2D-2B5162AB45E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853D158-05C7-8545-9419-261A68385144}" type="pres">
      <dgm:prSet presAssocID="{F7F4EE09-BED0-C443-B042-31465B2FB152}" presName="root1" presStyleCnt="0"/>
      <dgm:spPr/>
    </dgm:pt>
    <dgm:pt modelId="{478A4D25-0748-D847-B26C-77A1FFD47D31}" type="pres">
      <dgm:prSet presAssocID="{F7F4EE09-BED0-C443-B042-31465B2FB152}" presName="LevelOneTextNode" presStyleLbl="node0" presStyleIdx="0" presStyleCnt="1">
        <dgm:presLayoutVars>
          <dgm:chPref val="3"/>
        </dgm:presLayoutVars>
      </dgm:prSet>
      <dgm:spPr/>
    </dgm:pt>
    <dgm:pt modelId="{1349347B-EF85-DC42-A8C8-4FF7082DD60E}" type="pres">
      <dgm:prSet presAssocID="{F7F4EE09-BED0-C443-B042-31465B2FB152}" presName="level2hierChild" presStyleCnt="0"/>
      <dgm:spPr/>
    </dgm:pt>
    <dgm:pt modelId="{5E3E2974-995A-3045-A280-2646D37CFFB2}" type="pres">
      <dgm:prSet presAssocID="{92E7B79F-766F-204E-BF5C-B1C9A2789BF7}" presName="conn2-1" presStyleLbl="parChTrans1D2" presStyleIdx="0" presStyleCnt="4"/>
      <dgm:spPr/>
    </dgm:pt>
    <dgm:pt modelId="{0B7517D1-4990-2E4A-A9D2-42CEEB6D5409}" type="pres">
      <dgm:prSet presAssocID="{92E7B79F-766F-204E-BF5C-B1C9A2789BF7}" presName="connTx" presStyleLbl="parChTrans1D2" presStyleIdx="0" presStyleCnt="4"/>
      <dgm:spPr/>
    </dgm:pt>
    <dgm:pt modelId="{8895B59D-965D-ED47-9819-2795C83784AF}" type="pres">
      <dgm:prSet presAssocID="{AEAFA2F1-AFBB-D14E-8435-2AF35C613BCC}" presName="root2" presStyleCnt="0"/>
      <dgm:spPr/>
    </dgm:pt>
    <dgm:pt modelId="{BF2F5C2D-BFA0-6B48-87CE-3D75D3D8C2C8}" type="pres">
      <dgm:prSet presAssocID="{AEAFA2F1-AFBB-D14E-8435-2AF35C613BCC}" presName="LevelTwoTextNode" presStyleLbl="node2" presStyleIdx="0" presStyleCnt="4">
        <dgm:presLayoutVars>
          <dgm:chPref val="3"/>
        </dgm:presLayoutVars>
      </dgm:prSet>
      <dgm:spPr/>
    </dgm:pt>
    <dgm:pt modelId="{6D830F77-25A4-F24F-83D7-C47DE92ABB62}" type="pres">
      <dgm:prSet presAssocID="{AEAFA2F1-AFBB-D14E-8435-2AF35C613BCC}" presName="level3hierChild" presStyleCnt="0"/>
      <dgm:spPr/>
    </dgm:pt>
    <dgm:pt modelId="{369A0D91-364C-0546-89EB-0EBC73A6490C}" type="pres">
      <dgm:prSet presAssocID="{9CB0B7FF-7AC0-4E41-BA90-0CC694E8C73D}" presName="conn2-1" presStyleLbl="parChTrans1D2" presStyleIdx="1" presStyleCnt="4"/>
      <dgm:spPr/>
    </dgm:pt>
    <dgm:pt modelId="{235328F0-94EF-C54E-8ACE-CF60F76CCDAE}" type="pres">
      <dgm:prSet presAssocID="{9CB0B7FF-7AC0-4E41-BA90-0CC694E8C73D}" presName="connTx" presStyleLbl="parChTrans1D2" presStyleIdx="1" presStyleCnt="4"/>
      <dgm:spPr/>
    </dgm:pt>
    <dgm:pt modelId="{0A24DD0B-29E4-0D45-A824-9E382323A487}" type="pres">
      <dgm:prSet presAssocID="{803078E9-4B74-F74F-A8D5-620D7E746326}" presName="root2" presStyleCnt="0"/>
      <dgm:spPr/>
    </dgm:pt>
    <dgm:pt modelId="{DEE00C1E-1349-FF4D-8319-03E4C45BEADB}" type="pres">
      <dgm:prSet presAssocID="{803078E9-4B74-F74F-A8D5-620D7E746326}" presName="LevelTwoTextNode" presStyleLbl="node2" presStyleIdx="1" presStyleCnt="4">
        <dgm:presLayoutVars>
          <dgm:chPref val="3"/>
        </dgm:presLayoutVars>
      </dgm:prSet>
      <dgm:spPr/>
    </dgm:pt>
    <dgm:pt modelId="{19DAE184-A1BA-3F48-9CEA-F1560FC59330}" type="pres">
      <dgm:prSet presAssocID="{803078E9-4B74-F74F-A8D5-620D7E746326}" presName="level3hierChild" presStyleCnt="0"/>
      <dgm:spPr/>
    </dgm:pt>
    <dgm:pt modelId="{5FFC3A97-AEE5-1543-AFFD-1CE32F120C8E}" type="pres">
      <dgm:prSet presAssocID="{A35412DB-852F-6845-BE26-7E1C844795F7}" presName="conn2-1" presStyleLbl="parChTrans1D3" presStyleIdx="0" presStyleCnt="5"/>
      <dgm:spPr/>
    </dgm:pt>
    <dgm:pt modelId="{FA9194AB-817D-B14C-841C-C85146B06919}" type="pres">
      <dgm:prSet presAssocID="{A35412DB-852F-6845-BE26-7E1C844795F7}" presName="connTx" presStyleLbl="parChTrans1D3" presStyleIdx="0" presStyleCnt="5"/>
      <dgm:spPr/>
    </dgm:pt>
    <dgm:pt modelId="{56C856C1-1457-744F-9FA0-11871C0C923E}" type="pres">
      <dgm:prSet presAssocID="{4D24D360-3B2E-8B44-B562-1744B5D33187}" presName="root2" presStyleCnt="0"/>
      <dgm:spPr/>
    </dgm:pt>
    <dgm:pt modelId="{F1E33B78-5A5B-9F45-BA25-337E4FA9286C}" type="pres">
      <dgm:prSet presAssocID="{4D24D360-3B2E-8B44-B562-1744B5D33187}" presName="LevelTwoTextNode" presStyleLbl="node3" presStyleIdx="0" presStyleCnt="5">
        <dgm:presLayoutVars>
          <dgm:chPref val="3"/>
        </dgm:presLayoutVars>
      </dgm:prSet>
      <dgm:spPr/>
    </dgm:pt>
    <dgm:pt modelId="{93A0858E-14C9-C04A-96CC-9A6EECA293AA}" type="pres">
      <dgm:prSet presAssocID="{4D24D360-3B2E-8B44-B562-1744B5D33187}" presName="level3hierChild" presStyleCnt="0"/>
      <dgm:spPr/>
    </dgm:pt>
    <dgm:pt modelId="{1A85A1CB-53D4-A545-A8E0-8652313A682B}" type="pres">
      <dgm:prSet presAssocID="{073AB0C4-D512-9244-B719-D6558EF510A0}" presName="conn2-1" presStyleLbl="parChTrans1D3" presStyleIdx="1" presStyleCnt="5"/>
      <dgm:spPr/>
    </dgm:pt>
    <dgm:pt modelId="{06FEBEE8-3287-F34E-935B-777B43C77251}" type="pres">
      <dgm:prSet presAssocID="{073AB0C4-D512-9244-B719-D6558EF510A0}" presName="connTx" presStyleLbl="parChTrans1D3" presStyleIdx="1" presStyleCnt="5"/>
      <dgm:spPr/>
    </dgm:pt>
    <dgm:pt modelId="{A512993F-6B89-2349-A6FD-C12A9745DF16}" type="pres">
      <dgm:prSet presAssocID="{3E310FCF-5662-A541-B33F-16F307487274}" presName="root2" presStyleCnt="0"/>
      <dgm:spPr/>
    </dgm:pt>
    <dgm:pt modelId="{C7BBC066-F2CE-094E-97AA-3E4764DF0CD3}" type="pres">
      <dgm:prSet presAssocID="{3E310FCF-5662-A541-B33F-16F307487274}" presName="LevelTwoTextNode" presStyleLbl="node3" presStyleIdx="1" presStyleCnt="5">
        <dgm:presLayoutVars>
          <dgm:chPref val="3"/>
        </dgm:presLayoutVars>
      </dgm:prSet>
      <dgm:spPr/>
    </dgm:pt>
    <dgm:pt modelId="{AAA50F9A-BA6C-4949-888B-A778A9C244AB}" type="pres">
      <dgm:prSet presAssocID="{3E310FCF-5662-A541-B33F-16F307487274}" presName="level3hierChild" presStyleCnt="0"/>
      <dgm:spPr/>
    </dgm:pt>
    <dgm:pt modelId="{3E99DA98-E042-ED42-82BA-2882497EA479}" type="pres">
      <dgm:prSet presAssocID="{45BA11D3-2C53-964A-8472-DE7FEEC790F1}" presName="conn2-1" presStyleLbl="parChTrans1D2" presStyleIdx="2" presStyleCnt="4"/>
      <dgm:spPr/>
    </dgm:pt>
    <dgm:pt modelId="{F94BDD0E-EA97-3847-A377-91F6EC6D9488}" type="pres">
      <dgm:prSet presAssocID="{45BA11D3-2C53-964A-8472-DE7FEEC790F1}" presName="connTx" presStyleLbl="parChTrans1D2" presStyleIdx="2" presStyleCnt="4"/>
      <dgm:spPr/>
    </dgm:pt>
    <dgm:pt modelId="{E47B06EE-02F7-DD44-AA56-145B7EBF2BA9}" type="pres">
      <dgm:prSet presAssocID="{8936A4AC-726F-3243-BFB7-E20FCEA2A472}" presName="root2" presStyleCnt="0"/>
      <dgm:spPr/>
    </dgm:pt>
    <dgm:pt modelId="{678EFCCD-BC82-E94A-B691-06E0EA4191B8}" type="pres">
      <dgm:prSet presAssocID="{8936A4AC-726F-3243-BFB7-E20FCEA2A472}" presName="LevelTwoTextNode" presStyleLbl="node2" presStyleIdx="2" presStyleCnt="4">
        <dgm:presLayoutVars>
          <dgm:chPref val="3"/>
        </dgm:presLayoutVars>
      </dgm:prSet>
      <dgm:spPr/>
    </dgm:pt>
    <dgm:pt modelId="{2D444794-C20B-7244-B3CD-016F987500D3}" type="pres">
      <dgm:prSet presAssocID="{8936A4AC-726F-3243-BFB7-E20FCEA2A472}" presName="level3hierChild" presStyleCnt="0"/>
      <dgm:spPr/>
    </dgm:pt>
    <dgm:pt modelId="{484A075C-CE67-9C46-B0F6-5F65C8203294}" type="pres">
      <dgm:prSet presAssocID="{EFA9AAAB-89B1-3F4D-A17D-76D1DACD435A}" presName="conn2-1" presStyleLbl="parChTrans1D2" presStyleIdx="3" presStyleCnt="4"/>
      <dgm:spPr/>
    </dgm:pt>
    <dgm:pt modelId="{E45D7930-005F-314D-8EF9-345513EF2023}" type="pres">
      <dgm:prSet presAssocID="{EFA9AAAB-89B1-3F4D-A17D-76D1DACD435A}" presName="connTx" presStyleLbl="parChTrans1D2" presStyleIdx="3" presStyleCnt="4"/>
      <dgm:spPr/>
    </dgm:pt>
    <dgm:pt modelId="{18C54E62-AD35-D54F-93FB-389C299B7974}" type="pres">
      <dgm:prSet presAssocID="{D5600029-00AF-D84B-B247-715FDE6FCC45}" presName="root2" presStyleCnt="0"/>
      <dgm:spPr/>
    </dgm:pt>
    <dgm:pt modelId="{8B7DF7B4-0CEA-E844-8F60-EB232DA9173F}" type="pres">
      <dgm:prSet presAssocID="{D5600029-00AF-D84B-B247-715FDE6FCC45}" presName="LevelTwoTextNode" presStyleLbl="node2" presStyleIdx="3" presStyleCnt="4">
        <dgm:presLayoutVars>
          <dgm:chPref val="3"/>
        </dgm:presLayoutVars>
      </dgm:prSet>
      <dgm:spPr/>
    </dgm:pt>
    <dgm:pt modelId="{E02AB20C-0D59-D94B-AB6E-F5806A40DE9D}" type="pres">
      <dgm:prSet presAssocID="{D5600029-00AF-D84B-B247-715FDE6FCC45}" presName="level3hierChild" presStyleCnt="0"/>
      <dgm:spPr/>
    </dgm:pt>
    <dgm:pt modelId="{B6887653-ECDE-664A-94D3-E8BA18D35530}" type="pres">
      <dgm:prSet presAssocID="{C175F022-CD8F-F04B-8342-FCE80DDCD4F7}" presName="conn2-1" presStyleLbl="parChTrans1D3" presStyleIdx="2" presStyleCnt="5"/>
      <dgm:spPr/>
    </dgm:pt>
    <dgm:pt modelId="{66F91A5C-368C-9744-92A8-D20C4EDEC903}" type="pres">
      <dgm:prSet presAssocID="{C175F022-CD8F-F04B-8342-FCE80DDCD4F7}" presName="connTx" presStyleLbl="parChTrans1D3" presStyleIdx="2" presStyleCnt="5"/>
      <dgm:spPr/>
    </dgm:pt>
    <dgm:pt modelId="{061AE87E-0A66-824A-859D-9D9FA01754F8}" type="pres">
      <dgm:prSet presAssocID="{A6BEE11B-2051-6242-B6E0-85C82A4273AF}" presName="root2" presStyleCnt="0"/>
      <dgm:spPr/>
    </dgm:pt>
    <dgm:pt modelId="{C8D87611-6C0B-2F44-B505-1EEECFC15298}" type="pres">
      <dgm:prSet presAssocID="{A6BEE11B-2051-6242-B6E0-85C82A4273AF}" presName="LevelTwoTextNode" presStyleLbl="node3" presStyleIdx="2" presStyleCnt="5">
        <dgm:presLayoutVars>
          <dgm:chPref val="3"/>
        </dgm:presLayoutVars>
      </dgm:prSet>
      <dgm:spPr/>
    </dgm:pt>
    <dgm:pt modelId="{19FF8590-45A3-C742-BCDE-17761BACA9D9}" type="pres">
      <dgm:prSet presAssocID="{A6BEE11B-2051-6242-B6E0-85C82A4273AF}" presName="level3hierChild" presStyleCnt="0"/>
      <dgm:spPr/>
    </dgm:pt>
    <dgm:pt modelId="{1826C3A2-B33B-BF4F-8127-5F13C970A568}" type="pres">
      <dgm:prSet presAssocID="{17F08F98-FC06-8D44-A472-6C002191300C}" presName="conn2-1" presStyleLbl="parChTrans1D3" presStyleIdx="3" presStyleCnt="5"/>
      <dgm:spPr/>
    </dgm:pt>
    <dgm:pt modelId="{80519FFB-1223-C548-99AF-E66DEF249FCB}" type="pres">
      <dgm:prSet presAssocID="{17F08F98-FC06-8D44-A472-6C002191300C}" presName="connTx" presStyleLbl="parChTrans1D3" presStyleIdx="3" presStyleCnt="5"/>
      <dgm:spPr/>
    </dgm:pt>
    <dgm:pt modelId="{D7B7680C-39A6-8545-A3EF-8336F804D566}" type="pres">
      <dgm:prSet presAssocID="{00D5A032-0399-694F-B524-F7288FFA093B}" presName="root2" presStyleCnt="0"/>
      <dgm:spPr/>
    </dgm:pt>
    <dgm:pt modelId="{1ADC968B-128F-C24B-8C9D-7AFA454B5CA1}" type="pres">
      <dgm:prSet presAssocID="{00D5A032-0399-694F-B524-F7288FFA093B}" presName="LevelTwoTextNode" presStyleLbl="node3" presStyleIdx="3" presStyleCnt="5">
        <dgm:presLayoutVars>
          <dgm:chPref val="3"/>
        </dgm:presLayoutVars>
      </dgm:prSet>
      <dgm:spPr/>
    </dgm:pt>
    <dgm:pt modelId="{58B798DC-4829-C840-A8D4-0497099F9053}" type="pres">
      <dgm:prSet presAssocID="{00D5A032-0399-694F-B524-F7288FFA093B}" presName="level3hierChild" presStyleCnt="0"/>
      <dgm:spPr/>
    </dgm:pt>
    <dgm:pt modelId="{D2BEDB92-40B9-604C-A2C3-F2393894DC92}" type="pres">
      <dgm:prSet presAssocID="{82A57338-E37C-C94B-9DE7-DA2E69073DDD}" presName="conn2-1" presStyleLbl="parChTrans1D3" presStyleIdx="4" presStyleCnt="5"/>
      <dgm:spPr/>
    </dgm:pt>
    <dgm:pt modelId="{7D29BC7D-EC38-2A48-BCDA-8DC5FD134E70}" type="pres">
      <dgm:prSet presAssocID="{82A57338-E37C-C94B-9DE7-DA2E69073DDD}" presName="connTx" presStyleLbl="parChTrans1D3" presStyleIdx="4" presStyleCnt="5"/>
      <dgm:spPr/>
    </dgm:pt>
    <dgm:pt modelId="{4394E798-59DD-4B4F-8206-71CAFD34F55F}" type="pres">
      <dgm:prSet presAssocID="{D45C431E-E052-1B4D-863E-13AE015E7A0B}" presName="root2" presStyleCnt="0"/>
      <dgm:spPr/>
    </dgm:pt>
    <dgm:pt modelId="{98226B3A-A583-AB4C-B3CB-E90E28A793BB}" type="pres">
      <dgm:prSet presAssocID="{D45C431E-E052-1B4D-863E-13AE015E7A0B}" presName="LevelTwoTextNode" presStyleLbl="node3" presStyleIdx="4" presStyleCnt="5">
        <dgm:presLayoutVars>
          <dgm:chPref val="3"/>
        </dgm:presLayoutVars>
      </dgm:prSet>
      <dgm:spPr/>
    </dgm:pt>
    <dgm:pt modelId="{022BFC12-E5F0-C447-BF52-3CB5FE5CB46F}" type="pres">
      <dgm:prSet presAssocID="{D45C431E-E052-1B4D-863E-13AE015E7A0B}" presName="level3hierChild" presStyleCnt="0"/>
      <dgm:spPr/>
    </dgm:pt>
  </dgm:ptLst>
  <dgm:cxnLst>
    <dgm:cxn modelId="{A88E4A05-06C1-E44B-98D0-2CA41DDC328D}" srcId="{D5600029-00AF-D84B-B247-715FDE6FCC45}" destId="{A6BEE11B-2051-6242-B6E0-85C82A4273AF}" srcOrd="0" destOrd="0" parTransId="{C175F022-CD8F-F04B-8342-FCE80DDCD4F7}" sibTransId="{83FAE0CD-2043-164C-B3B8-9CE1CA1BF679}"/>
    <dgm:cxn modelId="{CC7BFB11-67FE-0C46-AC4E-C6D2495E7204}" type="presOf" srcId="{17F08F98-FC06-8D44-A472-6C002191300C}" destId="{80519FFB-1223-C548-99AF-E66DEF249FCB}" srcOrd="1" destOrd="0" presId="urn:microsoft.com/office/officeart/2005/8/layout/hierarchy2"/>
    <dgm:cxn modelId="{EF8CA51B-F438-7344-A1FD-BF0D46CBD61C}" type="presOf" srcId="{45BA11D3-2C53-964A-8472-DE7FEEC790F1}" destId="{F94BDD0E-EA97-3847-A377-91F6EC6D9488}" srcOrd="1" destOrd="0" presId="urn:microsoft.com/office/officeart/2005/8/layout/hierarchy2"/>
    <dgm:cxn modelId="{F1B3CF2C-3170-8E41-BD9B-E145EBABCC38}" type="presOf" srcId="{82A57338-E37C-C94B-9DE7-DA2E69073DDD}" destId="{D2BEDB92-40B9-604C-A2C3-F2393894DC92}" srcOrd="0" destOrd="0" presId="urn:microsoft.com/office/officeart/2005/8/layout/hierarchy2"/>
    <dgm:cxn modelId="{5E0CFF31-A6B4-554F-A69B-01FDF94D916B}" type="presOf" srcId="{803078E9-4B74-F74F-A8D5-620D7E746326}" destId="{DEE00C1E-1349-FF4D-8319-03E4C45BEADB}" srcOrd="0" destOrd="0" presId="urn:microsoft.com/office/officeart/2005/8/layout/hierarchy2"/>
    <dgm:cxn modelId="{A45DA93B-46C7-E143-8E83-3BDC1931309D}" type="presOf" srcId="{D45C431E-E052-1B4D-863E-13AE015E7A0B}" destId="{98226B3A-A583-AB4C-B3CB-E90E28A793BB}" srcOrd="0" destOrd="0" presId="urn:microsoft.com/office/officeart/2005/8/layout/hierarchy2"/>
    <dgm:cxn modelId="{8DC84A3D-9E0B-BE4E-8D09-EBCACC3F369F}" type="presOf" srcId="{C175F022-CD8F-F04B-8342-FCE80DDCD4F7}" destId="{B6887653-ECDE-664A-94D3-E8BA18D35530}" srcOrd="0" destOrd="0" presId="urn:microsoft.com/office/officeart/2005/8/layout/hierarchy2"/>
    <dgm:cxn modelId="{C8DD3B44-39AA-154C-AD40-5F51F1D9405E}" srcId="{F7F4EE09-BED0-C443-B042-31465B2FB152}" destId="{8936A4AC-726F-3243-BFB7-E20FCEA2A472}" srcOrd="2" destOrd="0" parTransId="{45BA11D3-2C53-964A-8472-DE7FEEC790F1}" sibTransId="{112C866C-FA50-9C45-9C3B-9CE97B2918E1}"/>
    <dgm:cxn modelId="{A9A43E4F-3373-BF46-ABCC-0A3BD8226011}" type="presOf" srcId="{A35412DB-852F-6845-BE26-7E1C844795F7}" destId="{5FFC3A97-AEE5-1543-AFFD-1CE32F120C8E}" srcOrd="0" destOrd="0" presId="urn:microsoft.com/office/officeart/2005/8/layout/hierarchy2"/>
    <dgm:cxn modelId="{CA4E924F-6E58-984C-81C9-F9555283C065}" type="presOf" srcId="{92E7B79F-766F-204E-BF5C-B1C9A2789BF7}" destId="{0B7517D1-4990-2E4A-A9D2-42CEEB6D5409}" srcOrd="1" destOrd="0" presId="urn:microsoft.com/office/officeart/2005/8/layout/hierarchy2"/>
    <dgm:cxn modelId="{6EFE7852-AD93-FA45-BA4F-123E7090000A}" srcId="{F7F4EE09-BED0-C443-B042-31465B2FB152}" destId="{803078E9-4B74-F74F-A8D5-620D7E746326}" srcOrd="1" destOrd="0" parTransId="{9CB0B7FF-7AC0-4E41-BA90-0CC694E8C73D}" sibTransId="{60AB7B24-C428-4240-8D76-3EE0A90ADCD3}"/>
    <dgm:cxn modelId="{8F30C556-93E2-5542-8F0A-43471213881F}" type="presOf" srcId="{3E310FCF-5662-A541-B33F-16F307487274}" destId="{C7BBC066-F2CE-094E-97AA-3E4764DF0CD3}" srcOrd="0" destOrd="0" presId="urn:microsoft.com/office/officeart/2005/8/layout/hierarchy2"/>
    <dgm:cxn modelId="{EF171A58-45E7-7747-A337-45800D35BE22}" type="presOf" srcId="{D5600029-00AF-D84B-B247-715FDE6FCC45}" destId="{8B7DF7B4-0CEA-E844-8F60-EB232DA9173F}" srcOrd="0" destOrd="0" presId="urn:microsoft.com/office/officeart/2005/8/layout/hierarchy2"/>
    <dgm:cxn modelId="{81B8D959-6C32-8D4D-90BE-261818DE8A9C}" type="presOf" srcId="{92E7B79F-766F-204E-BF5C-B1C9A2789BF7}" destId="{5E3E2974-995A-3045-A280-2646D37CFFB2}" srcOrd="0" destOrd="0" presId="urn:microsoft.com/office/officeart/2005/8/layout/hierarchy2"/>
    <dgm:cxn modelId="{F6058361-F519-3C44-AFC2-849EE9B26903}" type="presOf" srcId="{17F08F98-FC06-8D44-A472-6C002191300C}" destId="{1826C3A2-B33B-BF4F-8127-5F13C970A568}" srcOrd="0" destOrd="0" presId="urn:microsoft.com/office/officeart/2005/8/layout/hierarchy2"/>
    <dgm:cxn modelId="{52F4B065-92A7-3C41-AA9F-0476DEE617D5}" type="presOf" srcId="{AEAFA2F1-AFBB-D14E-8435-2AF35C613BCC}" destId="{BF2F5C2D-BFA0-6B48-87CE-3D75D3D8C2C8}" srcOrd="0" destOrd="0" presId="urn:microsoft.com/office/officeart/2005/8/layout/hierarchy2"/>
    <dgm:cxn modelId="{1E444467-E7C7-A945-89DC-7558B4C3F884}" type="presOf" srcId="{8936A4AC-726F-3243-BFB7-E20FCEA2A472}" destId="{678EFCCD-BC82-E94A-B691-06E0EA4191B8}" srcOrd="0" destOrd="0" presId="urn:microsoft.com/office/officeart/2005/8/layout/hierarchy2"/>
    <dgm:cxn modelId="{0B8D596E-9D6F-C242-A431-183A0477C26E}" type="presOf" srcId="{9CB0B7FF-7AC0-4E41-BA90-0CC694E8C73D}" destId="{369A0D91-364C-0546-89EB-0EBC73A6490C}" srcOrd="0" destOrd="0" presId="urn:microsoft.com/office/officeart/2005/8/layout/hierarchy2"/>
    <dgm:cxn modelId="{7EB50C76-63BC-574C-AC69-49E18334A7BE}" srcId="{803078E9-4B74-F74F-A8D5-620D7E746326}" destId="{4D24D360-3B2E-8B44-B562-1744B5D33187}" srcOrd="0" destOrd="0" parTransId="{A35412DB-852F-6845-BE26-7E1C844795F7}" sibTransId="{2BBAF3FC-B81F-B744-BDF9-954E4E8293E8}"/>
    <dgm:cxn modelId="{09CADC83-AA8A-BF49-896E-4BFE59B9817D}" type="presOf" srcId="{073AB0C4-D512-9244-B719-D6558EF510A0}" destId="{1A85A1CB-53D4-A545-A8E0-8652313A682B}" srcOrd="0" destOrd="0" presId="urn:microsoft.com/office/officeart/2005/8/layout/hierarchy2"/>
    <dgm:cxn modelId="{5B517191-2CF5-5241-A99C-1DB0BDB64385}" srcId="{803078E9-4B74-F74F-A8D5-620D7E746326}" destId="{3E310FCF-5662-A541-B33F-16F307487274}" srcOrd="1" destOrd="0" parTransId="{073AB0C4-D512-9244-B719-D6558EF510A0}" sibTransId="{130CDC4A-4876-2049-B909-EEA539DDE21B}"/>
    <dgm:cxn modelId="{BFD49C98-A587-674D-BF65-4A6F0BEFF4B1}" type="presOf" srcId="{82A57338-E37C-C94B-9DE7-DA2E69073DDD}" destId="{7D29BC7D-EC38-2A48-BCDA-8DC5FD134E70}" srcOrd="1" destOrd="0" presId="urn:microsoft.com/office/officeart/2005/8/layout/hierarchy2"/>
    <dgm:cxn modelId="{B1256DA7-37FD-1E41-8366-F6FD7BC26282}" type="presOf" srcId="{F7F4EE09-BED0-C443-B042-31465B2FB152}" destId="{478A4D25-0748-D847-B26C-77A1FFD47D31}" srcOrd="0" destOrd="0" presId="urn:microsoft.com/office/officeart/2005/8/layout/hierarchy2"/>
    <dgm:cxn modelId="{9EAFB2AE-532D-AD44-8463-C6E941787A4E}" srcId="{7CE04E48-44E7-894F-8C2D-2B5162AB45E7}" destId="{F7F4EE09-BED0-C443-B042-31465B2FB152}" srcOrd="0" destOrd="0" parTransId="{2BCBCE90-0567-3444-9F2E-6CBB37AF004E}" sibTransId="{96B2F3CD-CB48-8B4E-9EEB-4A7F307890C7}"/>
    <dgm:cxn modelId="{D20678AF-0849-0E43-9E97-48E1574A00E9}" type="presOf" srcId="{A35412DB-852F-6845-BE26-7E1C844795F7}" destId="{FA9194AB-817D-B14C-841C-C85146B06919}" srcOrd="1" destOrd="0" presId="urn:microsoft.com/office/officeart/2005/8/layout/hierarchy2"/>
    <dgm:cxn modelId="{313471B8-9372-834E-B955-D3303A6E99FF}" srcId="{F7F4EE09-BED0-C443-B042-31465B2FB152}" destId="{AEAFA2F1-AFBB-D14E-8435-2AF35C613BCC}" srcOrd="0" destOrd="0" parTransId="{92E7B79F-766F-204E-BF5C-B1C9A2789BF7}" sibTransId="{2F83706B-871B-444A-BF05-5F024AC545A3}"/>
    <dgm:cxn modelId="{3502B4B8-B2A8-BE41-8B13-A2977D545B87}" srcId="{D5600029-00AF-D84B-B247-715FDE6FCC45}" destId="{00D5A032-0399-694F-B524-F7288FFA093B}" srcOrd="1" destOrd="0" parTransId="{17F08F98-FC06-8D44-A472-6C002191300C}" sibTransId="{E658D7A3-EFBA-5845-8A22-CDF942C59A39}"/>
    <dgm:cxn modelId="{A55377BA-ED94-F946-8F5E-6E0219C109BD}" type="presOf" srcId="{00D5A032-0399-694F-B524-F7288FFA093B}" destId="{1ADC968B-128F-C24B-8C9D-7AFA454B5CA1}" srcOrd="0" destOrd="0" presId="urn:microsoft.com/office/officeart/2005/8/layout/hierarchy2"/>
    <dgm:cxn modelId="{3D6DF3BF-AF57-CD48-9982-291DDB15A1F3}" type="presOf" srcId="{45BA11D3-2C53-964A-8472-DE7FEEC790F1}" destId="{3E99DA98-E042-ED42-82BA-2882497EA479}" srcOrd="0" destOrd="0" presId="urn:microsoft.com/office/officeart/2005/8/layout/hierarchy2"/>
    <dgm:cxn modelId="{FA3385CC-7DEA-014E-B951-AAA770BA822C}" type="presOf" srcId="{EFA9AAAB-89B1-3F4D-A17D-76D1DACD435A}" destId="{484A075C-CE67-9C46-B0F6-5F65C8203294}" srcOrd="0" destOrd="0" presId="urn:microsoft.com/office/officeart/2005/8/layout/hierarchy2"/>
    <dgm:cxn modelId="{D27969CD-28C7-DE4E-A08E-DB626511C449}" type="presOf" srcId="{9CB0B7FF-7AC0-4E41-BA90-0CC694E8C73D}" destId="{235328F0-94EF-C54E-8ACE-CF60F76CCDAE}" srcOrd="1" destOrd="0" presId="urn:microsoft.com/office/officeart/2005/8/layout/hierarchy2"/>
    <dgm:cxn modelId="{8FD30DD0-6579-554D-B4FF-8774B9C71412}" type="presOf" srcId="{A6BEE11B-2051-6242-B6E0-85C82A4273AF}" destId="{C8D87611-6C0B-2F44-B505-1EEECFC15298}" srcOrd="0" destOrd="0" presId="urn:microsoft.com/office/officeart/2005/8/layout/hierarchy2"/>
    <dgm:cxn modelId="{D6DE85D4-B44D-8D44-A33D-604A08E83006}" srcId="{F7F4EE09-BED0-C443-B042-31465B2FB152}" destId="{D5600029-00AF-D84B-B247-715FDE6FCC45}" srcOrd="3" destOrd="0" parTransId="{EFA9AAAB-89B1-3F4D-A17D-76D1DACD435A}" sibTransId="{72E65C39-74AF-F249-AB27-D4256E52395B}"/>
    <dgm:cxn modelId="{F2BBBBDD-B352-A042-85EE-B42C3D0392A6}" type="presOf" srcId="{073AB0C4-D512-9244-B719-D6558EF510A0}" destId="{06FEBEE8-3287-F34E-935B-777B43C77251}" srcOrd="1" destOrd="0" presId="urn:microsoft.com/office/officeart/2005/8/layout/hierarchy2"/>
    <dgm:cxn modelId="{3A1628EB-A8CE-5545-8E1B-2295E90E421C}" type="presOf" srcId="{7CE04E48-44E7-894F-8C2D-2B5162AB45E7}" destId="{F3757305-CFEB-6F44-9FFA-AD0EBB65876E}" srcOrd="0" destOrd="0" presId="urn:microsoft.com/office/officeart/2005/8/layout/hierarchy2"/>
    <dgm:cxn modelId="{1E3960F0-0BAD-BC4A-9587-9CF80C09C3FD}" type="presOf" srcId="{EFA9AAAB-89B1-3F4D-A17D-76D1DACD435A}" destId="{E45D7930-005F-314D-8EF9-345513EF2023}" srcOrd="1" destOrd="0" presId="urn:microsoft.com/office/officeart/2005/8/layout/hierarchy2"/>
    <dgm:cxn modelId="{772A3DFA-EA96-8A40-9FFD-72C0E48EFE84}" srcId="{D5600029-00AF-D84B-B247-715FDE6FCC45}" destId="{D45C431E-E052-1B4D-863E-13AE015E7A0B}" srcOrd="2" destOrd="0" parTransId="{82A57338-E37C-C94B-9DE7-DA2E69073DDD}" sibTransId="{5BF28146-6391-8940-81D7-B717F401167D}"/>
    <dgm:cxn modelId="{F97B6AFE-DFCA-4D4D-8A71-25F80AF96362}" type="presOf" srcId="{C175F022-CD8F-F04B-8342-FCE80DDCD4F7}" destId="{66F91A5C-368C-9744-92A8-D20C4EDEC903}" srcOrd="1" destOrd="0" presId="urn:microsoft.com/office/officeart/2005/8/layout/hierarchy2"/>
    <dgm:cxn modelId="{FAE8C4FE-2551-FD41-B148-587735A55E58}" type="presOf" srcId="{4D24D360-3B2E-8B44-B562-1744B5D33187}" destId="{F1E33B78-5A5B-9F45-BA25-337E4FA9286C}" srcOrd="0" destOrd="0" presId="urn:microsoft.com/office/officeart/2005/8/layout/hierarchy2"/>
    <dgm:cxn modelId="{A90B7CD8-6FF1-3D45-BCA4-4B05F3A3C51B}" type="presParOf" srcId="{F3757305-CFEB-6F44-9FFA-AD0EBB65876E}" destId="{D853D158-05C7-8545-9419-261A68385144}" srcOrd="0" destOrd="0" presId="urn:microsoft.com/office/officeart/2005/8/layout/hierarchy2"/>
    <dgm:cxn modelId="{A7712B40-91D4-C747-9C87-0A402050A08F}" type="presParOf" srcId="{D853D158-05C7-8545-9419-261A68385144}" destId="{478A4D25-0748-D847-B26C-77A1FFD47D31}" srcOrd="0" destOrd="0" presId="urn:microsoft.com/office/officeart/2005/8/layout/hierarchy2"/>
    <dgm:cxn modelId="{BD4AFBCF-5669-5248-8230-8329D720CEED}" type="presParOf" srcId="{D853D158-05C7-8545-9419-261A68385144}" destId="{1349347B-EF85-DC42-A8C8-4FF7082DD60E}" srcOrd="1" destOrd="0" presId="urn:microsoft.com/office/officeart/2005/8/layout/hierarchy2"/>
    <dgm:cxn modelId="{BC296ACA-F7E3-7145-B864-3485CB5D77AF}" type="presParOf" srcId="{1349347B-EF85-DC42-A8C8-4FF7082DD60E}" destId="{5E3E2974-995A-3045-A280-2646D37CFFB2}" srcOrd="0" destOrd="0" presId="urn:microsoft.com/office/officeart/2005/8/layout/hierarchy2"/>
    <dgm:cxn modelId="{3B0B83AB-86EF-FD43-803B-4CA7F90F64E9}" type="presParOf" srcId="{5E3E2974-995A-3045-A280-2646D37CFFB2}" destId="{0B7517D1-4990-2E4A-A9D2-42CEEB6D5409}" srcOrd="0" destOrd="0" presId="urn:microsoft.com/office/officeart/2005/8/layout/hierarchy2"/>
    <dgm:cxn modelId="{DB929466-061E-4A45-8AC1-6C9C9F7C7E9F}" type="presParOf" srcId="{1349347B-EF85-DC42-A8C8-4FF7082DD60E}" destId="{8895B59D-965D-ED47-9819-2795C83784AF}" srcOrd="1" destOrd="0" presId="urn:microsoft.com/office/officeart/2005/8/layout/hierarchy2"/>
    <dgm:cxn modelId="{CB69AAA4-147D-4E4D-9ECB-0825948D7DF3}" type="presParOf" srcId="{8895B59D-965D-ED47-9819-2795C83784AF}" destId="{BF2F5C2D-BFA0-6B48-87CE-3D75D3D8C2C8}" srcOrd="0" destOrd="0" presId="urn:microsoft.com/office/officeart/2005/8/layout/hierarchy2"/>
    <dgm:cxn modelId="{9A84E9F7-299B-A54D-AEC0-DAF5A6F6DA94}" type="presParOf" srcId="{8895B59D-965D-ED47-9819-2795C83784AF}" destId="{6D830F77-25A4-F24F-83D7-C47DE92ABB62}" srcOrd="1" destOrd="0" presId="urn:microsoft.com/office/officeart/2005/8/layout/hierarchy2"/>
    <dgm:cxn modelId="{E9C6CAE7-B2D1-8949-94A3-71A09BD44DC3}" type="presParOf" srcId="{1349347B-EF85-DC42-A8C8-4FF7082DD60E}" destId="{369A0D91-364C-0546-89EB-0EBC73A6490C}" srcOrd="2" destOrd="0" presId="urn:microsoft.com/office/officeart/2005/8/layout/hierarchy2"/>
    <dgm:cxn modelId="{2391153F-5C70-0340-80EB-B7DB3C827D48}" type="presParOf" srcId="{369A0D91-364C-0546-89EB-0EBC73A6490C}" destId="{235328F0-94EF-C54E-8ACE-CF60F76CCDAE}" srcOrd="0" destOrd="0" presId="urn:microsoft.com/office/officeart/2005/8/layout/hierarchy2"/>
    <dgm:cxn modelId="{875478C0-B2E5-D24E-BB66-857FF4A48A04}" type="presParOf" srcId="{1349347B-EF85-DC42-A8C8-4FF7082DD60E}" destId="{0A24DD0B-29E4-0D45-A824-9E382323A487}" srcOrd="3" destOrd="0" presId="urn:microsoft.com/office/officeart/2005/8/layout/hierarchy2"/>
    <dgm:cxn modelId="{68A5C5C9-15F5-1B45-9753-8F4C1E856C3F}" type="presParOf" srcId="{0A24DD0B-29E4-0D45-A824-9E382323A487}" destId="{DEE00C1E-1349-FF4D-8319-03E4C45BEADB}" srcOrd="0" destOrd="0" presId="urn:microsoft.com/office/officeart/2005/8/layout/hierarchy2"/>
    <dgm:cxn modelId="{2A4E01C2-57AB-EE4C-B074-EFA795E9DB08}" type="presParOf" srcId="{0A24DD0B-29E4-0D45-A824-9E382323A487}" destId="{19DAE184-A1BA-3F48-9CEA-F1560FC59330}" srcOrd="1" destOrd="0" presId="urn:microsoft.com/office/officeart/2005/8/layout/hierarchy2"/>
    <dgm:cxn modelId="{51BA9531-794F-4E4B-BE17-3601100F5C42}" type="presParOf" srcId="{19DAE184-A1BA-3F48-9CEA-F1560FC59330}" destId="{5FFC3A97-AEE5-1543-AFFD-1CE32F120C8E}" srcOrd="0" destOrd="0" presId="urn:microsoft.com/office/officeart/2005/8/layout/hierarchy2"/>
    <dgm:cxn modelId="{8BE65497-5F92-9B48-87D1-FA9ED9B6DEDE}" type="presParOf" srcId="{5FFC3A97-AEE5-1543-AFFD-1CE32F120C8E}" destId="{FA9194AB-817D-B14C-841C-C85146B06919}" srcOrd="0" destOrd="0" presId="urn:microsoft.com/office/officeart/2005/8/layout/hierarchy2"/>
    <dgm:cxn modelId="{245D99DC-4027-1346-ACD3-A3DE5465525C}" type="presParOf" srcId="{19DAE184-A1BA-3F48-9CEA-F1560FC59330}" destId="{56C856C1-1457-744F-9FA0-11871C0C923E}" srcOrd="1" destOrd="0" presId="urn:microsoft.com/office/officeart/2005/8/layout/hierarchy2"/>
    <dgm:cxn modelId="{65CC2DE7-1960-684D-BD69-5D15F74D0E34}" type="presParOf" srcId="{56C856C1-1457-744F-9FA0-11871C0C923E}" destId="{F1E33B78-5A5B-9F45-BA25-337E4FA9286C}" srcOrd="0" destOrd="0" presId="urn:microsoft.com/office/officeart/2005/8/layout/hierarchy2"/>
    <dgm:cxn modelId="{08B3F612-D470-4D4A-92A7-FDF7AE60EE8D}" type="presParOf" srcId="{56C856C1-1457-744F-9FA0-11871C0C923E}" destId="{93A0858E-14C9-C04A-96CC-9A6EECA293AA}" srcOrd="1" destOrd="0" presId="urn:microsoft.com/office/officeart/2005/8/layout/hierarchy2"/>
    <dgm:cxn modelId="{553094B9-4BDC-EA4A-B578-242BC1B477FC}" type="presParOf" srcId="{19DAE184-A1BA-3F48-9CEA-F1560FC59330}" destId="{1A85A1CB-53D4-A545-A8E0-8652313A682B}" srcOrd="2" destOrd="0" presId="urn:microsoft.com/office/officeart/2005/8/layout/hierarchy2"/>
    <dgm:cxn modelId="{A44A3881-E76F-8549-8519-4BF2DCB329BD}" type="presParOf" srcId="{1A85A1CB-53D4-A545-A8E0-8652313A682B}" destId="{06FEBEE8-3287-F34E-935B-777B43C77251}" srcOrd="0" destOrd="0" presId="urn:microsoft.com/office/officeart/2005/8/layout/hierarchy2"/>
    <dgm:cxn modelId="{845832BF-93A3-B941-82D4-76E246BF82B9}" type="presParOf" srcId="{19DAE184-A1BA-3F48-9CEA-F1560FC59330}" destId="{A512993F-6B89-2349-A6FD-C12A9745DF16}" srcOrd="3" destOrd="0" presId="urn:microsoft.com/office/officeart/2005/8/layout/hierarchy2"/>
    <dgm:cxn modelId="{BE12AA9B-3B3F-CE49-9D09-AFA86176957E}" type="presParOf" srcId="{A512993F-6B89-2349-A6FD-C12A9745DF16}" destId="{C7BBC066-F2CE-094E-97AA-3E4764DF0CD3}" srcOrd="0" destOrd="0" presId="urn:microsoft.com/office/officeart/2005/8/layout/hierarchy2"/>
    <dgm:cxn modelId="{E18CA076-A7A4-7949-8817-EEE0C63F0DEB}" type="presParOf" srcId="{A512993F-6B89-2349-A6FD-C12A9745DF16}" destId="{AAA50F9A-BA6C-4949-888B-A778A9C244AB}" srcOrd="1" destOrd="0" presId="urn:microsoft.com/office/officeart/2005/8/layout/hierarchy2"/>
    <dgm:cxn modelId="{F4C870F2-5DA6-E944-95D4-7892E162401A}" type="presParOf" srcId="{1349347B-EF85-DC42-A8C8-4FF7082DD60E}" destId="{3E99DA98-E042-ED42-82BA-2882497EA479}" srcOrd="4" destOrd="0" presId="urn:microsoft.com/office/officeart/2005/8/layout/hierarchy2"/>
    <dgm:cxn modelId="{73867515-21A0-D749-A85B-3F59830D59BC}" type="presParOf" srcId="{3E99DA98-E042-ED42-82BA-2882497EA479}" destId="{F94BDD0E-EA97-3847-A377-91F6EC6D9488}" srcOrd="0" destOrd="0" presId="urn:microsoft.com/office/officeart/2005/8/layout/hierarchy2"/>
    <dgm:cxn modelId="{545FB7B5-9D36-E94F-B700-42FAA221DDE8}" type="presParOf" srcId="{1349347B-EF85-DC42-A8C8-4FF7082DD60E}" destId="{E47B06EE-02F7-DD44-AA56-145B7EBF2BA9}" srcOrd="5" destOrd="0" presId="urn:microsoft.com/office/officeart/2005/8/layout/hierarchy2"/>
    <dgm:cxn modelId="{3246532E-520F-FF47-B330-FCFA8C92CF4F}" type="presParOf" srcId="{E47B06EE-02F7-DD44-AA56-145B7EBF2BA9}" destId="{678EFCCD-BC82-E94A-B691-06E0EA4191B8}" srcOrd="0" destOrd="0" presId="urn:microsoft.com/office/officeart/2005/8/layout/hierarchy2"/>
    <dgm:cxn modelId="{BA15FCD2-0121-0B44-9602-351403F962EA}" type="presParOf" srcId="{E47B06EE-02F7-DD44-AA56-145B7EBF2BA9}" destId="{2D444794-C20B-7244-B3CD-016F987500D3}" srcOrd="1" destOrd="0" presId="urn:microsoft.com/office/officeart/2005/8/layout/hierarchy2"/>
    <dgm:cxn modelId="{60C2183A-32E7-7D42-97E8-7E9BD8E3611A}" type="presParOf" srcId="{1349347B-EF85-DC42-A8C8-4FF7082DD60E}" destId="{484A075C-CE67-9C46-B0F6-5F65C8203294}" srcOrd="6" destOrd="0" presId="urn:microsoft.com/office/officeart/2005/8/layout/hierarchy2"/>
    <dgm:cxn modelId="{94993ECF-7F03-A043-9FD4-34A618F33876}" type="presParOf" srcId="{484A075C-CE67-9C46-B0F6-5F65C8203294}" destId="{E45D7930-005F-314D-8EF9-345513EF2023}" srcOrd="0" destOrd="0" presId="urn:microsoft.com/office/officeart/2005/8/layout/hierarchy2"/>
    <dgm:cxn modelId="{A0A90B5C-272C-A247-94C0-7056D3DC44AA}" type="presParOf" srcId="{1349347B-EF85-DC42-A8C8-4FF7082DD60E}" destId="{18C54E62-AD35-D54F-93FB-389C299B7974}" srcOrd="7" destOrd="0" presId="urn:microsoft.com/office/officeart/2005/8/layout/hierarchy2"/>
    <dgm:cxn modelId="{2693EB6E-00E0-574A-B693-254716B52B74}" type="presParOf" srcId="{18C54E62-AD35-D54F-93FB-389C299B7974}" destId="{8B7DF7B4-0CEA-E844-8F60-EB232DA9173F}" srcOrd="0" destOrd="0" presId="urn:microsoft.com/office/officeart/2005/8/layout/hierarchy2"/>
    <dgm:cxn modelId="{CAD4E477-6457-5E42-AD2F-D1B75EF27C34}" type="presParOf" srcId="{18C54E62-AD35-D54F-93FB-389C299B7974}" destId="{E02AB20C-0D59-D94B-AB6E-F5806A40DE9D}" srcOrd="1" destOrd="0" presId="urn:microsoft.com/office/officeart/2005/8/layout/hierarchy2"/>
    <dgm:cxn modelId="{34DF283E-D9DA-3F46-AE9D-DD7339770B7F}" type="presParOf" srcId="{E02AB20C-0D59-D94B-AB6E-F5806A40DE9D}" destId="{B6887653-ECDE-664A-94D3-E8BA18D35530}" srcOrd="0" destOrd="0" presId="urn:microsoft.com/office/officeart/2005/8/layout/hierarchy2"/>
    <dgm:cxn modelId="{A0B01046-0A3D-FE43-BB6F-C85D66EF47B0}" type="presParOf" srcId="{B6887653-ECDE-664A-94D3-E8BA18D35530}" destId="{66F91A5C-368C-9744-92A8-D20C4EDEC903}" srcOrd="0" destOrd="0" presId="urn:microsoft.com/office/officeart/2005/8/layout/hierarchy2"/>
    <dgm:cxn modelId="{5B6FE068-6EE4-824E-A2F9-FC52017FFF30}" type="presParOf" srcId="{E02AB20C-0D59-D94B-AB6E-F5806A40DE9D}" destId="{061AE87E-0A66-824A-859D-9D9FA01754F8}" srcOrd="1" destOrd="0" presId="urn:microsoft.com/office/officeart/2005/8/layout/hierarchy2"/>
    <dgm:cxn modelId="{698A22BC-23D5-7742-9A4D-8616C4B590B4}" type="presParOf" srcId="{061AE87E-0A66-824A-859D-9D9FA01754F8}" destId="{C8D87611-6C0B-2F44-B505-1EEECFC15298}" srcOrd="0" destOrd="0" presId="urn:microsoft.com/office/officeart/2005/8/layout/hierarchy2"/>
    <dgm:cxn modelId="{3B13EB9B-207E-4F40-B611-71536E14CC35}" type="presParOf" srcId="{061AE87E-0A66-824A-859D-9D9FA01754F8}" destId="{19FF8590-45A3-C742-BCDE-17761BACA9D9}" srcOrd="1" destOrd="0" presId="urn:microsoft.com/office/officeart/2005/8/layout/hierarchy2"/>
    <dgm:cxn modelId="{E05CCC06-BC5B-AF49-9E11-1473181A8B50}" type="presParOf" srcId="{E02AB20C-0D59-D94B-AB6E-F5806A40DE9D}" destId="{1826C3A2-B33B-BF4F-8127-5F13C970A568}" srcOrd="2" destOrd="0" presId="urn:microsoft.com/office/officeart/2005/8/layout/hierarchy2"/>
    <dgm:cxn modelId="{18C6AA0D-4D2C-6B4D-83F3-9BAF86B0B843}" type="presParOf" srcId="{1826C3A2-B33B-BF4F-8127-5F13C970A568}" destId="{80519FFB-1223-C548-99AF-E66DEF249FCB}" srcOrd="0" destOrd="0" presId="urn:microsoft.com/office/officeart/2005/8/layout/hierarchy2"/>
    <dgm:cxn modelId="{3790BC04-DB22-0C4C-857A-FC95B35EE6DE}" type="presParOf" srcId="{E02AB20C-0D59-D94B-AB6E-F5806A40DE9D}" destId="{D7B7680C-39A6-8545-A3EF-8336F804D566}" srcOrd="3" destOrd="0" presId="urn:microsoft.com/office/officeart/2005/8/layout/hierarchy2"/>
    <dgm:cxn modelId="{B3FD5F38-DB75-CF45-B071-F732604008DE}" type="presParOf" srcId="{D7B7680C-39A6-8545-A3EF-8336F804D566}" destId="{1ADC968B-128F-C24B-8C9D-7AFA454B5CA1}" srcOrd="0" destOrd="0" presId="urn:microsoft.com/office/officeart/2005/8/layout/hierarchy2"/>
    <dgm:cxn modelId="{B5D9ABE9-09C1-5C48-9474-C667A45D5A8B}" type="presParOf" srcId="{D7B7680C-39A6-8545-A3EF-8336F804D566}" destId="{58B798DC-4829-C840-A8D4-0497099F9053}" srcOrd="1" destOrd="0" presId="urn:microsoft.com/office/officeart/2005/8/layout/hierarchy2"/>
    <dgm:cxn modelId="{021E8E91-8BA8-9C44-9612-6B0E74DA0468}" type="presParOf" srcId="{E02AB20C-0D59-D94B-AB6E-F5806A40DE9D}" destId="{D2BEDB92-40B9-604C-A2C3-F2393894DC92}" srcOrd="4" destOrd="0" presId="urn:microsoft.com/office/officeart/2005/8/layout/hierarchy2"/>
    <dgm:cxn modelId="{00A7E422-E001-094E-B914-CD7CDBB77875}" type="presParOf" srcId="{D2BEDB92-40B9-604C-A2C3-F2393894DC92}" destId="{7D29BC7D-EC38-2A48-BCDA-8DC5FD134E70}" srcOrd="0" destOrd="0" presId="urn:microsoft.com/office/officeart/2005/8/layout/hierarchy2"/>
    <dgm:cxn modelId="{D43849D2-E575-C44D-8ADB-82FCE97E299F}" type="presParOf" srcId="{E02AB20C-0D59-D94B-AB6E-F5806A40DE9D}" destId="{4394E798-59DD-4B4F-8206-71CAFD34F55F}" srcOrd="5" destOrd="0" presId="urn:microsoft.com/office/officeart/2005/8/layout/hierarchy2"/>
    <dgm:cxn modelId="{36F6EA63-C29D-FC48-B769-577135C13062}" type="presParOf" srcId="{4394E798-59DD-4B4F-8206-71CAFD34F55F}" destId="{98226B3A-A583-AB4C-B3CB-E90E28A793BB}" srcOrd="0" destOrd="0" presId="urn:microsoft.com/office/officeart/2005/8/layout/hierarchy2"/>
    <dgm:cxn modelId="{1B2A5B35-1418-014E-BC08-D11EF5DB8EE0}" type="presParOf" srcId="{4394E798-59DD-4B4F-8206-71CAFD34F55F}" destId="{022BFC12-E5F0-C447-BF52-3CB5FE5CB46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1CF5093-DBC8-1D44-8D00-2EC7037A1AB0}" type="doc">
      <dgm:prSet loTypeId="urn:microsoft.com/office/officeart/2005/8/layout/hierarchy2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42DCA393-256F-C248-A334-18627CF94E81}">
      <dgm:prSet/>
      <dgm:spPr/>
      <dgm:t>
        <a:bodyPr/>
        <a:lstStyle/>
        <a:p>
          <a:r>
            <a:rPr kumimoji="1" lang="en-US" altLang="zh-CN" dirty="0"/>
            <a:t>5.</a:t>
          </a:r>
          <a:r>
            <a:rPr kumimoji="1" lang="zh-CN" altLang="en-US" dirty="0"/>
            <a:t>网上</a:t>
          </a:r>
          <a:r>
            <a:rPr kumimoji="1" lang="zh-CN" dirty="0"/>
            <a:t>图书销售系统管理</a:t>
          </a:r>
          <a:endParaRPr lang="zh-CN" dirty="0"/>
        </a:p>
      </dgm:t>
    </dgm:pt>
    <dgm:pt modelId="{94C37AC4-0B85-5A46-8041-A9FD85D75A68}" type="parTrans" cxnId="{D6A8A099-E6C2-2B4D-88BB-BD579FA9768D}">
      <dgm:prSet/>
      <dgm:spPr/>
      <dgm:t>
        <a:bodyPr/>
        <a:lstStyle/>
        <a:p>
          <a:endParaRPr lang="zh-CN" altLang="en-US"/>
        </a:p>
      </dgm:t>
    </dgm:pt>
    <dgm:pt modelId="{8F514065-F6AF-8241-8E2A-2B9EE309B229}" type="sibTrans" cxnId="{D6A8A099-E6C2-2B4D-88BB-BD579FA9768D}">
      <dgm:prSet/>
      <dgm:spPr/>
      <dgm:t>
        <a:bodyPr/>
        <a:lstStyle/>
        <a:p>
          <a:endParaRPr lang="zh-CN" altLang="en-US"/>
        </a:p>
      </dgm:t>
    </dgm:pt>
    <dgm:pt modelId="{6DB8F086-ECBB-D24C-944A-E822F333C0CE}">
      <dgm:prSet/>
      <dgm:spPr/>
      <dgm:t>
        <a:bodyPr/>
        <a:lstStyle/>
        <a:p>
          <a:r>
            <a:rPr kumimoji="1" lang="zh-CN"/>
            <a:t>新增图书资讯</a:t>
          </a:r>
          <a:endParaRPr lang="zh-CN"/>
        </a:p>
      </dgm:t>
    </dgm:pt>
    <dgm:pt modelId="{4C345F98-414E-8D4E-A691-182BF23F99CF}" type="parTrans" cxnId="{C15FB4CA-A719-7242-8B77-24A6ED846729}">
      <dgm:prSet/>
      <dgm:spPr/>
      <dgm:t>
        <a:bodyPr/>
        <a:lstStyle/>
        <a:p>
          <a:endParaRPr lang="zh-CN" altLang="en-US"/>
        </a:p>
      </dgm:t>
    </dgm:pt>
    <dgm:pt modelId="{E4DA1F8C-6850-6B43-8473-78EE0BFBDE58}" type="sibTrans" cxnId="{C15FB4CA-A719-7242-8B77-24A6ED846729}">
      <dgm:prSet/>
      <dgm:spPr/>
      <dgm:t>
        <a:bodyPr/>
        <a:lstStyle/>
        <a:p>
          <a:endParaRPr lang="zh-CN" altLang="en-US"/>
        </a:p>
      </dgm:t>
    </dgm:pt>
    <dgm:pt modelId="{8AF61ECA-1537-9940-8DA1-57D6BA670F82}">
      <dgm:prSet/>
      <dgm:spPr/>
      <dgm:t>
        <a:bodyPr/>
        <a:lstStyle/>
        <a:p>
          <a:r>
            <a:rPr kumimoji="1" lang="zh-CN"/>
            <a:t>删除图书资讯</a:t>
          </a:r>
          <a:endParaRPr lang="zh-CN"/>
        </a:p>
      </dgm:t>
    </dgm:pt>
    <dgm:pt modelId="{6D7C155F-1647-CC4A-9001-48A6C7DF6FEB}" type="parTrans" cxnId="{03B39B4A-BD95-CD47-8862-E17180747CA4}">
      <dgm:prSet/>
      <dgm:spPr/>
      <dgm:t>
        <a:bodyPr/>
        <a:lstStyle/>
        <a:p>
          <a:endParaRPr lang="zh-CN" altLang="en-US"/>
        </a:p>
      </dgm:t>
    </dgm:pt>
    <dgm:pt modelId="{5A279D81-8887-7143-98FD-48D12840CE72}" type="sibTrans" cxnId="{03B39B4A-BD95-CD47-8862-E17180747CA4}">
      <dgm:prSet/>
      <dgm:spPr/>
      <dgm:t>
        <a:bodyPr/>
        <a:lstStyle/>
        <a:p>
          <a:endParaRPr lang="zh-CN" altLang="en-US"/>
        </a:p>
      </dgm:t>
    </dgm:pt>
    <dgm:pt modelId="{F72D7868-74E0-5745-8E70-33EF0F9531C0}">
      <dgm:prSet/>
      <dgm:spPr/>
      <dgm:t>
        <a:bodyPr/>
        <a:lstStyle/>
        <a:p>
          <a:r>
            <a:rPr kumimoji="1" lang="zh-CN"/>
            <a:t>单一删除</a:t>
          </a:r>
          <a:endParaRPr lang="zh-CN"/>
        </a:p>
      </dgm:t>
    </dgm:pt>
    <dgm:pt modelId="{C5D97A93-CFBE-E046-9F73-BC87309F6D36}" type="parTrans" cxnId="{2ABAF452-A816-1444-BF39-202A1A1EB9E6}">
      <dgm:prSet/>
      <dgm:spPr/>
      <dgm:t>
        <a:bodyPr/>
        <a:lstStyle/>
        <a:p>
          <a:endParaRPr lang="zh-CN" altLang="en-US"/>
        </a:p>
      </dgm:t>
    </dgm:pt>
    <dgm:pt modelId="{76689899-3C8F-A242-ADB6-121C9A7DF1DE}" type="sibTrans" cxnId="{2ABAF452-A816-1444-BF39-202A1A1EB9E6}">
      <dgm:prSet/>
      <dgm:spPr/>
      <dgm:t>
        <a:bodyPr/>
        <a:lstStyle/>
        <a:p>
          <a:endParaRPr lang="zh-CN" altLang="en-US"/>
        </a:p>
      </dgm:t>
    </dgm:pt>
    <dgm:pt modelId="{06E2FF90-3DBC-2C4D-8186-FFACAA0E9271}">
      <dgm:prSet/>
      <dgm:spPr/>
      <dgm:t>
        <a:bodyPr/>
        <a:lstStyle/>
        <a:p>
          <a:r>
            <a:rPr kumimoji="1" lang="zh-CN"/>
            <a:t>批量删除</a:t>
          </a:r>
          <a:endParaRPr lang="zh-CN"/>
        </a:p>
      </dgm:t>
    </dgm:pt>
    <dgm:pt modelId="{F8324069-234D-5040-B8DC-2C03E3F76CF5}" type="parTrans" cxnId="{905F5B44-7860-6A44-AE31-AB00953EC9DE}">
      <dgm:prSet/>
      <dgm:spPr/>
      <dgm:t>
        <a:bodyPr/>
        <a:lstStyle/>
        <a:p>
          <a:endParaRPr lang="zh-CN" altLang="en-US"/>
        </a:p>
      </dgm:t>
    </dgm:pt>
    <dgm:pt modelId="{96452C8C-276F-034B-B483-5BE06152F1C0}" type="sibTrans" cxnId="{905F5B44-7860-6A44-AE31-AB00953EC9DE}">
      <dgm:prSet/>
      <dgm:spPr/>
      <dgm:t>
        <a:bodyPr/>
        <a:lstStyle/>
        <a:p>
          <a:endParaRPr lang="zh-CN" altLang="en-US"/>
        </a:p>
      </dgm:t>
    </dgm:pt>
    <dgm:pt modelId="{9CAEC203-F65D-954C-8B61-D8FBC830072A}">
      <dgm:prSet/>
      <dgm:spPr/>
      <dgm:t>
        <a:bodyPr/>
        <a:lstStyle/>
        <a:p>
          <a:r>
            <a:rPr kumimoji="1" lang="zh-CN" dirty="0"/>
            <a:t>修改图书资讯</a:t>
          </a:r>
          <a:endParaRPr lang="zh-CN" dirty="0"/>
        </a:p>
      </dgm:t>
    </dgm:pt>
    <dgm:pt modelId="{82A2C060-AF17-1948-86B5-99ACC54FFCED}" type="parTrans" cxnId="{F0CF4F5A-DCC9-1047-A322-F23713DFDE2F}">
      <dgm:prSet/>
      <dgm:spPr/>
      <dgm:t>
        <a:bodyPr/>
        <a:lstStyle/>
        <a:p>
          <a:endParaRPr lang="zh-CN" altLang="en-US"/>
        </a:p>
      </dgm:t>
    </dgm:pt>
    <dgm:pt modelId="{7CB2E771-0EA3-4F4F-B45A-C22F4491821A}" type="sibTrans" cxnId="{F0CF4F5A-DCC9-1047-A322-F23713DFDE2F}">
      <dgm:prSet/>
      <dgm:spPr/>
      <dgm:t>
        <a:bodyPr/>
        <a:lstStyle/>
        <a:p>
          <a:endParaRPr lang="zh-CN" altLang="en-US"/>
        </a:p>
      </dgm:t>
    </dgm:pt>
    <dgm:pt modelId="{1D289AA0-52EC-D943-8413-B59757D67C31}">
      <dgm:prSet/>
      <dgm:spPr/>
      <dgm:t>
        <a:bodyPr/>
        <a:lstStyle/>
        <a:p>
          <a:r>
            <a:rPr kumimoji="1" lang="zh-CN"/>
            <a:t>查找图书资讯</a:t>
          </a:r>
          <a:endParaRPr lang="zh-CN"/>
        </a:p>
      </dgm:t>
    </dgm:pt>
    <dgm:pt modelId="{C99CB7B2-88DA-1F4E-9F3E-9EC1A0891A07}" type="parTrans" cxnId="{46E6E6A1-F861-374E-A495-26CD2DA56883}">
      <dgm:prSet/>
      <dgm:spPr/>
      <dgm:t>
        <a:bodyPr/>
        <a:lstStyle/>
        <a:p>
          <a:endParaRPr lang="zh-CN" altLang="en-US"/>
        </a:p>
      </dgm:t>
    </dgm:pt>
    <dgm:pt modelId="{F03E3C35-92F2-154E-A344-1DCDAEDF3F9E}" type="sibTrans" cxnId="{46E6E6A1-F861-374E-A495-26CD2DA56883}">
      <dgm:prSet/>
      <dgm:spPr/>
      <dgm:t>
        <a:bodyPr/>
        <a:lstStyle/>
        <a:p>
          <a:endParaRPr lang="zh-CN" altLang="en-US"/>
        </a:p>
      </dgm:t>
    </dgm:pt>
    <dgm:pt modelId="{CE6F2616-396D-C84F-A323-B5D451257FFD}">
      <dgm:prSet/>
      <dgm:spPr/>
      <dgm:t>
        <a:bodyPr/>
        <a:lstStyle/>
        <a:p>
          <a:r>
            <a:rPr kumimoji="1" lang="zh-CN"/>
            <a:t>根据资讯标题查找</a:t>
          </a:r>
          <a:endParaRPr lang="zh-CN"/>
        </a:p>
      </dgm:t>
    </dgm:pt>
    <dgm:pt modelId="{7FBBC7B6-CA60-1341-824D-73492B3876AA}" type="parTrans" cxnId="{3542DA07-852E-F042-8E0C-8AE3B358F7A0}">
      <dgm:prSet/>
      <dgm:spPr/>
      <dgm:t>
        <a:bodyPr/>
        <a:lstStyle/>
        <a:p>
          <a:endParaRPr lang="zh-CN" altLang="en-US"/>
        </a:p>
      </dgm:t>
    </dgm:pt>
    <dgm:pt modelId="{233FC017-7E23-2B49-ADA1-37D79A6E80DA}" type="sibTrans" cxnId="{3542DA07-852E-F042-8E0C-8AE3B358F7A0}">
      <dgm:prSet/>
      <dgm:spPr/>
      <dgm:t>
        <a:bodyPr/>
        <a:lstStyle/>
        <a:p>
          <a:endParaRPr lang="zh-CN" altLang="en-US"/>
        </a:p>
      </dgm:t>
    </dgm:pt>
    <dgm:pt modelId="{F7587058-90E3-9F4B-9EB7-04E57073BB85}">
      <dgm:prSet/>
      <dgm:spPr/>
      <dgm:t>
        <a:bodyPr/>
        <a:lstStyle/>
        <a:p>
          <a:r>
            <a:rPr kumimoji="1" lang="zh-CN"/>
            <a:t>排序图书资讯</a:t>
          </a:r>
          <a:endParaRPr lang="zh-CN"/>
        </a:p>
      </dgm:t>
    </dgm:pt>
    <dgm:pt modelId="{7CF6DAB8-0550-8449-B19C-B817903D1A01}" type="parTrans" cxnId="{1DA3FDF1-0099-2E47-AF55-AE889D332610}">
      <dgm:prSet/>
      <dgm:spPr/>
      <dgm:t>
        <a:bodyPr/>
        <a:lstStyle/>
        <a:p>
          <a:endParaRPr lang="zh-CN" altLang="en-US"/>
        </a:p>
      </dgm:t>
    </dgm:pt>
    <dgm:pt modelId="{A1FE2418-8A22-794B-A306-CFDC9963F302}" type="sibTrans" cxnId="{1DA3FDF1-0099-2E47-AF55-AE889D332610}">
      <dgm:prSet/>
      <dgm:spPr/>
      <dgm:t>
        <a:bodyPr/>
        <a:lstStyle/>
        <a:p>
          <a:endParaRPr lang="zh-CN" altLang="en-US"/>
        </a:p>
      </dgm:t>
    </dgm:pt>
    <dgm:pt modelId="{9845B777-03D7-9F43-9E1D-4E9DAF00C12A}">
      <dgm:prSet/>
      <dgm:spPr/>
      <dgm:t>
        <a:bodyPr/>
        <a:lstStyle/>
        <a:p>
          <a:r>
            <a:rPr kumimoji="1" lang="zh-CN"/>
            <a:t>按照资讯标题进行排序</a:t>
          </a:r>
          <a:endParaRPr lang="zh-CN"/>
        </a:p>
      </dgm:t>
    </dgm:pt>
    <dgm:pt modelId="{8B065F04-1ACB-0E4E-83E8-358DBF24B305}" type="parTrans" cxnId="{CFCDC917-DD2B-964B-9AB8-9E2BB5D6328B}">
      <dgm:prSet/>
      <dgm:spPr/>
      <dgm:t>
        <a:bodyPr/>
        <a:lstStyle/>
        <a:p>
          <a:endParaRPr lang="zh-CN" altLang="en-US"/>
        </a:p>
      </dgm:t>
    </dgm:pt>
    <dgm:pt modelId="{C20A1523-E105-704F-B5BE-22248F7E19E9}" type="sibTrans" cxnId="{CFCDC917-DD2B-964B-9AB8-9E2BB5D6328B}">
      <dgm:prSet/>
      <dgm:spPr/>
      <dgm:t>
        <a:bodyPr/>
        <a:lstStyle/>
        <a:p>
          <a:endParaRPr lang="zh-CN" altLang="en-US"/>
        </a:p>
      </dgm:t>
    </dgm:pt>
    <dgm:pt modelId="{26D63B82-4903-AC44-8453-BA236F96891F}" type="pres">
      <dgm:prSet presAssocID="{71CF5093-DBC8-1D44-8D00-2EC7037A1AB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87D34E5-E9A5-9943-9A50-2A28BC0AD70A}" type="pres">
      <dgm:prSet presAssocID="{42DCA393-256F-C248-A334-18627CF94E81}" presName="root1" presStyleCnt="0"/>
      <dgm:spPr/>
    </dgm:pt>
    <dgm:pt modelId="{BF614326-8C20-2D49-838D-270B459FF572}" type="pres">
      <dgm:prSet presAssocID="{42DCA393-256F-C248-A334-18627CF94E81}" presName="LevelOneTextNode" presStyleLbl="node0" presStyleIdx="0" presStyleCnt="1">
        <dgm:presLayoutVars>
          <dgm:chPref val="3"/>
        </dgm:presLayoutVars>
      </dgm:prSet>
      <dgm:spPr/>
    </dgm:pt>
    <dgm:pt modelId="{CC27B917-AD42-FA48-AA68-82C5D0A4E489}" type="pres">
      <dgm:prSet presAssocID="{42DCA393-256F-C248-A334-18627CF94E81}" presName="level2hierChild" presStyleCnt="0"/>
      <dgm:spPr/>
    </dgm:pt>
    <dgm:pt modelId="{5DBC1288-8AD9-FE4C-AE8E-FB4E8E5B1010}" type="pres">
      <dgm:prSet presAssocID="{4C345F98-414E-8D4E-A691-182BF23F99CF}" presName="conn2-1" presStyleLbl="parChTrans1D2" presStyleIdx="0" presStyleCnt="5"/>
      <dgm:spPr/>
    </dgm:pt>
    <dgm:pt modelId="{B65ED3C3-5CD6-D94D-A5F6-22CA3DEC02F2}" type="pres">
      <dgm:prSet presAssocID="{4C345F98-414E-8D4E-A691-182BF23F99CF}" presName="connTx" presStyleLbl="parChTrans1D2" presStyleIdx="0" presStyleCnt="5"/>
      <dgm:spPr/>
    </dgm:pt>
    <dgm:pt modelId="{6F6400D5-68DD-1E46-BEA2-60CFD322B0F2}" type="pres">
      <dgm:prSet presAssocID="{6DB8F086-ECBB-D24C-944A-E822F333C0CE}" presName="root2" presStyleCnt="0"/>
      <dgm:spPr/>
    </dgm:pt>
    <dgm:pt modelId="{86BD483F-B5E8-1248-914D-D0A49DCACD34}" type="pres">
      <dgm:prSet presAssocID="{6DB8F086-ECBB-D24C-944A-E822F333C0CE}" presName="LevelTwoTextNode" presStyleLbl="node2" presStyleIdx="0" presStyleCnt="5">
        <dgm:presLayoutVars>
          <dgm:chPref val="3"/>
        </dgm:presLayoutVars>
      </dgm:prSet>
      <dgm:spPr/>
    </dgm:pt>
    <dgm:pt modelId="{836282B5-374D-C24E-9511-ECFAABD60889}" type="pres">
      <dgm:prSet presAssocID="{6DB8F086-ECBB-D24C-944A-E822F333C0CE}" presName="level3hierChild" presStyleCnt="0"/>
      <dgm:spPr/>
    </dgm:pt>
    <dgm:pt modelId="{F85D6D47-DF57-F847-A73B-40AF7326C2DA}" type="pres">
      <dgm:prSet presAssocID="{6D7C155F-1647-CC4A-9001-48A6C7DF6FEB}" presName="conn2-1" presStyleLbl="parChTrans1D2" presStyleIdx="1" presStyleCnt="5"/>
      <dgm:spPr/>
    </dgm:pt>
    <dgm:pt modelId="{6FF44B88-53F5-2142-9E3B-102215853DA4}" type="pres">
      <dgm:prSet presAssocID="{6D7C155F-1647-CC4A-9001-48A6C7DF6FEB}" presName="connTx" presStyleLbl="parChTrans1D2" presStyleIdx="1" presStyleCnt="5"/>
      <dgm:spPr/>
    </dgm:pt>
    <dgm:pt modelId="{947F400B-5365-164F-8DA6-8E760FF9E0F9}" type="pres">
      <dgm:prSet presAssocID="{8AF61ECA-1537-9940-8DA1-57D6BA670F82}" presName="root2" presStyleCnt="0"/>
      <dgm:spPr/>
    </dgm:pt>
    <dgm:pt modelId="{999A03E7-404F-B545-A171-2BD1461F2C24}" type="pres">
      <dgm:prSet presAssocID="{8AF61ECA-1537-9940-8DA1-57D6BA670F82}" presName="LevelTwoTextNode" presStyleLbl="node2" presStyleIdx="1" presStyleCnt="5">
        <dgm:presLayoutVars>
          <dgm:chPref val="3"/>
        </dgm:presLayoutVars>
      </dgm:prSet>
      <dgm:spPr/>
    </dgm:pt>
    <dgm:pt modelId="{9A943A45-5EDE-8240-B964-9642ED371444}" type="pres">
      <dgm:prSet presAssocID="{8AF61ECA-1537-9940-8DA1-57D6BA670F82}" presName="level3hierChild" presStyleCnt="0"/>
      <dgm:spPr/>
    </dgm:pt>
    <dgm:pt modelId="{79F10241-2D81-FA4E-A390-7731380E3309}" type="pres">
      <dgm:prSet presAssocID="{C5D97A93-CFBE-E046-9F73-BC87309F6D36}" presName="conn2-1" presStyleLbl="parChTrans1D3" presStyleIdx="0" presStyleCnt="4"/>
      <dgm:spPr/>
    </dgm:pt>
    <dgm:pt modelId="{A9FC69C2-3547-CA4B-AACD-CBE6B42400A5}" type="pres">
      <dgm:prSet presAssocID="{C5D97A93-CFBE-E046-9F73-BC87309F6D36}" presName="connTx" presStyleLbl="parChTrans1D3" presStyleIdx="0" presStyleCnt="4"/>
      <dgm:spPr/>
    </dgm:pt>
    <dgm:pt modelId="{42471811-6A2B-8E42-9666-819A58C7FBCA}" type="pres">
      <dgm:prSet presAssocID="{F72D7868-74E0-5745-8E70-33EF0F9531C0}" presName="root2" presStyleCnt="0"/>
      <dgm:spPr/>
    </dgm:pt>
    <dgm:pt modelId="{9357911B-3838-1540-B6B5-1675C170AC10}" type="pres">
      <dgm:prSet presAssocID="{F72D7868-74E0-5745-8E70-33EF0F9531C0}" presName="LevelTwoTextNode" presStyleLbl="node3" presStyleIdx="0" presStyleCnt="4">
        <dgm:presLayoutVars>
          <dgm:chPref val="3"/>
        </dgm:presLayoutVars>
      </dgm:prSet>
      <dgm:spPr/>
    </dgm:pt>
    <dgm:pt modelId="{A4BF0C32-D979-1540-AA93-F32A8470CDD5}" type="pres">
      <dgm:prSet presAssocID="{F72D7868-74E0-5745-8E70-33EF0F9531C0}" presName="level3hierChild" presStyleCnt="0"/>
      <dgm:spPr/>
    </dgm:pt>
    <dgm:pt modelId="{0B8D4F6A-BF9A-3143-829A-7E6867217205}" type="pres">
      <dgm:prSet presAssocID="{F8324069-234D-5040-B8DC-2C03E3F76CF5}" presName="conn2-1" presStyleLbl="parChTrans1D3" presStyleIdx="1" presStyleCnt="4"/>
      <dgm:spPr/>
    </dgm:pt>
    <dgm:pt modelId="{D4CE4704-6CD9-2945-A899-55F99279C047}" type="pres">
      <dgm:prSet presAssocID="{F8324069-234D-5040-B8DC-2C03E3F76CF5}" presName="connTx" presStyleLbl="parChTrans1D3" presStyleIdx="1" presStyleCnt="4"/>
      <dgm:spPr/>
    </dgm:pt>
    <dgm:pt modelId="{1EEC1C5A-9B2B-B54F-8B3D-F050DF0546E4}" type="pres">
      <dgm:prSet presAssocID="{06E2FF90-3DBC-2C4D-8186-FFACAA0E9271}" presName="root2" presStyleCnt="0"/>
      <dgm:spPr/>
    </dgm:pt>
    <dgm:pt modelId="{6DA1842E-52BC-1F47-8DC9-4603968F45EF}" type="pres">
      <dgm:prSet presAssocID="{06E2FF90-3DBC-2C4D-8186-FFACAA0E9271}" presName="LevelTwoTextNode" presStyleLbl="node3" presStyleIdx="1" presStyleCnt="4">
        <dgm:presLayoutVars>
          <dgm:chPref val="3"/>
        </dgm:presLayoutVars>
      </dgm:prSet>
      <dgm:spPr/>
    </dgm:pt>
    <dgm:pt modelId="{9D1E5EDB-47CB-814B-806E-AE997EEA81DD}" type="pres">
      <dgm:prSet presAssocID="{06E2FF90-3DBC-2C4D-8186-FFACAA0E9271}" presName="level3hierChild" presStyleCnt="0"/>
      <dgm:spPr/>
    </dgm:pt>
    <dgm:pt modelId="{ABABCB8B-D907-FD43-9B1C-25A53A1A4C9F}" type="pres">
      <dgm:prSet presAssocID="{82A2C060-AF17-1948-86B5-99ACC54FFCED}" presName="conn2-1" presStyleLbl="parChTrans1D2" presStyleIdx="2" presStyleCnt="5"/>
      <dgm:spPr/>
    </dgm:pt>
    <dgm:pt modelId="{2EDA6993-8613-B44E-956E-986C7A45AC58}" type="pres">
      <dgm:prSet presAssocID="{82A2C060-AF17-1948-86B5-99ACC54FFCED}" presName="connTx" presStyleLbl="parChTrans1D2" presStyleIdx="2" presStyleCnt="5"/>
      <dgm:spPr/>
    </dgm:pt>
    <dgm:pt modelId="{50FE9E51-DECC-AC4A-8F0A-D1A557392024}" type="pres">
      <dgm:prSet presAssocID="{9CAEC203-F65D-954C-8B61-D8FBC830072A}" presName="root2" presStyleCnt="0"/>
      <dgm:spPr/>
    </dgm:pt>
    <dgm:pt modelId="{58276B87-23EB-AC4B-9FC5-64D1979C4D1A}" type="pres">
      <dgm:prSet presAssocID="{9CAEC203-F65D-954C-8B61-D8FBC830072A}" presName="LevelTwoTextNode" presStyleLbl="node2" presStyleIdx="2" presStyleCnt="5">
        <dgm:presLayoutVars>
          <dgm:chPref val="3"/>
        </dgm:presLayoutVars>
      </dgm:prSet>
      <dgm:spPr/>
    </dgm:pt>
    <dgm:pt modelId="{62EB6EE5-A80C-3348-9308-8B8AFF458528}" type="pres">
      <dgm:prSet presAssocID="{9CAEC203-F65D-954C-8B61-D8FBC830072A}" presName="level3hierChild" presStyleCnt="0"/>
      <dgm:spPr/>
    </dgm:pt>
    <dgm:pt modelId="{E7CC199D-70AC-E047-9C2D-0112C82664B2}" type="pres">
      <dgm:prSet presAssocID="{C99CB7B2-88DA-1F4E-9F3E-9EC1A0891A07}" presName="conn2-1" presStyleLbl="parChTrans1D2" presStyleIdx="3" presStyleCnt="5"/>
      <dgm:spPr/>
    </dgm:pt>
    <dgm:pt modelId="{793AE861-55AC-B24A-B65F-2313B2D366F0}" type="pres">
      <dgm:prSet presAssocID="{C99CB7B2-88DA-1F4E-9F3E-9EC1A0891A07}" presName="connTx" presStyleLbl="parChTrans1D2" presStyleIdx="3" presStyleCnt="5"/>
      <dgm:spPr/>
    </dgm:pt>
    <dgm:pt modelId="{CE2F5B35-0134-7840-AD58-03564E7CC9AA}" type="pres">
      <dgm:prSet presAssocID="{1D289AA0-52EC-D943-8413-B59757D67C31}" presName="root2" presStyleCnt="0"/>
      <dgm:spPr/>
    </dgm:pt>
    <dgm:pt modelId="{F8473538-3E49-6F44-8547-08D4DFBCAAE0}" type="pres">
      <dgm:prSet presAssocID="{1D289AA0-52EC-D943-8413-B59757D67C31}" presName="LevelTwoTextNode" presStyleLbl="node2" presStyleIdx="3" presStyleCnt="5">
        <dgm:presLayoutVars>
          <dgm:chPref val="3"/>
        </dgm:presLayoutVars>
      </dgm:prSet>
      <dgm:spPr/>
    </dgm:pt>
    <dgm:pt modelId="{1E54C05D-645D-8C41-9F2E-3148F0E168DB}" type="pres">
      <dgm:prSet presAssocID="{1D289AA0-52EC-D943-8413-B59757D67C31}" presName="level3hierChild" presStyleCnt="0"/>
      <dgm:spPr/>
    </dgm:pt>
    <dgm:pt modelId="{96929CDB-A610-9541-9D37-D50DE94CB9F5}" type="pres">
      <dgm:prSet presAssocID="{7FBBC7B6-CA60-1341-824D-73492B3876AA}" presName="conn2-1" presStyleLbl="parChTrans1D3" presStyleIdx="2" presStyleCnt="4"/>
      <dgm:spPr/>
    </dgm:pt>
    <dgm:pt modelId="{DAFCCC4C-D102-4D41-9C21-364B6FA74A4D}" type="pres">
      <dgm:prSet presAssocID="{7FBBC7B6-CA60-1341-824D-73492B3876AA}" presName="connTx" presStyleLbl="parChTrans1D3" presStyleIdx="2" presStyleCnt="4"/>
      <dgm:spPr/>
    </dgm:pt>
    <dgm:pt modelId="{8918B81E-98B5-9541-8550-FF92770EB6CE}" type="pres">
      <dgm:prSet presAssocID="{CE6F2616-396D-C84F-A323-B5D451257FFD}" presName="root2" presStyleCnt="0"/>
      <dgm:spPr/>
    </dgm:pt>
    <dgm:pt modelId="{89483DEC-2F32-B545-AACF-38F80FF784D6}" type="pres">
      <dgm:prSet presAssocID="{CE6F2616-396D-C84F-A323-B5D451257FFD}" presName="LevelTwoTextNode" presStyleLbl="node3" presStyleIdx="2" presStyleCnt="4">
        <dgm:presLayoutVars>
          <dgm:chPref val="3"/>
        </dgm:presLayoutVars>
      </dgm:prSet>
      <dgm:spPr/>
    </dgm:pt>
    <dgm:pt modelId="{6EF1CE38-8A2B-8245-A5A8-782786A235AC}" type="pres">
      <dgm:prSet presAssocID="{CE6F2616-396D-C84F-A323-B5D451257FFD}" presName="level3hierChild" presStyleCnt="0"/>
      <dgm:spPr/>
    </dgm:pt>
    <dgm:pt modelId="{32978679-9FC2-734C-90C1-E76D6D72647F}" type="pres">
      <dgm:prSet presAssocID="{7CF6DAB8-0550-8449-B19C-B817903D1A01}" presName="conn2-1" presStyleLbl="parChTrans1D2" presStyleIdx="4" presStyleCnt="5"/>
      <dgm:spPr/>
    </dgm:pt>
    <dgm:pt modelId="{A1A3C9E0-CBBB-A54A-8470-93BD3A6A62B5}" type="pres">
      <dgm:prSet presAssocID="{7CF6DAB8-0550-8449-B19C-B817903D1A01}" presName="connTx" presStyleLbl="parChTrans1D2" presStyleIdx="4" presStyleCnt="5"/>
      <dgm:spPr/>
    </dgm:pt>
    <dgm:pt modelId="{C342696B-0E87-3949-83FF-40FC9C12B099}" type="pres">
      <dgm:prSet presAssocID="{F7587058-90E3-9F4B-9EB7-04E57073BB85}" presName="root2" presStyleCnt="0"/>
      <dgm:spPr/>
    </dgm:pt>
    <dgm:pt modelId="{2193BE26-3546-E143-AB90-C51ADE914461}" type="pres">
      <dgm:prSet presAssocID="{F7587058-90E3-9F4B-9EB7-04E57073BB85}" presName="LevelTwoTextNode" presStyleLbl="node2" presStyleIdx="4" presStyleCnt="5">
        <dgm:presLayoutVars>
          <dgm:chPref val="3"/>
        </dgm:presLayoutVars>
      </dgm:prSet>
      <dgm:spPr/>
    </dgm:pt>
    <dgm:pt modelId="{21EB1F49-2410-A543-A17A-397A0A46BB80}" type="pres">
      <dgm:prSet presAssocID="{F7587058-90E3-9F4B-9EB7-04E57073BB85}" presName="level3hierChild" presStyleCnt="0"/>
      <dgm:spPr/>
    </dgm:pt>
    <dgm:pt modelId="{1A4AFE7F-3A94-A14A-B00C-6618277BB7C9}" type="pres">
      <dgm:prSet presAssocID="{8B065F04-1ACB-0E4E-83E8-358DBF24B305}" presName="conn2-1" presStyleLbl="parChTrans1D3" presStyleIdx="3" presStyleCnt="4"/>
      <dgm:spPr/>
    </dgm:pt>
    <dgm:pt modelId="{40A89B10-71C6-074F-AD7D-8F87E9902450}" type="pres">
      <dgm:prSet presAssocID="{8B065F04-1ACB-0E4E-83E8-358DBF24B305}" presName="connTx" presStyleLbl="parChTrans1D3" presStyleIdx="3" presStyleCnt="4"/>
      <dgm:spPr/>
    </dgm:pt>
    <dgm:pt modelId="{3A8EFA66-F31B-144A-96E9-F5C7797F1772}" type="pres">
      <dgm:prSet presAssocID="{9845B777-03D7-9F43-9E1D-4E9DAF00C12A}" presName="root2" presStyleCnt="0"/>
      <dgm:spPr/>
    </dgm:pt>
    <dgm:pt modelId="{985CFC4A-4512-564B-B1FB-2585BDC2A12E}" type="pres">
      <dgm:prSet presAssocID="{9845B777-03D7-9F43-9E1D-4E9DAF00C12A}" presName="LevelTwoTextNode" presStyleLbl="node3" presStyleIdx="3" presStyleCnt="4">
        <dgm:presLayoutVars>
          <dgm:chPref val="3"/>
        </dgm:presLayoutVars>
      </dgm:prSet>
      <dgm:spPr/>
    </dgm:pt>
    <dgm:pt modelId="{B4F6160F-2F31-A348-961A-91E3B35A4F44}" type="pres">
      <dgm:prSet presAssocID="{9845B777-03D7-9F43-9E1D-4E9DAF00C12A}" presName="level3hierChild" presStyleCnt="0"/>
      <dgm:spPr/>
    </dgm:pt>
  </dgm:ptLst>
  <dgm:cxnLst>
    <dgm:cxn modelId="{78580401-2D7D-1149-B904-EB9CC241CE56}" type="presOf" srcId="{F8324069-234D-5040-B8DC-2C03E3F76CF5}" destId="{0B8D4F6A-BF9A-3143-829A-7E6867217205}" srcOrd="0" destOrd="0" presId="urn:microsoft.com/office/officeart/2005/8/layout/hierarchy2"/>
    <dgm:cxn modelId="{5D349705-95EF-8149-8B98-EBD63AA6F248}" type="presOf" srcId="{4C345F98-414E-8D4E-A691-182BF23F99CF}" destId="{5DBC1288-8AD9-FE4C-AE8E-FB4E8E5B1010}" srcOrd="0" destOrd="0" presId="urn:microsoft.com/office/officeart/2005/8/layout/hierarchy2"/>
    <dgm:cxn modelId="{3542DA07-852E-F042-8E0C-8AE3B358F7A0}" srcId="{1D289AA0-52EC-D943-8413-B59757D67C31}" destId="{CE6F2616-396D-C84F-A323-B5D451257FFD}" srcOrd="0" destOrd="0" parTransId="{7FBBC7B6-CA60-1341-824D-73492B3876AA}" sibTransId="{233FC017-7E23-2B49-ADA1-37D79A6E80DA}"/>
    <dgm:cxn modelId="{6C04E007-ABA0-0548-B15C-6A86028A3013}" type="presOf" srcId="{CE6F2616-396D-C84F-A323-B5D451257FFD}" destId="{89483DEC-2F32-B545-AACF-38F80FF784D6}" srcOrd="0" destOrd="0" presId="urn:microsoft.com/office/officeart/2005/8/layout/hierarchy2"/>
    <dgm:cxn modelId="{3AC81E09-5CB0-1045-A305-9DFE86ED3BEB}" type="presOf" srcId="{9CAEC203-F65D-954C-8B61-D8FBC830072A}" destId="{58276B87-23EB-AC4B-9FC5-64D1979C4D1A}" srcOrd="0" destOrd="0" presId="urn:microsoft.com/office/officeart/2005/8/layout/hierarchy2"/>
    <dgm:cxn modelId="{3611980F-0FB0-7644-A76C-13C6D2264B16}" type="presOf" srcId="{F8324069-234D-5040-B8DC-2C03E3F76CF5}" destId="{D4CE4704-6CD9-2945-A899-55F99279C047}" srcOrd="1" destOrd="0" presId="urn:microsoft.com/office/officeart/2005/8/layout/hierarchy2"/>
    <dgm:cxn modelId="{CFCDC917-DD2B-964B-9AB8-9E2BB5D6328B}" srcId="{F7587058-90E3-9F4B-9EB7-04E57073BB85}" destId="{9845B777-03D7-9F43-9E1D-4E9DAF00C12A}" srcOrd="0" destOrd="0" parTransId="{8B065F04-1ACB-0E4E-83E8-358DBF24B305}" sibTransId="{C20A1523-E105-704F-B5BE-22248F7E19E9}"/>
    <dgm:cxn modelId="{DE88C51F-887A-A541-9771-11E9A01056B8}" type="presOf" srcId="{06E2FF90-3DBC-2C4D-8186-FFACAA0E9271}" destId="{6DA1842E-52BC-1F47-8DC9-4603968F45EF}" srcOrd="0" destOrd="0" presId="urn:microsoft.com/office/officeart/2005/8/layout/hierarchy2"/>
    <dgm:cxn modelId="{423F8F27-E4EF-6347-AF1D-ED1A4766FB06}" type="presOf" srcId="{C5D97A93-CFBE-E046-9F73-BC87309F6D36}" destId="{A9FC69C2-3547-CA4B-AACD-CBE6B42400A5}" srcOrd="1" destOrd="0" presId="urn:microsoft.com/office/officeart/2005/8/layout/hierarchy2"/>
    <dgm:cxn modelId="{C2F49B2F-3744-EE4E-9AE2-745CAF7D10AB}" type="presOf" srcId="{F7587058-90E3-9F4B-9EB7-04E57073BB85}" destId="{2193BE26-3546-E143-AB90-C51ADE914461}" srcOrd="0" destOrd="0" presId="urn:microsoft.com/office/officeart/2005/8/layout/hierarchy2"/>
    <dgm:cxn modelId="{9CF40E34-F8C5-F14F-AE05-986C8CA6B525}" type="presOf" srcId="{6D7C155F-1647-CC4A-9001-48A6C7DF6FEB}" destId="{6FF44B88-53F5-2142-9E3B-102215853DA4}" srcOrd="1" destOrd="0" presId="urn:microsoft.com/office/officeart/2005/8/layout/hierarchy2"/>
    <dgm:cxn modelId="{41931234-1CC0-4040-8DC5-875F26DBB4E5}" type="presOf" srcId="{C5D97A93-CFBE-E046-9F73-BC87309F6D36}" destId="{79F10241-2D81-FA4E-A390-7731380E3309}" srcOrd="0" destOrd="0" presId="urn:microsoft.com/office/officeart/2005/8/layout/hierarchy2"/>
    <dgm:cxn modelId="{12631B38-CF48-B648-9E70-2D8799FC130D}" type="presOf" srcId="{F72D7868-74E0-5745-8E70-33EF0F9531C0}" destId="{9357911B-3838-1540-B6B5-1675C170AC10}" srcOrd="0" destOrd="0" presId="urn:microsoft.com/office/officeart/2005/8/layout/hierarchy2"/>
    <dgm:cxn modelId="{905F5B44-7860-6A44-AE31-AB00953EC9DE}" srcId="{8AF61ECA-1537-9940-8DA1-57D6BA670F82}" destId="{06E2FF90-3DBC-2C4D-8186-FFACAA0E9271}" srcOrd="1" destOrd="0" parTransId="{F8324069-234D-5040-B8DC-2C03E3F76CF5}" sibTransId="{96452C8C-276F-034B-B483-5BE06152F1C0}"/>
    <dgm:cxn modelId="{03B39B4A-BD95-CD47-8862-E17180747CA4}" srcId="{42DCA393-256F-C248-A334-18627CF94E81}" destId="{8AF61ECA-1537-9940-8DA1-57D6BA670F82}" srcOrd="1" destOrd="0" parTransId="{6D7C155F-1647-CC4A-9001-48A6C7DF6FEB}" sibTransId="{5A279D81-8887-7143-98FD-48D12840CE72}"/>
    <dgm:cxn modelId="{A3E7694C-A3DB-C849-8FCC-DFF4A9BC4B0B}" type="presOf" srcId="{C99CB7B2-88DA-1F4E-9F3E-9EC1A0891A07}" destId="{E7CC199D-70AC-E047-9C2D-0112C82664B2}" srcOrd="0" destOrd="0" presId="urn:microsoft.com/office/officeart/2005/8/layout/hierarchy2"/>
    <dgm:cxn modelId="{5FA35C50-AE13-054C-BA12-407AADF8E88E}" type="presOf" srcId="{8AF61ECA-1537-9940-8DA1-57D6BA670F82}" destId="{999A03E7-404F-B545-A171-2BD1461F2C24}" srcOrd="0" destOrd="0" presId="urn:microsoft.com/office/officeart/2005/8/layout/hierarchy2"/>
    <dgm:cxn modelId="{2ABAF452-A816-1444-BF39-202A1A1EB9E6}" srcId="{8AF61ECA-1537-9940-8DA1-57D6BA670F82}" destId="{F72D7868-74E0-5745-8E70-33EF0F9531C0}" srcOrd="0" destOrd="0" parTransId="{C5D97A93-CFBE-E046-9F73-BC87309F6D36}" sibTransId="{76689899-3C8F-A242-ADB6-121C9A7DF1DE}"/>
    <dgm:cxn modelId="{F0CF4F5A-DCC9-1047-A322-F23713DFDE2F}" srcId="{42DCA393-256F-C248-A334-18627CF94E81}" destId="{9CAEC203-F65D-954C-8B61-D8FBC830072A}" srcOrd="2" destOrd="0" parTransId="{82A2C060-AF17-1948-86B5-99ACC54FFCED}" sibTransId="{7CB2E771-0EA3-4F4F-B45A-C22F4491821A}"/>
    <dgm:cxn modelId="{3A07E860-E397-1A4C-8A1E-BCE3CB5C5941}" type="presOf" srcId="{4C345F98-414E-8D4E-A691-182BF23F99CF}" destId="{B65ED3C3-5CD6-D94D-A5F6-22CA3DEC02F2}" srcOrd="1" destOrd="0" presId="urn:microsoft.com/office/officeart/2005/8/layout/hierarchy2"/>
    <dgm:cxn modelId="{70FB3264-9D2E-0248-98AE-68B845B0467B}" type="presOf" srcId="{82A2C060-AF17-1948-86B5-99ACC54FFCED}" destId="{ABABCB8B-D907-FD43-9B1C-25A53A1A4C9F}" srcOrd="0" destOrd="0" presId="urn:microsoft.com/office/officeart/2005/8/layout/hierarchy2"/>
    <dgm:cxn modelId="{6570236E-8106-A249-99F4-B553024F9DCB}" type="presOf" srcId="{6D7C155F-1647-CC4A-9001-48A6C7DF6FEB}" destId="{F85D6D47-DF57-F847-A73B-40AF7326C2DA}" srcOrd="0" destOrd="0" presId="urn:microsoft.com/office/officeart/2005/8/layout/hierarchy2"/>
    <dgm:cxn modelId="{ED2F0F7B-8ED8-2247-9FBC-E2908891B824}" type="presOf" srcId="{8B065F04-1ACB-0E4E-83E8-358DBF24B305}" destId="{40A89B10-71C6-074F-AD7D-8F87E9902450}" srcOrd="1" destOrd="0" presId="urn:microsoft.com/office/officeart/2005/8/layout/hierarchy2"/>
    <dgm:cxn modelId="{02996F7C-0C52-A443-87FB-4DF82D640C6E}" type="presOf" srcId="{7FBBC7B6-CA60-1341-824D-73492B3876AA}" destId="{96929CDB-A610-9541-9D37-D50DE94CB9F5}" srcOrd="0" destOrd="0" presId="urn:microsoft.com/office/officeart/2005/8/layout/hierarchy2"/>
    <dgm:cxn modelId="{90F1277D-7CF0-AD43-AC3B-CB20DDFAE1AC}" type="presOf" srcId="{7FBBC7B6-CA60-1341-824D-73492B3876AA}" destId="{DAFCCC4C-D102-4D41-9C21-364B6FA74A4D}" srcOrd="1" destOrd="0" presId="urn:microsoft.com/office/officeart/2005/8/layout/hierarchy2"/>
    <dgm:cxn modelId="{5E90167F-2C9F-1344-99E0-B7649B095263}" type="presOf" srcId="{8B065F04-1ACB-0E4E-83E8-358DBF24B305}" destId="{1A4AFE7F-3A94-A14A-B00C-6618277BB7C9}" srcOrd="0" destOrd="0" presId="urn:microsoft.com/office/officeart/2005/8/layout/hierarchy2"/>
    <dgm:cxn modelId="{335DBC8F-9AB4-2B4A-8EED-B781EB8439BE}" type="presOf" srcId="{1D289AA0-52EC-D943-8413-B59757D67C31}" destId="{F8473538-3E49-6F44-8547-08D4DFBCAAE0}" srcOrd="0" destOrd="0" presId="urn:microsoft.com/office/officeart/2005/8/layout/hierarchy2"/>
    <dgm:cxn modelId="{1FB1D58F-0D11-F848-83D4-651ABC811C00}" type="presOf" srcId="{7CF6DAB8-0550-8449-B19C-B817903D1A01}" destId="{32978679-9FC2-734C-90C1-E76D6D72647F}" srcOrd="0" destOrd="0" presId="urn:microsoft.com/office/officeart/2005/8/layout/hierarchy2"/>
    <dgm:cxn modelId="{3599B394-1F67-F94F-9A7D-4036B17CC182}" type="presOf" srcId="{71CF5093-DBC8-1D44-8D00-2EC7037A1AB0}" destId="{26D63B82-4903-AC44-8453-BA236F96891F}" srcOrd="0" destOrd="0" presId="urn:microsoft.com/office/officeart/2005/8/layout/hierarchy2"/>
    <dgm:cxn modelId="{D6A8A099-E6C2-2B4D-88BB-BD579FA9768D}" srcId="{71CF5093-DBC8-1D44-8D00-2EC7037A1AB0}" destId="{42DCA393-256F-C248-A334-18627CF94E81}" srcOrd="0" destOrd="0" parTransId="{94C37AC4-0B85-5A46-8041-A9FD85D75A68}" sibTransId="{8F514065-F6AF-8241-8E2A-2B9EE309B229}"/>
    <dgm:cxn modelId="{35C6C69B-5A0D-3F41-921E-9E67D298916E}" type="presOf" srcId="{82A2C060-AF17-1948-86B5-99ACC54FFCED}" destId="{2EDA6993-8613-B44E-956E-986C7A45AC58}" srcOrd="1" destOrd="0" presId="urn:microsoft.com/office/officeart/2005/8/layout/hierarchy2"/>
    <dgm:cxn modelId="{46E6E6A1-F861-374E-A495-26CD2DA56883}" srcId="{42DCA393-256F-C248-A334-18627CF94E81}" destId="{1D289AA0-52EC-D943-8413-B59757D67C31}" srcOrd="3" destOrd="0" parTransId="{C99CB7B2-88DA-1F4E-9F3E-9EC1A0891A07}" sibTransId="{F03E3C35-92F2-154E-A344-1DCDAEDF3F9E}"/>
    <dgm:cxn modelId="{1B6228A3-E199-A746-9590-19F476F08DDA}" type="presOf" srcId="{9845B777-03D7-9F43-9E1D-4E9DAF00C12A}" destId="{985CFC4A-4512-564B-B1FB-2585BDC2A12E}" srcOrd="0" destOrd="0" presId="urn:microsoft.com/office/officeart/2005/8/layout/hierarchy2"/>
    <dgm:cxn modelId="{C5B32AA9-DA4F-6E4E-8AA6-09C2DB0C75C1}" type="presOf" srcId="{42DCA393-256F-C248-A334-18627CF94E81}" destId="{BF614326-8C20-2D49-838D-270B459FF572}" srcOrd="0" destOrd="0" presId="urn:microsoft.com/office/officeart/2005/8/layout/hierarchy2"/>
    <dgm:cxn modelId="{9BB1D5AA-98D1-7647-A2CC-4B591BB73DEA}" type="presOf" srcId="{C99CB7B2-88DA-1F4E-9F3E-9EC1A0891A07}" destId="{793AE861-55AC-B24A-B65F-2313B2D366F0}" srcOrd="1" destOrd="0" presId="urn:microsoft.com/office/officeart/2005/8/layout/hierarchy2"/>
    <dgm:cxn modelId="{FCC244AE-A6F5-B740-9894-502B487AF947}" type="presOf" srcId="{6DB8F086-ECBB-D24C-944A-E822F333C0CE}" destId="{86BD483F-B5E8-1248-914D-D0A49DCACD34}" srcOrd="0" destOrd="0" presId="urn:microsoft.com/office/officeart/2005/8/layout/hierarchy2"/>
    <dgm:cxn modelId="{69CB68AF-2E90-AD41-8219-96DDFDEA46DE}" type="presOf" srcId="{7CF6DAB8-0550-8449-B19C-B817903D1A01}" destId="{A1A3C9E0-CBBB-A54A-8470-93BD3A6A62B5}" srcOrd="1" destOrd="0" presId="urn:microsoft.com/office/officeart/2005/8/layout/hierarchy2"/>
    <dgm:cxn modelId="{C15FB4CA-A719-7242-8B77-24A6ED846729}" srcId="{42DCA393-256F-C248-A334-18627CF94E81}" destId="{6DB8F086-ECBB-D24C-944A-E822F333C0CE}" srcOrd="0" destOrd="0" parTransId="{4C345F98-414E-8D4E-A691-182BF23F99CF}" sibTransId="{E4DA1F8C-6850-6B43-8473-78EE0BFBDE58}"/>
    <dgm:cxn modelId="{1DA3FDF1-0099-2E47-AF55-AE889D332610}" srcId="{42DCA393-256F-C248-A334-18627CF94E81}" destId="{F7587058-90E3-9F4B-9EB7-04E57073BB85}" srcOrd="4" destOrd="0" parTransId="{7CF6DAB8-0550-8449-B19C-B817903D1A01}" sibTransId="{A1FE2418-8A22-794B-A306-CFDC9963F302}"/>
    <dgm:cxn modelId="{DFF89841-FB88-FB44-AB7C-4CCE30091E19}" type="presParOf" srcId="{26D63B82-4903-AC44-8453-BA236F96891F}" destId="{E87D34E5-E9A5-9943-9A50-2A28BC0AD70A}" srcOrd="0" destOrd="0" presId="urn:microsoft.com/office/officeart/2005/8/layout/hierarchy2"/>
    <dgm:cxn modelId="{A9B82EFE-36BA-4346-AF89-D981B9B0E045}" type="presParOf" srcId="{E87D34E5-E9A5-9943-9A50-2A28BC0AD70A}" destId="{BF614326-8C20-2D49-838D-270B459FF572}" srcOrd="0" destOrd="0" presId="urn:microsoft.com/office/officeart/2005/8/layout/hierarchy2"/>
    <dgm:cxn modelId="{E6E2CA4C-5FB7-C745-90F4-560EF0C7FA94}" type="presParOf" srcId="{E87D34E5-E9A5-9943-9A50-2A28BC0AD70A}" destId="{CC27B917-AD42-FA48-AA68-82C5D0A4E489}" srcOrd="1" destOrd="0" presId="urn:microsoft.com/office/officeart/2005/8/layout/hierarchy2"/>
    <dgm:cxn modelId="{50EB3DFB-47FA-C242-94E5-EA2326B9DFA3}" type="presParOf" srcId="{CC27B917-AD42-FA48-AA68-82C5D0A4E489}" destId="{5DBC1288-8AD9-FE4C-AE8E-FB4E8E5B1010}" srcOrd="0" destOrd="0" presId="urn:microsoft.com/office/officeart/2005/8/layout/hierarchy2"/>
    <dgm:cxn modelId="{5A4E0E62-BEFB-1642-8A75-3ECAA016689C}" type="presParOf" srcId="{5DBC1288-8AD9-FE4C-AE8E-FB4E8E5B1010}" destId="{B65ED3C3-5CD6-D94D-A5F6-22CA3DEC02F2}" srcOrd="0" destOrd="0" presId="urn:microsoft.com/office/officeart/2005/8/layout/hierarchy2"/>
    <dgm:cxn modelId="{027F15F3-DF16-9F49-81F8-50C433088DCC}" type="presParOf" srcId="{CC27B917-AD42-FA48-AA68-82C5D0A4E489}" destId="{6F6400D5-68DD-1E46-BEA2-60CFD322B0F2}" srcOrd="1" destOrd="0" presId="urn:microsoft.com/office/officeart/2005/8/layout/hierarchy2"/>
    <dgm:cxn modelId="{8581DEEC-1B7B-7045-AEBB-FF32F05015EE}" type="presParOf" srcId="{6F6400D5-68DD-1E46-BEA2-60CFD322B0F2}" destId="{86BD483F-B5E8-1248-914D-D0A49DCACD34}" srcOrd="0" destOrd="0" presId="urn:microsoft.com/office/officeart/2005/8/layout/hierarchy2"/>
    <dgm:cxn modelId="{FA4926B9-1DF5-7645-8C93-73D4283245C0}" type="presParOf" srcId="{6F6400D5-68DD-1E46-BEA2-60CFD322B0F2}" destId="{836282B5-374D-C24E-9511-ECFAABD60889}" srcOrd="1" destOrd="0" presId="urn:microsoft.com/office/officeart/2005/8/layout/hierarchy2"/>
    <dgm:cxn modelId="{C3B571D7-573C-9E46-9034-501CA0F7AF92}" type="presParOf" srcId="{CC27B917-AD42-FA48-AA68-82C5D0A4E489}" destId="{F85D6D47-DF57-F847-A73B-40AF7326C2DA}" srcOrd="2" destOrd="0" presId="urn:microsoft.com/office/officeart/2005/8/layout/hierarchy2"/>
    <dgm:cxn modelId="{452D5D8C-EAD5-2F43-9E72-E47D67739470}" type="presParOf" srcId="{F85D6D47-DF57-F847-A73B-40AF7326C2DA}" destId="{6FF44B88-53F5-2142-9E3B-102215853DA4}" srcOrd="0" destOrd="0" presId="urn:microsoft.com/office/officeart/2005/8/layout/hierarchy2"/>
    <dgm:cxn modelId="{269D91CA-B0CB-3B45-AA64-21040BD15E1A}" type="presParOf" srcId="{CC27B917-AD42-FA48-AA68-82C5D0A4E489}" destId="{947F400B-5365-164F-8DA6-8E760FF9E0F9}" srcOrd="3" destOrd="0" presId="urn:microsoft.com/office/officeart/2005/8/layout/hierarchy2"/>
    <dgm:cxn modelId="{CC710E17-3BEB-3C44-8030-44725AD9023C}" type="presParOf" srcId="{947F400B-5365-164F-8DA6-8E760FF9E0F9}" destId="{999A03E7-404F-B545-A171-2BD1461F2C24}" srcOrd="0" destOrd="0" presId="urn:microsoft.com/office/officeart/2005/8/layout/hierarchy2"/>
    <dgm:cxn modelId="{1AD6A878-6ED2-3747-A0D6-65F27D74B425}" type="presParOf" srcId="{947F400B-5365-164F-8DA6-8E760FF9E0F9}" destId="{9A943A45-5EDE-8240-B964-9642ED371444}" srcOrd="1" destOrd="0" presId="urn:microsoft.com/office/officeart/2005/8/layout/hierarchy2"/>
    <dgm:cxn modelId="{C67FEBA6-8EB7-AD49-A15C-2BC6CDE9F25C}" type="presParOf" srcId="{9A943A45-5EDE-8240-B964-9642ED371444}" destId="{79F10241-2D81-FA4E-A390-7731380E3309}" srcOrd="0" destOrd="0" presId="urn:microsoft.com/office/officeart/2005/8/layout/hierarchy2"/>
    <dgm:cxn modelId="{36682366-0661-1F4B-8C6A-5558CBB78013}" type="presParOf" srcId="{79F10241-2D81-FA4E-A390-7731380E3309}" destId="{A9FC69C2-3547-CA4B-AACD-CBE6B42400A5}" srcOrd="0" destOrd="0" presId="urn:microsoft.com/office/officeart/2005/8/layout/hierarchy2"/>
    <dgm:cxn modelId="{C54B05C5-0FF6-2440-B562-230B5814C84C}" type="presParOf" srcId="{9A943A45-5EDE-8240-B964-9642ED371444}" destId="{42471811-6A2B-8E42-9666-819A58C7FBCA}" srcOrd="1" destOrd="0" presId="urn:microsoft.com/office/officeart/2005/8/layout/hierarchy2"/>
    <dgm:cxn modelId="{76D0FF30-3208-5847-8ADD-9A72530174A4}" type="presParOf" srcId="{42471811-6A2B-8E42-9666-819A58C7FBCA}" destId="{9357911B-3838-1540-B6B5-1675C170AC10}" srcOrd="0" destOrd="0" presId="urn:microsoft.com/office/officeart/2005/8/layout/hierarchy2"/>
    <dgm:cxn modelId="{AFB39941-287C-E54E-BBA3-21F74C2AFA98}" type="presParOf" srcId="{42471811-6A2B-8E42-9666-819A58C7FBCA}" destId="{A4BF0C32-D979-1540-AA93-F32A8470CDD5}" srcOrd="1" destOrd="0" presId="urn:microsoft.com/office/officeart/2005/8/layout/hierarchy2"/>
    <dgm:cxn modelId="{537B3AD2-C126-BC4A-AD33-CCA95C5179DE}" type="presParOf" srcId="{9A943A45-5EDE-8240-B964-9642ED371444}" destId="{0B8D4F6A-BF9A-3143-829A-7E6867217205}" srcOrd="2" destOrd="0" presId="urn:microsoft.com/office/officeart/2005/8/layout/hierarchy2"/>
    <dgm:cxn modelId="{8B9F0FEE-50E6-F744-881D-FCA1074C12A0}" type="presParOf" srcId="{0B8D4F6A-BF9A-3143-829A-7E6867217205}" destId="{D4CE4704-6CD9-2945-A899-55F99279C047}" srcOrd="0" destOrd="0" presId="urn:microsoft.com/office/officeart/2005/8/layout/hierarchy2"/>
    <dgm:cxn modelId="{85304247-0E3E-534E-9565-0699EC5FBC6E}" type="presParOf" srcId="{9A943A45-5EDE-8240-B964-9642ED371444}" destId="{1EEC1C5A-9B2B-B54F-8B3D-F050DF0546E4}" srcOrd="3" destOrd="0" presId="urn:microsoft.com/office/officeart/2005/8/layout/hierarchy2"/>
    <dgm:cxn modelId="{44E01929-CF6E-D64D-A676-241C94A14977}" type="presParOf" srcId="{1EEC1C5A-9B2B-B54F-8B3D-F050DF0546E4}" destId="{6DA1842E-52BC-1F47-8DC9-4603968F45EF}" srcOrd="0" destOrd="0" presId="urn:microsoft.com/office/officeart/2005/8/layout/hierarchy2"/>
    <dgm:cxn modelId="{4000C493-7160-2E45-A00E-E4DEC341768A}" type="presParOf" srcId="{1EEC1C5A-9B2B-B54F-8B3D-F050DF0546E4}" destId="{9D1E5EDB-47CB-814B-806E-AE997EEA81DD}" srcOrd="1" destOrd="0" presId="urn:microsoft.com/office/officeart/2005/8/layout/hierarchy2"/>
    <dgm:cxn modelId="{C1B65D03-EDF0-DC40-82CE-D2CBB57B4511}" type="presParOf" srcId="{CC27B917-AD42-FA48-AA68-82C5D0A4E489}" destId="{ABABCB8B-D907-FD43-9B1C-25A53A1A4C9F}" srcOrd="4" destOrd="0" presId="urn:microsoft.com/office/officeart/2005/8/layout/hierarchy2"/>
    <dgm:cxn modelId="{DE703001-1B74-2441-9137-A131915F31B4}" type="presParOf" srcId="{ABABCB8B-D907-FD43-9B1C-25A53A1A4C9F}" destId="{2EDA6993-8613-B44E-956E-986C7A45AC58}" srcOrd="0" destOrd="0" presId="urn:microsoft.com/office/officeart/2005/8/layout/hierarchy2"/>
    <dgm:cxn modelId="{E1C6C04A-26FE-184F-8D66-339965390A05}" type="presParOf" srcId="{CC27B917-AD42-FA48-AA68-82C5D0A4E489}" destId="{50FE9E51-DECC-AC4A-8F0A-D1A557392024}" srcOrd="5" destOrd="0" presId="urn:microsoft.com/office/officeart/2005/8/layout/hierarchy2"/>
    <dgm:cxn modelId="{4D2CF789-E744-354B-AE11-14AC7C61A954}" type="presParOf" srcId="{50FE9E51-DECC-AC4A-8F0A-D1A557392024}" destId="{58276B87-23EB-AC4B-9FC5-64D1979C4D1A}" srcOrd="0" destOrd="0" presId="urn:microsoft.com/office/officeart/2005/8/layout/hierarchy2"/>
    <dgm:cxn modelId="{36D2072F-F3D6-D64B-8BF0-591339B55092}" type="presParOf" srcId="{50FE9E51-DECC-AC4A-8F0A-D1A557392024}" destId="{62EB6EE5-A80C-3348-9308-8B8AFF458528}" srcOrd="1" destOrd="0" presId="urn:microsoft.com/office/officeart/2005/8/layout/hierarchy2"/>
    <dgm:cxn modelId="{D96CCA77-2642-614A-B231-69D21545596B}" type="presParOf" srcId="{CC27B917-AD42-FA48-AA68-82C5D0A4E489}" destId="{E7CC199D-70AC-E047-9C2D-0112C82664B2}" srcOrd="6" destOrd="0" presId="urn:microsoft.com/office/officeart/2005/8/layout/hierarchy2"/>
    <dgm:cxn modelId="{678F67A4-2836-D849-B2F3-56CB77BF340A}" type="presParOf" srcId="{E7CC199D-70AC-E047-9C2D-0112C82664B2}" destId="{793AE861-55AC-B24A-B65F-2313B2D366F0}" srcOrd="0" destOrd="0" presId="urn:microsoft.com/office/officeart/2005/8/layout/hierarchy2"/>
    <dgm:cxn modelId="{941537BA-4BCE-1943-9375-7B5661BF734F}" type="presParOf" srcId="{CC27B917-AD42-FA48-AA68-82C5D0A4E489}" destId="{CE2F5B35-0134-7840-AD58-03564E7CC9AA}" srcOrd="7" destOrd="0" presId="urn:microsoft.com/office/officeart/2005/8/layout/hierarchy2"/>
    <dgm:cxn modelId="{DB9E10C0-4D18-3349-A9A1-86866A5E1004}" type="presParOf" srcId="{CE2F5B35-0134-7840-AD58-03564E7CC9AA}" destId="{F8473538-3E49-6F44-8547-08D4DFBCAAE0}" srcOrd="0" destOrd="0" presId="urn:microsoft.com/office/officeart/2005/8/layout/hierarchy2"/>
    <dgm:cxn modelId="{C0ED3443-66E7-E347-909E-36093B07BCC4}" type="presParOf" srcId="{CE2F5B35-0134-7840-AD58-03564E7CC9AA}" destId="{1E54C05D-645D-8C41-9F2E-3148F0E168DB}" srcOrd="1" destOrd="0" presId="urn:microsoft.com/office/officeart/2005/8/layout/hierarchy2"/>
    <dgm:cxn modelId="{CF85CEDB-DFEB-524D-A441-449BC46AB94A}" type="presParOf" srcId="{1E54C05D-645D-8C41-9F2E-3148F0E168DB}" destId="{96929CDB-A610-9541-9D37-D50DE94CB9F5}" srcOrd="0" destOrd="0" presId="urn:microsoft.com/office/officeart/2005/8/layout/hierarchy2"/>
    <dgm:cxn modelId="{12814EB3-7802-2749-9A16-22E678F93807}" type="presParOf" srcId="{96929CDB-A610-9541-9D37-D50DE94CB9F5}" destId="{DAFCCC4C-D102-4D41-9C21-364B6FA74A4D}" srcOrd="0" destOrd="0" presId="urn:microsoft.com/office/officeart/2005/8/layout/hierarchy2"/>
    <dgm:cxn modelId="{72934C7C-BC4C-4644-8E5F-0B11ADE706FB}" type="presParOf" srcId="{1E54C05D-645D-8C41-9F2E-3148F0E168DB}" destId="{8918B81E-98B5-9541-8550-FF92770EB6CE}" srcOrd="1" destOrd="0" presId="urn:microsoft.com/office/officeart/2005/8/layout/hierarchy2"/>
    <dgm:cxn modelId="{4E9BC42A-70AB-164D-B4EC-A29FBDC90C16}" type="presParOf" srcId="{8918B81E-98B5-9541-8550-FF92770EB6CE}" destId="{89483DEC-2F32-B545-AACF-38F80FF784D6}" srcOrd="0" destOrd="0" presId="urn:microsoft.com/office/officeart/2005/8/layout/hierarchy2"/>
    <dgm:cxn modelId="{4D790699-3647-8D44-8C82-C31A45568F0D}" type="presParOf" srcId="{8918B81E-98B5-9541-8550-FF92770EB6CE}" destId="{6EF1CE38-8A2B-8245-A5A8-782786A235AC}" srcOrd="1" destOrd="0" presId="urn:microsoft.com/office/officeart/2005/8/layout/hierarchy2"/>
    <dgm:cxn modelId="{E633C509-C51E-B14B-B4AD-F43A646BA106}" type="presParOf" srcId="{CC27B917-AD42-FA48-AA68-82C5D0A4E489}" destId="{32978679-9FC2-734C-90C1-E76D6D72647F}" srcOrd="8" destOrd="0" presId="urn:microsoft.com/office/officeart/2005/8/layout/hierarchy2"/>
    <dgm:cxn modelId="{5947A264-06BD-4F4A-B35E-C90A2FB8B16D}" type="presParOf" srcId="{32978679-9FC2-734C-90C1-E76D6D72647F}" destId="{A1A3C9E0-CBBB-A54A-8470-93BD3A6A62B5}" srcOrd="0" destOrd="0" presId="urn:microsoft.com/office/officeart/2005/8/layout/hierarchy2"/>
    <dgm:cxn modelId="{B5E6E14F-FCB2-9642-ACD3-792E071B8744}" type="presParOf" srcId="{CC27B917-AD42-FA48-AA68-82C5D0A4E489}" destId="{C342696B-0E87-3949-83FF-40FC9C12B099}" srcOrd="9" destOrd="0" presId="urn:microsoft.com/office/officeart/2005/8/layout/hierarchy2"/>
    <dgm:cxn modelId="{6685366D-582D-424A-8D58-CF3ED6412489}" type="presParOf" srcId="{C342696B-0E87-3949-83FF-40FC9C12B099}" destId="{2193BE26-3546-E143-AB90-C51ADE914461}" srcOrd="0" destOrd="0" presId="urn:microsoft.com/office/officeart/2005/8/layout/hierarchy2"/>
    <dgm:cxn modelId="{B702BD43-5FFA-7B40-B3CF-F697EF5E1001}" type="presParOf" srcId="{C342696B-0E87-3949-83FF-40FC9C12B099}" destId="{21EB1F49-2410-A543-A17A-397A0A46BB80}" srcOrd="1" destOrd="0" presId="urn:microsoft.com/office/officeart/2005/8/layout/hierarchy2"/>
    <dgm:cxn modelId="{AC47478B-BE71-7848-9788-AFFB0FA1CCBB}" type="presParOf" srcId="{21EB1F49-2410-A543-A17A-397A0A46BB80}" destId="{1A4AFE7F-3A94-A14A-B00C-6618277BB7C9}" srcOrd="0" destOrd="0" presId="urn:microsoft.com/office/officeart/2005/8/layout/hierarchy2"/>
    <dgm:cxn modelId="{97B24617-2F52-0C4F-87FC-F38EEF9581B7}" type="presParOf" srcId="{1A4AFE7F-3A94-A14A-B00C-6618277BB7C9}" destId="{40A89B10-71C6-074F-AD7D-8F87E9902450}" srcOrd="0" destOrd="0" presId="urn:microsoft.com/office/officeart/2005/8/layout/hierarchy2"/>
    <dgm:cxn modelId="{52F01F8A-B018-2F45-BF5F-E1F987E84D7B}" type="presParOf" srcId="{21EB1F49-2410-A543-A17A-397A0A46BB80}" destId="{3A8EFA66-F31B-144A-96E9-F5C7797F1772}" srcOrd="1" destOrd="0" presId="urn:microsoft.com/office/officeart/2005/8/layout/hierarchy2"/>
    <dgm:cxn modelId="{BAACBF44-0CA4-9A42-8805-08593D44F9A4}" type="presParOf" srcId="{3A8EFA66-F31B-144A-96E9-F5C7797F1772}" destId="{985CFC4A-4512-564B-B1FB-2585BDC2A12E}" srcOrd="0" destOrd="0" presId="urn:microsoft.com/office/officeart/2005/8/layout/hierarchy2"/>
    <dgm:cxn modelId="{849D6243-5C1B-0541-BB63-1BE290D16246}" type="presParOf" srcId="{3A8EFA66-F31B-144A-96E9-F5C7797F1772}" destId="{B4F6160F-2F31-A348-961A-91E3B35A4F4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B7F44F2-8C2F-1F44-A16F-E1985ED83A5C}" type="doc">
      <dgm:prSet loTypeId="urn:microsoft.com/office/officeart/2005/8/layout/orgChart1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CC7C2B1D-4EF6-1749-B166-5634B400BD37}">
      <dgm:prSet/>
      <dgm:spPr/>
      <dgm:t>
        <a:bodyPr/>
        <a:lstStyle/>
        <a:p>
          <a:r>
            <a:rPr kumimoji="1" lang="en-US" altLang="zh-CN" dirty="0"/>
            <a:t>6.</a:t>
          </a:r>
          <a:r>
            <a:rPr kumimoji="1" lang="zh-CN" dirty="0"/>
            <a:t>图书订单管理</a:t>
          </a:r>
          <a:endParaRPr lang="zh-CN" dirty="0"/>
        </a:p>
      </dgm:t>
    </dgm:pt>
    <dgm:pt modelId="{FB71696D-7193-A846-83F8-93CB7FC2E09F}" type="parTrans" cxnId="{84CB3271-0614-9140-99A2-EE720F4CF812}">
      <dgm:prSet/>
      <dgm:spPr/>
      <dgm:t>
        <a:bodyPr/>
        <a:lstStyle/>
        <a:p>
          <a:endParaRPr lang="zh-CN" altLang="en-US"/>
        </a:p>
      </dgm:t>
    </dgm:pt>
    <dgm:pt modelId="{80ABB3AA-9EEA-3342-9889-4967CAF58986}" type="sibTrans" cxnId="{84CB3271-0614-9140-99A2-EE720F4CF812}">
      <dgm:prSet/>
      <dgm:spPr/>
      <dgm:t>
        <a:bodyPr/>
        <a:lstStyle/>
        <a:p>
          <a:endParaRPr lang="zh-CN" altLang="en-US"/>
        </a:p>
      </dgm:t>
    </dgm:pt>
    <dgm:pt modelId="{4A66BF4A-8EBD-CB4B-B60D-8DDABCEF42F8}">
      <dgm:prSet/>
      <dgm:spPr/>
      <dgm:t>
        <a:bodyPr/>
        <a:lstStyle/>
        <a:p>
          <a:r>
            <a:rPr kumimoji="1" lang="zh-CN"/>
            <a:t>删除订单</a:t>
          </a:r>
          <a:endParaRPr lang="zh-CN"/>
        </a:p>
      </dgm:t>
    </dgm:pt>
    <dgm:pt modelId="{56607BD8-A0D0-3A45-88E5-C395746D6CD6}" type="parTrans" cxnId="{5E2B20BF-8CD1-9542-B560-D006DD893B4A}">
      <dgm:prSet/>
      <dgm:spPr/>
      <dgm:t>
        <a:bodyPr/>
        <a:lstStyle/>
        <a:p>
          <a:endParaRPr lang="zh-CN" altLang="en-US"/>
        </a:p>
      </dgm:t>
    </dgm:pt>
    <dgm:pt modelId="{08D53DE2-B36E-404F-BCC1-BD91568B35F4}" type="sibTrans" cxnId="{5E2B20BF-8CD1-9542-B560-D006DD893B4A}">
      <dgm:prSet/>
      <dgm:spPr/>
      <dgm:t>
        <a:bodyPr/>
        <a:lstStyle/>
        <a:p>
          <a:endParaRPr lang="zh-CN" altLang="en-US"/>
        </a:p>
      </dgm:t>
    </dgm:pt>
    <dgm:pt modelId="{834585C1-0F13-804D-82A6-7E93D169DD59}">
      <dgm:prSet/>
      <dgm:spPr/>
      <dgm:t>
        <a:bodyPr/>
        <a:lstStyle/>
        <a:p>
          <a:r>
            <a:rPr kumimoji="1" lang="zh-CN"/>
            <a:t>单一删除</a:t>
          </a:r>
          <a:endParaRPr lang="zh-CN"/>
        </a:p>
      </dgm:t>
    </dgm:pt>
    <dgm:pt modelId="{92527603-1410-9D43-AC14-8921ADDD84A7}" type="parTrans" cxnId="{BD7E28C3-BC32-2E47-AD98-8C207FAA834C}">
      <dgm:prSet/>
      <dgm:spPr/>
      <dgm:t>
        <a:bodyPr/>
        <a:lstStyle/>
        <a:p>
          <a:endParaRPr lang="zh-CN" altLang="en-US"/>
        </a:p>
      </dgm:t>
    </dgm:pt>
    <dgm:pt modelId="{375C4626-4767-C64E-ADA2-4E78C801B447}" type="sibTrans" cxnId="{BD7E28C3-BC32-2E47-AD98-8C207FAA834C}">
      <dgm:prSet/>
      <dgm:spPr/>
      <dgm:t>
        <a:bodyPr/>
        <a:lstStyle/>
        <a:p>
          <a:endParaRPr lang="zh-CN" altLang="en-US"/>
        </a:p>
      </dgm:t>
    </dgm:pt>
    <dgm:pt modelId="{357FAA22-9B0F-034F-B258-8DA367C3577E}">
      <dgm:prSet/>
      <dgm:spPr/>
      <dgm:t>
        <a:bodyPr/>
        <a:lstStyle/>
        <a:p>
          <a:r>
            <a:rPr kumimoji="1" lang="zh-CN"/>
            <a:t>批量删除</a:t>
          </a:r>
          <a:endParaRPr lang="zh-CN"/>
        </a:p>
      </dgm:t>
    </dgm:pt>
    <dgm:pt modelId="{B7694D2F-1D66-654E-A3D1-5D4E98E49936}" type="parTrans" cxnId="{1FE6566A-C681-914D-8492-855498761D43}">
      <dgm:prSet/>
      <dgm:spPr/>
      <dgm:t>
        <a:bodyPr/>
        <a:lstStyle/>
        <a:p>
          <a:endParaRPr lang="zh-CN" altLang="en-US"/>
        </a:p>
      </dgm:t>
    </dgm:pt>
    <dgm:pt modelId="{B635760A-37BA-FC40-9360-F138668AA376}" type="sibTrans" cxnId="{1FE6566A-C681-914D-8492-855498761D43}">
      <dgm:prSet/>
      <dgm:spPr/>
      <dgm:t>
        <a:bodyPr/>
        <a:lstStyle/>
        <a:p>
          <a:endParaRPr lang="zh-CN" altLang="en-US"/>
        </a:p>
      </dgm:t>
    </dgm:pt>
    <dgm:pt modelId="{F25E666B-75AF-DA4F-80EA-FCC208FFD097}">
      <dgm:prSet/>
      <dgm:spPr/>
      <dgm:t>
        <a:bodyPr/>
        <a:lstStyle/>
        <a:p>
          <a:r>
            <a:rPr kumimoji="1" lang="zh-CN"/>
            <a:t>修改订单信息</a:t>
          </a:r>
          <a:endParaRPr lang="zh-CN"/>
        </a:p>
      </dgm:t>
    </dgm:pt>
    <dgm:pt modelId="{04E77B71-6F46-7F43-AEBF-60D4D1D949C7}" type="parTrans" cxnId="{87336478-F825-C946-B3BF-12E26285174C}">
      <dgm:prSet/>
      <dgm:spPr/>
      <dgm:t>
        <a:bodyPr/>
        <a:lstStyle/>
        <a:p>
          <a:endParaRPr lang="zh-CN" altLang="en-US"/>
        </a:p>
      </dgm:t>
    </dgm:pt>
    <dgm:pt modelId="{1A70BE8D-6DF1-4B4A-AB49-7B32AD6715AA}" type="sibTrans" cxnId="{87336478-F825-C946-B3BF-12E26285174C}">
      <dgm:prSet/>
      <dgm:spPr/>
      <dgm:t>
        <a:bodyPr/>
        <a:lstStyle/>
        <a:p>
          <a:endParaRPr lang="zh-CN" altLang="en-US"/>
        </a:p>
      </dgm:t>
    </dgm:pt>
    <dgm:pt modelId="{6B775961-58EA-3146-A52E-DD681D5158CF}">
      <dgm:prSet/>
      <dgm:spPr/>
      <dgm:t>
        <a:bodyPr/>
        <a:lstStyle/>
        <a:p>
          <a:r>
            <a:rPr kumimoji="1" lang="zh-CN"/>
            <a:t>查找订单信息</a:t>
          </a:r>
          <a:endParaRPr lang="zh-CN"/>
        </a:p>
      </dgm:t>
    </dgm:pt>
    <dgm:pt modelId="{30D6B7A9-0101-ED43-BB31-AEECD772A811}" type="parTrans" cxnId="{4D59B05D-5D16-664D-8609-8B79AB528BA6}">
      <dgm:prSet/>
      <dgm:spPr/>
      <dgm:t>
        <a:bodyPr/>
        <a:lstStyle/>
        <a:p>
          <a:endParaRPr lang="zh-CN" altLang="en-US"/>
        </a:p>
      </dgm:t>
    </dgm:pt>
    <dgm:pt modelId="{68765C84-55E7-AC48-A76F-C9B5C0AA7164}" type="sibTrans" cxnId="{4D59B05D-5D16-664D-8609-8B79AB528BA6}">
      <dgm:prSet/>
      <dgm:spPr/>
      <dgm:t>
        <a:bodyPr/>
        <a:lstStyle/>
        <a:p>
          <a:endParaRPr lang="zh-CN" altLang="en-US"/>
        </a:p>
      </dgm:t>
    </dgm:pt>
    <dgm:pt modelId="{7A4C14AA-BFDA-9C4C-9C7C-74624E4D3671}">
      <dgm:prSet/>
      <dgm:spPr/>
      <dgm:t>
        <a:bodyPr/>
        <a:lstStyle/>
        <a:p>
          <a:r>
            <a:rPr kumimoji="1" lang="zh-CN"/>
            <a:t>根据订单编号查找</a:t>
          </a:r>
          <a:endParaRPr lang="zh-CN"/>
        </a:p>
      </dgm:t>
    </dgm:pt>
    <dgm:pt modelId="{20C87A66-188D-7449-9ABE-C882B0549B62}" type="parTrans" cxnId="{5619C55B-09B4-A943-99A2-0C0861AD13C3}">
      <dgm:prSet/>
      <dgm:spPr/>
      <dgm:t>
        <a:bodyPr/>
        <a:lstStyle/>
        <a:p>
          <a:endParaRPr lang="zh-CN" altLang="en-US"/>
        </a:p>
      </dgm:t>
    </dgm:pt>
    <dgm:pt modelId="{71BDE8F1-0306-FC47-855C-EE4E236B1672}" type="sibTrans" cxnId="{5619C55B-09B4-A943-99A2-0C0861AD13C3}">
      <dgm:prSet/>
      <dgm:spPr/>
      <dgm:t>
        <a:bodyPr/>
        <a:lstStyle/>
        <a:p>
          <a:endParaRPr lang="zh-CN" altLang="en-US"/>
        </a:p>
      </dgm:t>
    </dgm:pt>
    <dgm:pt modelId="{07ABAF5B-B54E-4143-8430-187FB741847C}">
      <dgm:prSet/>
      <dgm:spPr/>
      <dgm:t>
        <a:bodyPr/>
        <a:lstStyle/>
        <a:p>
          <a:r>
            <a:rPr kumimoji="1" lang="zh-CN"/>
            <a:t>根据商品名称查找</a:t>
          </a:r>
          <a:endParaRPr lang="zh-CN"/>
        </a:p>
      </dgm:t>
    </dgm:pt>
    <dgm:pt modelId="{A9A7AA2B-09F7-CC4A-AD8D-9656BEAF19FD}" type="parTrans" cxnId="{A946AD37-578D-5F45-9FB1-7325770A580E}">
      <dgm:prSet/>
      <dgm:spPr/>
      <dgm:t>
        <a:bodyPr/>
        <a:lstStyle/>
        <a:p>
          <a:endParaRPr lang="zh-CN" altLang="en-US"/>
        </a:p>
      </dgm:t>
    </dgm:pt>
    <dgm:pt modelId="{6878F188-3427-DA42-B4AB-AAB111A9AC0E}" type="sibTrans" cxnId="{A946AD37-578D-5F45-9FB1-7325770A580E}">
      <dgm:prSet/>
      <dgm:spPr/>
      <dgm:t>
        <a:bodyPr/>
        <a:lstStyle/>
        <a:p>
          <a:endParaRPr lang="zh-CN" altLang="en-US"/>
        </a:p>
      </dgm:t>
    </dgm:pt>
    <dgm:pt modelId="{E6AA422B-C7A2-2F40-B810-B9EB77DCF5A0}">
      <dgm:prSet/>
      <dgm:spPr/>
      <dgm:t>
        <a:bodyPr/>
        <a:lstStyle/>
        <a:p>
          <a:r>
            <a:rPr kumimoji="1" lang="zh-CN"/>
            <a:t>排序订单信息</a:t>
          </a:r>
          <a:endParaRPr lang="zh-CN"/>
        </a:p>
      </dgm:t>
    </dgm:pt>
    <dgm:pt modelId="{49EB29CA-90AF-D348-BC36-A16565346129}" type="parTrans" cxnId="{6286728E-E426-C749-A1AE-43E16C42D2C1}">
      <dgm:prSet/>
      <dgm:spPr/>
      <dgm:t>
        <a:bodyPr/>
        <a:lstStyle/>
        <a:p>
          <a:endParaRPr lang="zh-CN" altLang="en-US"/>
        </a:p>
      </dgm:t>
    </dgm:pt>
    <dgm:pt modelId="{82755379-9ECB-7A44-B800-4ACE12E24AEF}" type="sibTrans" cxnId="{6286728E-E426-C749-A1AE-43E16C42D2C1}">
      <dgm:prSet/>
      <dgm:spPr/>
      <dgm:t>
        <a:bodyPr/>
        <a:lstStyle/>
        <a:p>
          <a:endParaRPr lang="zh-CN" altLang="en-US"/>
        </a:p>
      </dgm:t>
    </dgm:pt>
    <dgm:pt modelId="{0C07BDCC-97E2-5B44-9D21-8554B8EBE9B4}">
      <dgm:prSet/>
      <dgm:spPr/>
      <dgm:t>
        <a:bodyPr/>
        <a:lstStyle/>
        <a:p>
          <a:r>
            <a:rPr kumimoji="1" lang="zh-CN"/>
            <a:t>订单编号</a:t>
          </a:r>
          <a:endParaRPr lang="zh-CN"/>
        </a:p>
      </dgm:t>
    </dgm:pt>
    <dgm:pt modelId="{DAC1AD81-2C3B-BD4D-BEB1-AA3E2D33F9CF}" type="parTrans" cxnId="{C0AAB1CD-EFCD-2E42-8628-AB232B92F837}">
      <dgm:prSet/>
      <dgm:spPr/>
      <dgm:t>
        <a:bodyPr/>
        <a:lstStyle/>
        <a:p>
          <a:endParaRPr lang="zh-CN" altLang="en-US"/>
        </a:p>
      </dgm:t>
    </dgm:pt>
    <dgm:pt modelId="{ADE9715D-ECE1-544F-9E40-C3C2FC5285DC}" type="sibTrans" cxnId="{C0AAB1CD-EFCD-2E42-8628-AB232B92F837}">
      <dgm:prSet/>
      <dgm:spPr/>
      <dgm:t>
        <a:bodyPr/>
        <a:lstStyle/>
        <a:p>
          <a:endParaRPr lang="zh-CN" altLang="en-US"/>
        </a:p>
      </dgm:t>
    </dgm:pt>
    <dgm:pt modelId="{1EA456AB-5D9C-7142-BA5B-FBA78D43F341}">
      <dgm:prSet/>
      <dgm:spPr/>
      <dgm:t>
        <a:bodyPr/>
        <a:lstStyle/>
        <a:p>
          <a:r>
            <a:rPr kumimoji="1" lang="zh-CN"/>
            <a:t>商品名称</a:t>
          </a:r>
          <a:endParaRPr lang="zh-CN"/>
        </a:p>
      </dgm:t>
    </dgm:pt>
    <dgm:pt modelId="{67BB5A73-0941-DC4E-9282-7B08A15C7319}" type="parTrans" cxnId="{C485261C-7B70-7647-A323-4524CC8EB890}">
      <dgm:prSet/>
      <dgm:spPr/>
      <dgm:t>
        <a:bodyPr/>
        <a:lstStyle/>
        <a:p>
          <a:endParaRPr lang="zh-CN" altLang="en-US"/>
        </a:p>
      </dgm:t>
    </dgm:pt>
    <dgm:pt modelId="{462154A4-1E24-9346-8A3C-337CC3D53384}" type="sibTrans" cxnId="{C485261C-7B70-7647-A323-4524CC8EB890}">
      <dgm:prSet/>
      <dgm:spPr/>
      <dgm:t>
        <a:bodyPr/>
        <a:lstStyle/>
        <a:p>
          <a:endParaRPr lang="zh-CN" altLang="en-US"/>
        </a:p>
      </dgm:t>
    </dgm:pt>
    <dgm:pt modelId="{072B9410-8065-554C-815B-90069AED33A0}">
      <dgm:prSet/>
      <dgm:spPr/>
      <dgm:t>
        <a:bodyPr/>
        <a:lstStyle/>
        <a:p>
          <a:r>
            <a:rPr kumimoji="1" lang="zh-CN"/>
            <a:t>购买数量</a:t>
          </a:r>
          <a:endParaRPr lang="zh-CN"/>
        </a:p>
      </dgm:t>
    </dgm:pt>
    <dgm:pt modelId="{A92A1CE2-4084-EB40-A1B3-9E661E44F558}" type="parTrans" cxnId="{BEA3DD47-4E97-0549-899A-54D9913E8E80}">
      <dgm:prSet/>
      <dgm:spPr/>
      <dgm:t>
        <a:bodyPr/>
        <a:lstStyle/>
        <a:p>
          <a:endParaRPr lang="zh-CN" altLang="en-US"/>
        </a:p>
      </dgm:t>
    </dgm:pt>
    <dgm:pt modelId="{E0F9EC61-17B3-AA41-A809-1240C1D20F9D}" type="sibTrans" cxnId="{BEA3DD47-4E97-0549-899A-54D9913E8E80}">
      <dgm:prSet/>
      <dgm:spPr/>
      <dgm:t>
        <a:bodyPr/>
        <a:lstStyle/>
        <a:p>
          <a:endParaRPr lang="zh-CN" altLang="en-US"/>
        </a:p>
      </dgm:t>
    </dgm:pt>
    <dgm:pt modelId="{BAFE17CF-E63B-8D43-BC7C-4C8AF7C62C85}">
      <dgm:prSet/>
      <dgm:spPr/>
      <dgm:t>
        <a:bodyPr/>
        <a:lstStyle/>
        <a:p>
          <a:r>
            <a:rPr kumimoji="1" lang="zh-CN"/>
            <a:t>价格</a:t>
          </a:r>
          <a:r>
            <a:rPr kumimoji="1" lang="en-US"/>
            <a:t>/</a:t>
          </a:r>
          <a:r>
            <a:rPr kumimoji="1" lang="zh-CN"/>
            <a:t>积分</a:t>
          </a:r>
          <a:endParaRPr lang="zh-CN"/>
        </a:p>
      </dgm:t>
    </dgm:pt>
    <dgm:pt modelId="{7C73357A-A69F-0341-AB97-5EF4B930FCD9}" type="parTrans" cxnId="{9A677689-F869-3A43-8172-EFCAD83627C5}">
      <dgm:prSet/>
      <dgm:spPr/>
      <dgm:t>
        <a:bodyPr/>
        <a:lstStyle/>
        <a:p>
          <a:endParaRPr lang="zh-CN" altLang="en-US"/>
        </a:p>
      </dgm:t>
    </dgm:pt>
    <dgm:pt modelId="{8C4A0D80-1CB3-C848-BEDC-E762DCB38248}" type="sibTrans" cxnId="{9A677689-F869-3A43-8172-EFCAD83627C5}">
      <dgm:prSet/>
      <dgm:spPr/>
      <dgm:t>
        <a:bodyPr/>
        <a:lstStyle/>
        <a:p>
          <a:endParaRPr lang="zh-CN" altLang="en-US"/>
        </a:p>
      </dgm:t>
    </dgm:pt>
    <dgm:pt modelId="{64A42675-69FE-654A-868F-EAEBBC31081A}">
      <dgm:prSet/>
      <dgm:spPr/>
      <dgm:t>
        <a:bodyPr/>
        <a:lstStyle/>
        <a:p>
          <a:r>
            <a:rPr kumimoji="1" lang="zh-CN"/>
            <a:t>折扣价格</a:t>
          </a:r>
          <a:endParaRPr lang="zh-CN"/>
        </a:p>
      </dgm:t>
    </dgm:pt>
    <dgm:pt modelId="{809A1E25-A609-8F45-AD65-6CF74F90922B}" type="parTrans" cxnId="{CDE77661-C2AA-F74B-938F-A226E9D1CB7D}">
      <dgm:prSet/>
      <dgm:spPr/>
      <dgm:t>
        <a:bodyPr/>
        <a:lstStyle/>
        <a:p>
          <a:endParaRPr lang="zh-CN" altLang="en-US"/>
        </a:p>
      </dgm:t>
    </dgm:pt>
    <dgm:pt modelId="{15A9962F-B7B9-1244-9159-27A10E129473}" type="sibTrans" cxnId="{CDE77661-C2AA-F74B-938F-A226E9D1CB7D}">
      <dgm:prSet/>
      <dgm:spPr/>
      <dgm:t>
        <a:bodyPr/>
        <a:lstStyle/>
        <a:p>
          <a:endParaRPr lang="zh-CN" altLang="en-US"/>
        </a:p>
      </dgm:t>
    </dgm:pt>
    <dgm:pt modelId="{0A7B942B-81AD-9448-BC99-70508F4AEE41}">
      <dgm:prSet/>
      <dgm:spPr/>
      <dgm:t>
        <a:bodyPr/>
        <a:lstStyle/>
        <a:p>
          <a:r>
            <a:rPr kumimoji="1" lang="zh-CN"/>
            <a:t>总价格</a:t>
          </a:r>
          <a:r>
            <a:rPr kumimoji="1" lang="en-US"/>
            <a:t>/</a:t>
          </a:r>
          <a:r>
            <a:rPr kumimoji="1" lang="zh-CN"/>
            <a:t>总积分</a:t>
          </a:r>
          <a:endParaRPr lang="zh-CN"/>
        </a:p>
      </dgm:t>
    </dgm:pt>
    <dgm:pt modelId="{9404CBF7-334C-4D4F-912D-6FD2965A01B2}" type="parTrans" cxnId="{A01611F8-691A-6F4B-8660-B7E75A36F0AB}">
      <dgm:prSet/>
      <dgm:spPr/>
      <dgm:t>
        <a:bodyPr/>
        <a:lstStyle/>
        <a:p>
          <a:endParaRPr lang="zh-CN" altLang="en-US"/>
        </a:p>
      </dgm:t>
    </dgm:pt>
    <dgm:pt modelId="{27CCC470-713F-7143-A193-95BBCE01304A}" type="sibTrans" cxnId="{A01611F8-691A-6F4B-8660-B7E75A36F0AB}">
      <dgm:prSet/>
      <dgm:spPr/>
      <dgm:t>
        <a:bodyPr/>
        <a:lstStyle/>
        <a:p>
          <a:endParaRPr lang="zh-CN" altLang="en-US"/>
        </a:p>
      </dgm:t>
    </dgm:pt>
    <dgm:pt modelId="{4A5A33C7-78AB-0B4B-BA85-3D8575EBB6A3}">
      <dgm:prSet/>
      <dgm:spPr/>
      <dgm:t>
        <a:bodyPr/>
        <a:lstStyle/>
        <a:p>
          <a:r>
            <a:rPr kumimoji="1" lang="zh-CN"/>
            <a:t>折扣总价格</a:t>
          </a:r>
          <a:endParaRPr lang="zh-CN"/>
        </a:p>
      </dgm:t>
    </dgm:pt>
    <dgm:pt modelId="{E2BC225F-A42D-454D-93B3-D2668FEDF188}" type="parTrans" cxnId="{9AE9144A-9C7F-5841-A0C5-F84AD5BD320B}">
      <dgm:prSet/>
      <dgm:spPr/>
      <dgm:t>
        <a:bodyPr/>
        <a:lstStyle/>
        <a:p>
          <a:endParaRPr lang="zh-CN" altLang="en-US"/>
        </a:p>
      </dgm:t>
    </dgm:pt>
    <dgm:pt modelId="{CFF37F80-84BC-7343-BC4F-DC1FBBB0D2CE}" type="sibTrans" cxnId="{9AE9144A-9C7F-5841-A0C5-F84AD5BD320B}">
      <dgm:prSet/>
      <dgm:spPr/>
      <dgm:t>
        <a:bodyPr/>
        <a:lstStyle/>
        <a:p>
          <a:endParaRPr lang="zh-CN" altLang="en-US"/>
        </a:p>
      </dgm:t>
    </dgm:pt>
    <dgm:pt modelId="{4949036C-1CFB-6F4C-940D-4FBB9E9B50B8}">
      <dgm:prSet/>
      <dgm:spPr/>
      <dgm:t>
        <a:bodyPr/>
        <a:lstStyle/>
        <a:p>
          <a:r>
            <a:rPr kumimoji="1" lang="zh-CN"/>
            <a:t>支付类型</a:t>
          </a:r>
          <a:endParaRPr lang="zh-CN"/>
        </a:p>
      </dgm:t>
    </dgm:pt>
    <dgm:pt modelId="{33B96486-BC8D-EA4A-9146-60A20A93A3C0}" type="parTrans" cxnId="{500066E0-348C-E748-AD2C-2D70EA6F76CC}">
      <dgm:prSet/>
      <dgm:spPr/>
      <dgm:t>
        <a:bodyPr/>
        <a:lstStyle/>
        <a:p>
          <a:endParaRPr lang="zh-CN" altLang="en-US"/>
        </a:p>
      </dgm:t>
    </dgm:pt>
    <dgm:pt modelId="{BB77A9A6-D579-DD47-A2C2-DE5A3252E00B}" type="sibTrans" cxnId="{500066E0-348C-E748-AD2C-2D70EA6F76CC}">
      <dgm:prSet/>
      <dgm:spPr/>
      <dgm:t>
        <a:bodyPr/>
        <a:lstStyle/>
        <a:p>
          <a:endParaRPr lang="zh-CN" altLang="en-US"/>
        </a:p>
      </dgm:t>
    </dgm:pt>
    <dgm:pt modelId="{01094BB3-1E01-8643-8CF5-CB34A5012DBD}">
      <dgm:prSet/>
      <dgm:spPr/>
      <dgm:t>
        <a:bodyPr/>
        <a:lstStyle/>
        <a:p>
          <a:r>
            <a:rPr kumimoji="1" lang="zh-CN"/>
            <a:t>状态</a:t>
          </a:r>
          <a:endParaRPr lang="zh-CN"/>
        </a:p>
      </dgm:t>
    </dgm:pt>
    <dgm:pt modelId="{4B4C3FDF-3871-574B-9DBE-68D3868EDA29}" type="parTrans" cxnId="{E6FA3054-B623-4A4F-A1FC-0F903B6FBD78}">
      <dgm:prSet/>
      <dgm:spPr/>
      <dgm:t>
        <a:bodyPr/>
        <a:lstStyle/>
        <a:p>
          <a:endParaRPr lang="zh-CN" altLang="en-US"/>
        </a:p>
      </dgm:t>
    </dgm:pt>
    <dgm:pt modelId="{A3378F34-2629-BB4E-B568-A57AE00A6775}" type="sibTrans" cxnId="{E6FA3054-B623-4A4F-A1FC-0F903B6FBD78}">
      <dgm:prSet/>
      <dgm:spPr/>
      <dgm:t>
        <a:bodyPr/>
        <a:lstStyle/>
        <a:p>
          <a:endParaRPr lang="zh-CN" altLang="en-US"/>
        </a:p>
      </dgm:t>
    </dgm:pt>
    <dgm:pt modelId="{69BA9802-3DA5-1245-AC11-D26BB28FE43B}">
      <dgm:prSet/>
      <dgm:spPr/>
      <dgm:t>
        <a:bodyPr/>
        <a:lstStyle/>
        <a:p>
          <a:r>
            <a:rPr kumimoji="1" lang="zh-CN"/>
            <a:t>地址</a:t>
          </a:r>
          <a:endParaRPr lang="zh-CN"/>
        </a:p>
      </dgm:t>
    </dgm:pt>
    <dgm:pt modelId="{57691B9E-25FC-DA4F-BAE6-F521F908C04F}" type="parTrans" cxnId="{CC405E28-805C-804B-8980-5746C414F036}">
      <dgm:prSet/>
      <dgm:spPr/>
      <dgm:t>
        <a:bodyPr/>
        <a:lstStyle/>
        <a:p>
          <a:endParaRPr lang="zh-CN" altLang="en-US"/>
        </a:p>
      </dgm:t>
    </dgm:pt>
    <dgm:pt modelId="{C8D85F2D-2109-1E49-9E1A-F596C2C968C4}" type="sibTrans" cxnId="{CC405E28-805C-804B-8980-5746C414F036}">
      <dgm:prSet/>
      <dgm:spPr/>
      <dgm:t>
        <a:bodyPr/>
        <a:lstStyle/>
        <a:p>
          <a:endParaRPr lang="zh-CN" altLang="en-US"/>
        </a:p>
      </dgm:t>
    </dgm:pt>
    <dgm:pt modelId="{A1A7F52B-65D9-5140-A74D-A2E64E7E4BA6}">
      <dgm:prSet/>
      <dgm:spPr/>
      <dgm:t>
        <a:bodyPr/>
        <a:lstStyle/>
        <a:p>
          <a:r>
            <a:rPr kumimoji="1" lang="zh-CN"/>
            <a:t>电话</a:t>
          </a:r>
          <a:endParaRPr lang="zh-CN"/>
        </a:p>
      </dgm:t>
    </dgm:pt>
    <dgm:pt modelId="{18248749-3A34-BF4D-899A-DF16F05E39D4}" type="parTrans" cxnId="{676AE3EB-39EC-3149-B80F-872E008967A5}">
      <dgm:prSet/>
      <dgm:spPr/>
      <dgm:t>
        <a:bodyPr/>
        <a:lstStyle/>
        <a:p>
          <a:endParaRPr lang="zh-CN" altLang="en-US"/>
        </a:p>
      </dgm:t>
    </dgm:pt>
    <dgm:pt modelId="{DBAEC9A0-7025-7242-876E-1BF350D615BE}" type="sibTrans" cxnId="{676AE3EB-39EC-3149-B80F-872E008967A5}">
      <dgm:prSet/>
      <dgm:spPr/>
      <dgm:t>
        <a:bodyPr/>
        <a:lstStyle/>
        <a:p>
          <a:endParaRPr lang="zh-CN" altLang="en-US"/>
        </a:p>
      </dgm:t>
    </dgm:pt>
    <dgm:pt modelId="{4C392C8A-15BE-974A-8B45-58DCCE4B6A26}">
      <dgm:prSet/>
      <dgm:spPr/>
      <dgm:t>
        <a:bodyPr/>
        <a:lstStyle/>
        <a:p>
          <a:r>
            <a:rPr kumimoji="1" lang="zh-CN"/>
            <a:t>收货人</a:t>
          </a:r>
          <a:endParaRPr lang="zh-CN"/>
        </a:p>
      </dgm:t>
    </dgm:pt>
    <dgm:pt modelId="{F8C848E7-0506-7F40-9EFB-C1C0BBA5963B}" type="parTrans" cxnId="{72EBAAC6-044F-D443-A1D9-D6FCFC1A2349}">
      <dgm:prSet/>
      <dgm:spPr/>
      <dgm:t>
        <a:bodyPr/>
        <a:lstStyle/>
        <a:p>
          <a:endParaRPr lang="zh-CN" altLang="en-US"/>
        </a:p>
      </dgm:t>
    </dgm:pt>
    <dgm:pt modelId="{5A108AE7-4B9F-C84C-8884-5BFBB1BB55D9}" type="sibTrans" cxnId="{72EBAAC6-044F-D443-A1D9-D6FCFC1A2349}">
      <dgm:prSet/>
      <dgm:spPr/>
      <dgm:t>
        <a:bodyPr/>
        <a:lstStyle/>
        <a:p>
          <a:endParaRPr lang="zh-CN" altLang="en-US"/>
        </a:p>
      </dgm:t>
    </dgm:pt>
    <dgm:pt modelId="{E9631EFE-FC92-294C-BFB9-AFFA44840E6B}">
      <dgm:prSet/>
      <dgm:spPr/>
      <dgm:t>
        <a:bodyPr/>
        <a:lstStyle/>
        <a:p>
          <a:r>
            <a:rPr kumimoji="1" lang="zh-CN"/>
            <a:t>商品类型</a:t>
          </a:r>
          <a:endParaRPr lang="zh-CN"/>
        </a:p>
      </dgm:t>
    </dgm:pt>
    <dgm:pt modelId="{B505093C-D9F4-E844-87C4-29AC4BF54EAB}" type="parTrans" cxnId="{4A7146D0-3488-2145-9844-BE0F288C0892}">
      <dgm:prSet/>
      <dgm:spPr/>
      <dgm:t>
        <a:bodyPr/>
        <a:lstStyle/>
        <a:p>
          <a:endParaRPr lang="zh-CN" altLang="en-US"/>
        </a:p>
      </dgm:t>
    </dgm:pt>
    <dgm:pt modelId="{336D655C-8513-9749-A35D-1D3323B2FD74}" type="sibTrans" cxnId="{4A7146D0-3488-2145-9844-BE0F288C0892}">
      <dgm:prSet/>
      <dgm:spPr/>
      <dgm:t>
        <a:bodyPr/>
        <a:lstStyle/>
        <a:p>
          <a:endParaRPr lang="zh-CN" altLang="en-US"/>
        </a:p>
      </dgm:t>
    </dgm:pt>
    <dgm:pt modelId="{8643CB5A-3459-E448-BA44-AC9AC8FEA627}">
      <dgm:prSet/>
      <dgm:spPr/>
      <dgm:t>
        <a:bodyPr/>
        <a:lstStyle/>
        <a:p>
          <a:r>
            <a:rPr kumimoji="1" lang="zh-CN" dirty="0"/>
            <a:t>订单分类</a:t>
          </a:r>
          <a:r>
            <a:rPr kumimoji="1" lang="en-US" dirty="0"/>
            <a:t>	</a:t>
          </a:r>
          <a:endParaRPr lang="zh-CN" dirty="0"/>
        </a:p>
      </dgm:t>
    </dgm:pt>
    <dgm:pt modelId="{CB894453-D43A-004C-9DA2-9488BC51097E}" type="parTrans" cxnId="{309D9FDD-7821-B04A-8392-FAB7885BF1A3}">
      <dgm:prSet/>
      <dgm:spPr/>
      <dgm:t>
        <a:bodyPr/>
        <a:lstStyle/>
        <a:p>
          <a:endParaRPr lang="zh-CN" altLang="en-US"/>
        </a:p>
      </dgm:t>
    </dgm:pt>
    <dgm:pt modelId="{A34EA7C4-D763-894C-AF4E-797814A2E091}" type="sibTrans" cxnId="{309D9FDD-7821-B04A-8392-FAB7885BF1A3}">
      <dgm:prSet/>
      <dgm:spPr/>
      <dgm:t>
        <a:bodyPr/>
        <a:lstStyle/>
        <a:p>
          <a:endParaRPr lang="zh-CN" altLang="en-US"/>
        </a:p>
      </dgm:t>
    </dgm:pt>
    <dgm:pt modelId="{125C2C04-ED66-004C-BFCF-4390B6133D34}">
      <dgm:prSet/>
      <dgm:spPr/>
      <dgm:t>
        <a:bodyPr/>
        <a:lstStyle/>
        <a:p>
          <a:r>
            <a:rPr kumimoji="1" lang="zh-CN"/>
            <a:t>未支付订单</a:t>
          </a:r>
          <a:endParaRPr lang="zh-CN"/>
        </a:p>
      </dgm:t>
    </dgm:pt>
    <dgm:pt modelId="{6AC14FE1-5929-3F45-B797-126B149346FD}" type="parTrans" cxnId="{898C7BCE-75D5-9740-8381-48CE8B1D297F}">
      <dgm:prSet/>
      <dgm:spPr/>
      <dgm:t>
        <a:bodyPr/>
        <a:lstStyle/>
        <a:p>
          <a:endParaRPr lang="zh-CN" altLang="en-US"/>
        </a:p>
      </dgm:t>
    </dgm:pt>
    <dgm:pt modelId="{DE87B7D4-7268-3F44-AA20-E23943DED479}" type="sibTrans" cxnId="{898C7BCE-75D5-9740-8381-48CE8B1D297F}">
      <dgm:prSet/>
      <dgm:spPr/>
      <dgm:t>
        <a:bodyPr/>
        <a:lstStyle/>
        <a:p>
          <a:endParaRPr lang="zh-CN" altLang="en-US"/>
        </a:p>
      </dgm:t>
    </dgm:pt>
    <dgm:pt modelId="{550464E8-E6B9-8549-B60B-BA50F2F36617}">
      <dgm:prSet/>
      <dgm:spPr/>
      <dgm:t>
        <a:bodyPr/>
        <a:lstStyle/>
        <a:p>
          <a:r>
            <a:rPr kumimoji="1" lang="zh-CN"/>
            <a:t>已取消订单</a:t>
          </a:r>
          <a:endParaRPr lang="zh-CN"/>
        </a:p>
      </dgm:t>
    </dgm:pt>
    <dgm:pt modelId="{84AEA21E-DD0C-0041-9167-E8F0E16DB0C6}" type="parTrans" cxnId="{0695B305-BEA7-1740-8352-5211E2163571}">
      <dgm:prSet/>
      <dgm:spPr/>
      <dgm:t>
        <a:bodyPr/>
        <a:lstStyle/>
        <a:p>
          <a:endParaRPr lang="zh-CN" altLang="en-US"/>
        </a:p>
      </dgm:t>
    </dgm:pt>
    <dgm:pt modelId="{7A599A04-B0E3-834E-9175-91BD184CF15C}" type="sibTrans" cxnId="{0695B305-BEA7-1740-8352-5211E2163571}">
      <dgm:prSet/>
      <dgm:spPr/>
      <dgm:t>
        <a:bodyPr/>
        <a:lstStyle/>
        <a:p>
          <a:endParaRPr lang="zh-CN" altLang="en-US"/>
        </a:p>
      </dgm:t>
    </dgm:pt>
    <dgm:pt modelId="{E98C6A50-291F-2D41-AF19-0F620A513A8C}">
      <dgm:prSet/>
      <dgm:spPr/>
      <dgm:t>
        <a:bodyPr/>
        <a:lstStyle/>
        <a:p>
          <a:r>
            <a:rPr kumimoji="1" lang="zh-CN"/>
            <a:t>已支付订单</a:t>
          </a:r>
          <a:endParaRPr lang="zh-CN"/>
        </a:p>
      </dgm:t>
    </dgm:pt>
    <dgm:pt modelId="{8D411A66-C133-5849-B5A9-85BEE8682673}" type="parTrans" cxnId="{9206EFF5-7F41-5E46-A0DB-BC217CF7DFEC}">
      <dgm:prSet/>
      <dgm:spPr/>
      <dgm:t>
        <a:bodyPr/>
        <a:lstStyle/>
        <a:p>
          <a:endParaRPr lang="zh-CN" altLang="en-US"/>
        </a:p>
      </dgm:t>
    </dgm:pt>
    <dgm:pt modelId="{6AED67EF-CCE1-4A49-90C7-DFA68120DAF4}" type="sibTrans" cxnId="{9206EFF5-7F41-5E46-A0DB-BC217CF7DFEC}">
      <dgm:prSet/>
      <dgm:spPr/>
      <dgm:t>
        <a:bodyPr/>
        <a:lstStyle/>
        <a:p>
          <a:endParaRPr lang="zh-CN" altLang="en-US"/>
        </a:p>
      </dgm:t>
    </dgm:pt>
    <dgm:pt modelId="{C694B191-063A-EB45-BDD7-349C0FC70059}">
      <dgm:prSet/>
      <dgm:spPr/>
      <dgm:t>
        <a:bodyPr/>
        <a:lstStyle/>
        <a:p>
          <a:r>
            <a:rPr kumimoji="1" lang="zh-CN"/>
            <a:t>已退款订单</a:t>
          </a:r>
          <a:endParaRPr lang="zh-CN"/>
        </a:p>
      </dgm:t>
    </dgm:pt>
    <dgm:pt modelId="{E38F21A9-1097-894E-AF37-6589667FA98B}" type="parTrans" cxnId="{23300120-0CC5-284B-BDF4-6C0E2387917A}">
      <dgm:prSet/>
      <dgm:spPr/>
      <dgm:t>
        <a:bodyPr/>
        <a:lstStyle/>
        <a:p>
          <a:endParaRPr lang="zh-CN" altLang="en-US"/>
        </a:p>
      </dgm:t>
    </dgm:pt>
    <dgm:pt modelId="{E6B27579-0323-DB4A-A309-6E2129DA503A}" type="sibTrans" cxnId="{23300120-0CC5-284B-BDF4-6C0E2387917A}">
      <dgm:prSet/>
      <dgm:spPr/>
      <dgm:t>
        <a:bodyPr/>
        <a:lstStyle/>
        <a:p>
          <a:endParaRPr lang="zh-CN" altLang="en-US"/>
        </a:p>
      </dgm:t>
    </dgm:pt>
    <dgm:pt modelId="{87C0B410-40C3-424C-9447-828841DACC00}">
      <dgm:prSet/>
      <dgm:spPr/>
      <dgm:t>
        <a:bodyPr/>
        <a:lstStyle/>
        <a:p>
          <a:r>
            <a:rPr kumimoji="1" lang="zh-CN"/>
            <a:t>已完成订单</a:t>
          </a:r>
          <a:endParaRPr lang="zh-CN"/>
        </a:p>
      </dgm:t>
    </dgm:pt>
    <dgm:pt modelId="{48368768-A176-ED4E-9204-FFD2AC0ACBBA}" type="parTrans" cxnId="{8622F515-1FDF-2B48-B2FE-C86648D05A72}">
      <dgm:prSet/>
      <dgm:spPr/>
      <dgm:t>
        <a:bodyPr/>
        <a:lstStyle/>
        <a:p>
          <a:endParaRPr lang="zh-CN" altLang="en-US"/>
        </a:p>
      </dgm:t>
    </dgm:pt>
    <dgm:pt modelId="{135BD98E-D548-664D-BCEA-EE36A366B272}" type="sibTrans" cxnId="{8622F515-1FDF-2B48-B2FE-C86648D05A72}">
      <dgm:prSet/>
      <dgm:spPr/>
      <dgm:t>
        <a:bodyPr/>
        <a:lstStyle/>
        <a:p>
          <a:endParaRPr lang="zh-CN" altLang="en-US"/>
        </a:p>
      </dgm:t>
    </dgm:pt>
    <dgm:pt modelId="{4B54EA58-409D-A543-BA22-CB24139AD152}">
      <dgm:prSet/>
      <dgm:spPr/>
      <dgm:t>
        <a:bodyPr/>
        <a:lstStyle/>
        <a:p>
          <a:r>
            <a:rPr kumimoji="1" lang="zh-CN" dirty="0"/>
            <a:t>已发货订单</a:t>
          </a:r>
          <a:endParaRPr lang="zh-CN" dirty="0"/>
        </a:p>
      </dgm:t>
    </dgm:pt>
    <dgm:pt modelId="{CC14BCBB-E288-5E40-8DD1-2BAA7431A81C}" type="sibTrans" cxnId="{E0B5B3EC-BC14-0545-87EB-1915CF3560E9}">
      <dgm:prSet/>
      <dgm:spPr/>
      <dgm:t>
        <a:bodyPr/>
        <a:lstStyle/>
        <a:p>
          <a:endParaRPr lang="zh-CN" altLang="en-US"/>
        </a:p>
      </dgm:t>
    </dgm:pt>
    <dgm:pt modelId="{B9CB2D86-F9E4-4F4F-8E53-9493172D4637}" type="parTrans" cxnId="{E0B5B3EC-BC14-0545-87EB-1915CF3560E9}">
      <dgm:prSet/>
      <dgm:spPr/>
      <dgm:t>
        <a:bodyPr/>
        <a:lstStyle/>
        <a:p>
          <a:endParaRPr lang="zh-CN" altLang="en-US"/>
        </a:p>
      </dgm:t>
    </dgm:pt>
    <dgm:pt modelId="{2D75B640-93ED-7048-9444-A466CB86EDFB}" type="pres">
      <dgm:prSet presAssocID="{9B7F44F2-8C2F-1F44-A16F-E1985ED83A5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965B77D-9E66-A44E-861A-383C6BC8A89E}" type="pres">
      <dgm:prSet presAssocID="{CC7C2B1D-4EF6-1749-B166-5634B400BD37}" presName="hierRoot1" presStyleCnt="0">
        <dgm:presLayoutVars>
          <dgm:hierBranch val="init"/>
        </dgm:presLayoutVars>
      </dgm:prSet>
      <dgm:spPr/>
    </dgm:pt>
    <dgm:pt modelId="{98077673-BD00-C94F-B513-BEB9C676DBC5}" type="pres">
      <dgm:prSet presAssocID="{CC7C2B1D-4EF6-1749-B166-5634B400BD37}" presName="rootComposite1" presStyleCnt="0"/>
      <dgm:spPr/>
    </dgm:pt>
    <dgm:pt modelId="{6A023FA6-A00F-E349-AA62-BED1FADAF498}" type="pres">
      <dgm:prSet presAssocID="{CC7C2B1D-4EF6-1749-B166-5634B400BD37}" presName="rootText1" presStyleLbl="node0" presStyleIdx="0" presStyleCnt="1">
        <dgm:presLayoutVars>
          <dgm:chPref val="3"/>
        </dgm:presLayoutVars>
      </dgm:prSet>
      <dgm:spPr/>
    </dgm:pt>
    <dgm:pt modelId="{71350900-44D8-5841-9CB1-E0596D62A468}" type="pres">
      <dgm:prSet presAssocID="{CC7C2B1D-4EF6-1749-B166-5634B400BD37}" presName="rootConnector1" presStyleLbl="node1" presStyleIdx="0" presStyleCnt="0"/>
      <dgm:spPr/>
    </dgm:pt>
    <dgm:pt modelId="{58605AEC-CCED-8843-94F0-2A1664DDFD81}" type="pres">
      <dgm:prSet presAssocID="{CC7C2B1D-4EF6-1749-B166-5634B400BD37}" presName="hierChild2" presStyleCnt="0"/>
      <dgm:spPr/>
    </dgm:pt>
    <dgm:pt modelId="{DA8130B7-5B71-E142-B294-97EF493CB569}" type="pres">
      <dgm:prSet presAssocID="{56607BD8-A0D0-3A45-88E5-C395746D6CD6}" presName="Name37" presStyleLbl="parChTrans1D2" presStyleIdx="0" presStyleCnt="5"/>
      <dgm:spPr/>
    </dgm:pt>
    <dgm:pt modelId="{5C75F000-3CAF-E349-AEFF-850ACDC0B1BB}" type="pres">
      <dgm:prSet presAssocID="{4A66BF4A-8EBD-CB4B-B60D-8DDABCEF42F8}" presName="hierRoot2" presStyleCnt="0">
        <dgm:presLayoutVars>
          <dgm:hierBranch val="init"/>
        </dgm:presLayoutVars>
      </dgm:prSet>
      <dgm:spPr/>
    </dgm:pt>
    <dgm:pt modelId="{7EA7CE73-43EB-7B41-9157-F571DB5CAC0C}" type="pres">
      <dgm:prSet presAssocID="{4A66BF4A-8EBD-CB4B-B60D-8DDABCEF42F8}" presName="rootComposite" presStyleCnt="0"/>
      <dgm:spPr/>
    </dgm:pt>
    <dgm:pt modelId="{58314148-B87B-1D49-86C7-471D27C02DB6}" type="pres">
      <dgm:prSet presAssocID="{4A66BF4A-8EBD-CB4B-B60D-8DDABCEF42F8}" presName="rootText" presStyleLbl="node2" presStyleIdx="0" presStyleCnt="5">
        <dgm:presLayoutVars>
          <dgm:chPref val="3"/>
        </dgm:presLayoutVars>
      </dgm:prSet>
      <dgm:spPr/>
    </dgm:pt>
    <dgm:pt modelId="{C3C39948-69D4-9E47-8E99-BDE1EF405CDD}" type="pres">
      <dgm:prSet presAssocID="{4A66BF4A-8EBD-CB4B-B60D-8DDABCEF42F8}" presName="rootConnector" presStyleLbl="node2" presStyleIdx="0" presStyleCnt="5"/>
      <dgm:spPr/>
    </dgm:pt>
    <dgm:pt modelId="{43A74BA1-6526-D14E-9A4B-57C3E0A498A7}" type="pres">
      <dgm:prSet presAssocID="{4A66BF4A-8EBD-CB4B-B60D-8DDABCEF42F8}" presName="hierChild4" presStyleCnt="0"/>
      <dgm:spPr/>
    </dgm:pt>
    <dgm:pt modelId="{31F21A5C-D787-CC46-BE11-65EBCF4EA6FD}" type="pres">
      <dgm:prSet presAssocID="{92527603-1410-9D43-AC14-8921ADDD84A7}" presName="Name37" presStyleLbl="parChTrans1D3" presStyleIdx="0" presStyleCnt="23"/>
      <dgm:spPr/>
    </dgm:pt>
    <dgm:pt modelId="{694EC0EC-3FCD-214D-9D9E-3331050BA818}" type="pres">
      <dgm:prSet presAssocID="{834585C1-0F13-804D-82A6-7E93D169DD59}" presName="hierRoot2" presStyleCnt="0">
        <dgm:presLayoutVars>
          <dgm:hierBranch val="init"/>
        </dgm:presLayoutVars>
      </dgm:prSet>
      <dgm:spPr/>
    </dgm:pt>
    <dgm:pt modelId="{CC6E004B-7338-2643-8E5E-53A00D1C6793}" type="pres">
      <dgm:prSet presAssocID="{834585C1-0F13-804D-82A6-7E93D169DD59}" presName="rootComposite" presStyleCnt="0"/>
      <dgm:spPr/>
    </dgm:pt>
    <dgm:pt modelId="{19ACC391-C487-054C-A845-48F02326E72C}" type="pres">
      <dgm:prSet presAssocID="{834585C1-0F13-804D-82A6-7E93D169DD59}" presName="rootText" presStyleLbl="node3" presStyleIdx="0" presStyleCnt="23">
        <dgm:presLayoutVars>
          <dgm:chPref val="3"/>
        </dgm:presLayoutVars>
      </dgm:prSet>
      <dgm:spPr/>
    </dgm:pt>
    <dgm:pt modelId="{4DA2ADFB-E5E5-5B45-BB6A-B448ED09BD11}" type="pres">
      <dgm:prSet presAssocID="{834585C1-0F13-804D-82A6-7E93D169DD59}" presName="rootConnector" presStyleLbl="node3" presStyleIdx="0" presStyleCnt="23"/>
      <dgm:spPr/>
    </dgm:pt>
    <dgm:pt modelId="{ACB8EC85-0B47-6841-AD6B-F2B3860C9630}" type="pres">
      <dgm:prSet presAssocID="{834585C1-0F13-804D-82A6-7E93D169DD59}" presName="hierChild4" presStyleCnt="0"/>
      <dgm:spPr/>
    </dgm:pt>
    <dgm:pt modelId="{7DB347C5-C26E-6B49-BC48-1E5012965EFB}" type="pres">
      <dgm:prSet presAssocID="{834585C1-0F13-804D-82A6-7E93D169DD59}" presName="hierChild5" presStyleCnt="0"/>
      <dgm:spPr/>
    </dgm:pt>
    <dgm:pt modelId="{DA56C967-C92A-C343-BEC9-4AAF3AD0F11C}" type="pres">
      <dgm:prSet presAssocID="{B7694D2F-1D66-654E-A3D1-5D4E98E49936}" presName="Name37" presStyleLbl="parChTrans1D3" presStyleIdx="1" presStyleCnt="23"/>
      <dgm:spPr/>
    </dgm:pt>
    <dgm:pt modelId="{6F649ABA-5C4C-BB42-BE61-E58A270996A9}" type="pres">
      <dgm:prSet presAssocID="{357FAA22-9B0F-034F-B258-8DA367C3577E}" presName="hierRoot2" presStyleCnt="0">
        <dgm:presLayoutVars>
          <dgm:hierBranch val="init"/>
        </dgm:presLayoutVars>
      </dgm:prSet>
      <dgm:spPr/>
    </dgm:pt>
    <dgm:pt modelId="{2E1B1939-340F-9646-BAD0-A0E22F3F724B}" type="pres">
      <dgm:prSet presAssocID="{357FAA22-9B0F-034F-B258-8DA367C3577E}" presName="rootComposite" presStyleCnt="0"/>
      <dgm:spPr/>
    </dgm:pt>
    <dgm:pt modelId="{FF7BAB88-1376-A64A-8B7B-A83C9004170A}" type="pres">
      <dgm:prSet presAssocID="{357FAA22-9B0F-034F-B258-8DA367C3577E}" presName="rootText" presStyleLbl="node3" presStyleIdx="1" presStyleCnt="23">
        <dgm:presLayoutVars>
          <dgm:chPref val="3"/>
        </dgm:presLayoutVars>
      </dgm:prSet>
      <dgm:spPr/>
    </dgm:pt>
    <dgm:pt modelId="{D76256C3-8281-7A47-B8A2-373D6989D719}" type="pres">
      <dgm:prSet presAssocID="{357FAA22-9B0F-034F-B258-8DA367C3577E}" presName="rootConnector" presStyleLbl="node3" presStyleIdx="1" presStyleCnt="23"/>
      <dgm:spPr/>
    </dgm:pt>
    <dgm:pt modelId="{145678FC-22CD-1040-84BB-BBD07C005330}" type="pres">
      <dgm:prSet presAssocID="{357FAA22-9B0F-034F-B258-8DA367C3577E}" presName="hierChild4" presStyleCnt="0"/>
      <dgm:spPr/>
    </dgm:pt>
    <dgm:pt modelId="{7AC7E761-AE2C-4843-A722-8F10A307DD63}" type="pres">
      <dgm:prSet presAssocID="{357FAA22-9B0F-034F-B258-8DA367C3577E}" presName="hierChild5" presStyleCnt="0"/>
      <dgm:spPr/>
    </dgm:pt>
    <dgm:pt modelId="{E5B96F1B-879E-5A42-AB62-A181FE088EC8}" type="pres">
      <dgm:prSet presAssocID="{4A66BF4A-8EBD-CB4B-B60D-8DDABCEF42F8}" presName="hierChild5" presStyleCnt="0"/>
      <dgm:spPr/>
    </dgm:pt>
    <dgm:pt modelId="{664454AD-FA0D-784C-A5FA-4DC741447DFE}" type="pres">
      <dgm:prSet presAssocID="{04E77B71-6F46-7F43-AEBF-60D4D1D949C7}" presName="Name37" presStyleLbl="parChTrans1D2" presStyleIdx="1" presStyleCnt="5"/>
      <dgm:spPr/>
    </dgm:pt>
    <dgm:pt modelId="{789E19FE-8B73-2440-BAA9-D6C0D892CE60}" type="pres">
      <dgm:prSet presAssocID="{F25E666B-75AF-DA4F-80EA-FCC208FFD097}" presName="hierRoot2" presStyleCnt="0">
        <dgm:presLayoutVars>
          <dgm:hierBranch val="init"/>
        </dgm:presLayoutVars>
      </dgm:prSet>
      <dgm:spPr/>
    </dgm:pt>
    <dgm:pt modelId="{88506077-66F4-8F47-A7C6-2DB6C2615C0D}" type="pres">
      <dgm:prSet presAssocID="{F25E666B-75AF-DA4F-80EA-FCC208FFD097}" presName="rootComposite" presStyleCnt="0"/>
      <dgm:spPr/>
    </dgm:pt>
    <dgm:pt modelId="{927AE784-425D-724D-B07B-974403A2295B}" type="pres">
      <dgm:prSet presAssocID="{F25E666B-75AF-DA4F-80EA-FCC208FFD097}" presName="rootText" presStyleLbl="node2" presStyleIdx="1" presStyleCnt="5">
        <dgm:presLayoutVars>
          <dgm:chPref val="3"/>
        </dgm:presLayoutVars>
      </dgm:prSet>
      <dgm:spPr/>
    </dgm:pt>
    <dgm:pt modelId="{626CABF9-B65F-AF43-BAEC-B10E2B1F088B}" type="pres">
      <dgm:prSet presAssocID="{F25E666B-75AF-DA4F-80EA-FCC208FFD097}" presName="rootConnector" presStyleLbl="node2" presStyleIdx="1" presStyleCnt="5"/>
      <dgm:spPr/>
    </dgm:pt>
    <dgm:pt modelId="{EC726612-435B-F444-9298-9B9BAAD4C131}" type="pres">
      <dgm:prSet presAssocID="{F25E666B-75AF-DA4F-80EA-FCC208FFD097}" presName="hierChild4" presStyleCnt="0"/>
      <dgm:spPr/>
    </dgm:pt>
    <dgm:pt modelId="{604EB344-90B9-714C-8A60-2E4001D3F168}" type="pres">
      <dgm:prSet presAssocID="{F25E666B-75AF-DA4F-80EA-FCC208FFD097}" presName="hierChild5" presStyleCnt="0"/>
      <dgm:spPr/>
    </dgm:pt>
    <dgm:pt modelId="{BF0593D9-7061-B94E-A738-300BB2D45805}" type="pres">
      <dgm:prSet presAssocID="{30D6B7A9-0101-ED43-BB31-AEECD772A811}" presName="Name37" presStyleLbl="parChTrans1D2" presStyleIdx="2" presStyleCnt="5"/>
      <dgm:spPr/>
    </dgm:pt>
    <dgm:pt modelId="{7EC57C8E-96E2-0B4E-8C89-583903094029}" type="pres">
      <dgm:prSet presAssocID="{6B775961-58EA-3146-A52E-DD681D5158CF}" presName="hierRoot2" presStyleCnt="0">
        <dgm:presLayoutVars>
          <dgm:hierBranch val="init"/>
        </dgm:presLayoutVars>
      </dgm:prSet>
      <dgm:spPr/>
    </dgm:pt>
    <dgm:pt modelId="{1A52F6B5-3511-DD4D-83B1-67203007058E}" type="pres">
      <dgm:prSet presAssocID="{6B775961-58EA-3146-A52E-DD681D5158CF}" presName="rootComposite" presStyleCnt="0"/>
      <dgm:spPr/>
    </dgm:pt>
    <dgm:pt modelId="{31E362FC-C597-7041-B468-C8CD2BA68D6E}" type="pres">
      <dgm:prSet presAssocID="{6B775961-58EA-3146-A52E-DD681D5158CF}" presName="rootText" presStyleLbl="node2" presStyleIdx="2" presStyleCnt="5">
        <dgm:presLayoutVars>
          <dgm:chPref val="3"/>
        </dgm:presLayoutVars>
      </dgm:prSet>
      <dgm:spPr/>
    </dgm:pt>
    <dgm:pt modelId="{963EA3A8-5743-F842-BD02-1B9AD306E3E4}" type="pres">
      <dgm:prSet presAssocID="{6B775961-58EA-3146-A52E-DD681D5158CF}" presName="rootConnector" presStyleLbl="node2" presStyleIdx="2" presStyleCnt="5"/>
      <dgm:spPr/>
    </dgm:pt>
    <dgm:pt modelId="{B4C9EA18-C655-2F4A-B79B-24F94F4E3C55}" type="pres">
      <dgm:prSet presAssocID="{6B775961-58EA-3146-A52E-DD681D5158CF}" presName="hierChild4" presStyleCnt="0"/>
      <dgm:spPr/>
    </dgm:pt>
    <dgm:pt modelId="{45BE5A80-2777-0C45-B2A4-35FCB1ED5F36}" type="pres">
      <dgm:prSet presAssocID="{20C87A66-188D-7449-9ABE-C882B0549B62}" presName="Name37" presStyleLbl="parChTrans1D3" presStyleIdx="2" presStyleCnt="23"/>
      <dgm:spPr/>
    </dgm:pt>
    <dgm:pt modelId="{F1D8B1B8-B3C0-E74A-9842-E451FE80A5FD}" type="pres">
      <dgm:prSet presAssocID="{7A4C14AA-BFDA-9C4C-9C7C-74624E4D3671}" presName="hierRoot2" presStyleCnt="0">
        <dgm:presLayoutVars>
          <dgm:hierBranch val="init"/>
        </dgm:presLayoutVars>
      </dgm:prSet>
      <dgm:spPr/>
    </dgm:pt>
    <dgm:pt modelId="{4E1BA90E-6B6A-E546-901D-650CB670D4B6}" type="pres">
      <dgm:prSet presAssocID="{7A4C14AA-BFDA-9C4C-9C7C-74624E4D3671}" presName="rootComposite" presStyleCnt="0"/>
      <dgm:spPr/>
    </dgm:pt>
    <dgm:pt modelId="{5455C744-EAEC-E648-AFF0-B3853FB72636}" type="pres">
      <dgm:prSet presAssocID="{7A4C14AA-BFDA-9C4C-9C7C-74624E4D3671}" presName="rootText" presStyleLbl="node3" presStyleIdx="2" presStyleCnt="23">
        <dgm:presLayoutVars>
          <dgm:chPref val="3"/>
        </dgm:presLayoutVars>
      </dgm:prSet>
      <dgm:spPr/>
    </dgm:pt>
    <dgm:pt modelId="{E849F31D-3D72-194B-83BB-928FF8DC7734}" type="pres">
      <dgm:prSet presAssocID="{7A4C14AA-BFDA-9C4C-9C7C-74624E4D3671}" presName="rootConnector" presStyleLbl="node3" presStyleIdx="2" presStyleCnt="23"/>
      <dgm:spPr/>
    </dgm:pt>
    <dgm:pt modelId="{694BFDAB-039C-E54E-970D-93EEDAAF0270}" type="pres">
      <dgm:prSet presAssocID="{7A4C14AA-BFDA-9C4C-9C7C-74624E4D3671}" presName="hierChild4" presStyleCnt="0"/>
      <dgm:spPr/>
    </dgm:pt>
    <dgm:pt modelId="{BABC72D4-E7AC-B64E-8441-075883D246E1}" type="pres">
      <dgm:prSet presAssocID="{7A4C14AA-BFDA-9C4C-9C7C-74624E4D3671}" presName="hierChild5" presStyleCnt="0"/>
      <dgm:spPr/>
    </dgm:pt>
    <dgm:pt modelId="{A7A91405-83D4-DE4D-958A-3FCB73815E38}" type="pres">
      <dgm:prSet presAssocID="{A9A7AA2B-09F7-CC4A-AD8D-9656BEAF19FD}" presName="Name37" presStyleLbl="parChTrans1D3" presStyleIdx="3" presStyleCnt="23"/>
      <dgm:spPr/>
    </dgm:pt>
    <dgm:pt modelId="{923BBB3A-EC7F-9345-9A61-285FCF478815}" type="pres">
      <dgm:prSet presAssocID="{07ABAF5B-B54E-4143-8430-187FB741847C}" presName="hierRoot2" presStyleCnt="0">
        <dgm:presLayoutVars>
          <dgm:hierBranch val="init"/>
        </dgm:presLayoutVars>
      </dgm:prSet>
      <dgm:spPr/>
    </dgm:pt>
    <dgm:pt modelId="{E8E5E84B-288A-C249-9AA5-21E174950FA0}" type="pres">
      <dgm:prSet presAssocID="{07ABAF5B-B54E-4143-8430-187FB741847C}" presName="rootComposite" presStyleCnt="0"/>
      <dgm:spPr/>
    </dgm:pt>
    <dgm:pt modelId="{5A605779-192F-0347-8BE3-5528A55A19BC}" type="pres">
      <dgm:prSet presAssocID="{07ABAF5B-B54E-4143-8430-187FB741847C}" presName="rootText" presStyleLbl="node3" presStyleIdx="3" presStyleCnt="23">
        <dgm:presLayoutVars>
          <dgm:chPref val="3"/>
        </dgm:presLayoutVars>
      </dgm:prSet>
      <dgm:spPr/>
    </dgm:pt>
    <dgm:pt modelId="{DEDBC824-24B2-024B-B8F6-DE920E0F2C8E}" type="pres">
      <dgm:prSet presAssocID="{07ABAF5B-B54E-4143-8430-187FB741847C}" presName="rootConnector" presStyleLbl="node3" presStyleIdx="3" presStyleCnt="23"/>
      <dgm:spPr/>
    </dgm:pt>
    <dgm:pt modelId="{7BDA30F3-1C78-A947-BCE9-7B8ACA0DE014}" type="pres">
      <dgm:prSet presAssocID="{07ABAF5B-B54E-4143-8430-187FB741847C}" presName="hierChild4" presStyleCnt="0"/>
      <dgm:spPr/>
    </dgm:pt>
    <dgm:pt modelId="{D1632B53-DB3B-BA43-AE52-1735C7A54EA1}" type="pres">
      <dgm:prSet presAssocID="{07ABAF5B-B54E-4143-8430-187FB741847C}" presName="hierChild5" presStyleCnt="0"/>
      <dgm:spPr/>
    </dgm:pt>
    <dgm:pt modelId="{B73E3A80-6A2B-CD4E-8F89-CA0C5BBDE363}" type="pres">
      <dgm:prSet presAssocID="{6B775961-58EA-3146-A52E-DD681D5158CF}" presName="hierChild5" presStyleCnt="0"/>
      <dgm:spPr/>
    </dgm:pt>
    <dgm:pt modelId="{9FD08F50-128A-4A4C-82B3-967427418D1B}" type="pres">
      <dgm:prSet presAssocID="{49EB29CA-90AF-D348-BC36-A16565346129}" presName="Name37" presStyleLbl="parChTrans1D2" presStyleIdx="3" presStyleCnt="5"/>
      <dgm:spPr/>
    </dgm:pt>
    <dgm:pt modelId="{CC42CCA7-9B27-F84B-AFA4-47BD0244F3EB}" type="pres">
      <dgm:prSet presAssocID="{E6AA422B-C7A2-2F40-B810-B9EB77DCF5A0}" presName="hierRoot2" presStyleCnt="0">
        <dgm:presLayoutVars>
          <dgm:hierBranch val="init"/>
        </dgm:presLayoutVars>
      </dgm:prSet>
      <dgm:spPr/>
    </dgm:pt>
    <dgm:pt modelId="{EBC73A7A-412E-8B49-932A-50A2FFF44179}" type="pres">
      <dgm:prSet presAssocID="{E6AA422B-C7A2-2F40-B810-B9EB77DCF5A0}" presName="rootComposite" presStyleCnt="0"/>
      <dgm:spPr/>
    </dgm:pt>
    <dgm:pt modelId="{062D9E6E-435A-F34C-9479-A0EA404D07BD}" type="pres">
      <dgm:prSet presAssocID="{E6AA422B-C7A2-2F40-B810-B9EB77DCF5A0}" presName="rootText" presStyleLbl="node2" presStyleIdx="3" presStyleCnt="5">
        <dgm:presLayoutVars>
          <dgm:chPref val="3"/>
        </dgm:presLayoutVars>
      </dgm:prSet>
      <dgm:spPr/>
    </dgm:pt>
    <dgm:pt modelId="{8B59C7D0-A6AE-5D4E-98AA-70C2D8ED99EB}" type="pres">
      <dgm:prSet presAssocID="{E6AA422B-C7A2-2F40-B810-B9EB77DCF5A0}" presName="rootConnector" presStyleLbl="node2" presStyleIdx="3" presStyleCnt="5"/>
      <dgm:spPr/>
    </dgm:pt>
    <dgm:pt modelId="{0387B222-7639-6F43-9771-05DCF0090FF7}" type="pres">
      <dgm:prSet presAssocID="{E6AA422B-C7A2-2F40-B810-B9EB77DCF5A0}" presName="hierChild4" presStyleCnt="0"/>
      <dgm:spPr/>
    </dgm:pt>
    <dgm:pt modelId="{70A4BACE-26B2-C14E-AD5A-29A344EACC27}" type="pres">
      <dgm:prSet presAssocID="{DAC1AD81-2C3B-BD4D-BEB1-AA3E2D33F9CF}" presName="Name37" presStyleLbl="parChTrans1D3" presStyleIdx="4" presStyleCnt="23"/>
      <dgm:spPr/>
    </dgm:pt>
    <dgm:pt modelId="{E7500AEF-F19D-E540-A698-84983D97A8AD}" type="pres">
      <dgm:prSet presAssocID="{0C07BDCC-97E2-5B44-9D21-8554B8EBE9B4}" presName="hierRoot2" presStyleCnt="0">
        <dgm:presLayoutVars>
          <dgm:hierBranch val="init"/>
        </dgm:presLayoutVars>
      </dgm:prSet>
      <dgm:spPr/>
    </dgm:pt>
    <dgm:pt modelId="{107F9166-2613-2947-B394-44A91E824B93}" type="pres">
      <dgm:prSet presAssocID="{0C07BDCC-97E2-5B44-9D21-8554B8EBE9B4}" presName="rootComposite" presStyleCnt="0"/>
      <dgm:spPr/>
    </dgm:pt>
    <dgm:pt modelId="{F9A99F5A-F1BC-5A45-8D39-7957BD267159}" type="pres">
      <dgm:prSet presAssocID="{0C07BDCC-97E2-5B44-9D21-8554B8EBE9B4}" presName="rootText" presStyleLbl="node3" presStyleIdx="4" presStyleCnt="23">
        <dgm:presLayoutVars>
          <dgm:chPref val="3"/>
        </dgm:presLayoutVars>
      </dgm:prSet>
      <dgm:spPr/>
    </dgm:pt>
    <dgm:pt modelId="{4922A2AB-E600-0240-944A-5D391C6E748E}" type="pres">
      <dgm:prSet presAssocID="{0C07BDCC-97E2-5B44-9D21-8554B8EBE9B4}" presName="rootConnector" presStyleLbl="node3" presStyleIdx="4" presStyleCnt="23"/>
      <dgm:spPr/>
    </dgm:pt>
    <dgm:pt modelId="{3E09319A-1107-CB44-9E4F-0FC3A58D3265}" type="pres">
      <dgm:prSet presAssocID="{0C07BDCC-97E2-5B44-9D21-8554B8EBE9B4}" presName="hierChild4" presStyleCnt="0"/>
      <dgm:spPr/>
    </dgm:pt>
    <dgm:pt modelId="{D86E3812-C016-2E47-A7F4-417748B7ED9A}" type="pres">
      <dgm:prSet presAssocID="{0C07BDCC-97E2-5B44-9D21-8554B8EBE9B4}" presName="hierChild5" presStyleCnt="0"/>
      <dgm:spPr/>
    </dgm:pt>
    <dgm:pt modelId="{4B9BF864-7F40-E045-A793-1975F1006CE2}" type="pres">
      <dgm:prSet presAssocID="{67BB5A73-0941-DC4E-9282-7B08A15C7319}" presName="Name37" presStyleLbl="parChTrans1D3" presStyleIdx="5" presStyleCnt="23"/>
      <dgm:spPr/>
    </dgm:pt>
    <dgm:pt modelId="{A6793D1F-8B86-7D4B-8579-30971E0C8D91}" type="pres">
      <dgm:prSet presAssocID="{1EA456AB-5D9C-7142-BA5B-FBA78D43F341}" presName="hierRoot2" presStyleCnt="0">
        <dgm:presLayoutVars>
          <dgm:hierBranch val="init"/>
        </dgm:presLayoutVars>
      </dgm:prSet>
      <dgm:spPr/>
    </dgm:pt>
    <dgm:pt modelId="{3C85F911-6178-9D47-B07E-4ABFAB88ECBF}" type="pres">
      <dgm:prSet presAssocID="{1EA456AB-5D9C-7142-BA5B-FBA78D43F341}" presName="rootComposite" presStyleCnt="0"/>
      <dgm:spPr/>
    </dgm:pt>
    <dgm:pt modelId="{0BFFAFD2-C3EB-AD49-B9F4-A1676FEC3F82}" type="pres">
      <dgm:prSet presAssocID="{1EA456AB-5D9C-7142-BA5B-FBA78D43F341}" presName="rootText" presStyleLbl="node3" presStyleIdx="5" presStyleCnt="23">
        <dgm:presLayoutVars>
          <dgm:chPref val="3"/>
        </dgm:presLayoutVars>
      </dgm:prSet>
      <dgm:spPr/>
    </dgm:pt>
    <dgm:pt modelId="{11D4EF32-4EFD-A94D-A9D6-EEEB871D099D}" type="pres">
      <dgm:prSet presAssocID="{1EA456AB-5D9C-7142-BA5B-FBA78D43F341}" presName="rootConnector" presStyleLbl="node3" presStyleIdx="5" presStyleCnt="23"/>
      <dgm:spPr/>
    </dgm:pt>
    <dgm:pt modelId="{009718B5-B01F-9C41-8C9A-B1B0F003FF1A}" type="pres">
      <dgm:prSet presAssocID="{1EA456AB-5D9C-7142-BA5B-FBA78D43F341}" presName="hierChild4" presStyleCnt="0"/>
      <dgm:spPr/>
    </dgm:pt>
    <dgm:pt modelId="{B0820A34-5FBB-9D44-BCC8-FDB8F653405D}" type="pres">
      <dgm:prSet presAssocID="{1EA456AB-5D9C-7142-BA5B-FBA78D43F341}" presName="hierChild5" presStyleCnt="0"/>
      <dgm:spPr/>
    </dgm:pt>
    <dgm:pt modelId="{F92D2E67-D706-7C4B-A824-E50CE83585BC}" type="pres">
      <dgm:prSet presAssocID="{A92A1CE2-4084-EB40-A1B3-9E661E44F558}" presName="Name37" presStyleLbl="parChTrans1D3" presStyleIdx="6" presStyleCnt="23"/>
      <dgm:spPr/>
    </dgm:pt>
    <dgm:pt modelId="{47459FDF-B238-1647-8C4D-F8C3A6D0CC45}" type="pres">
      <dgm:prSet presAssocID="{072B9410-8065-554C-815B-90069AED33A0}" presName="hierRoot2" presStyleCnt="0">
        <dgm:presLayoutVars>
          <dgm:hierBranch val="init"/>
        </dgm:presLayoutVars>
      </dgm:prSet>
      <dgm:spPr/>
    </dgm:pt>
    <dgm:pt modelId="{9B1FEB49-1073-B243-A3DD-F8023AF5D263}" type="pres">
      <dgm:prSet presAssocID="{072B9410-8065-554C-815B-90069AED33A0}" presName="rootComposite" presStyleCnt="0"/>
      <dgm:spPr/>
    </dgm:pt>
    <dgm:pt modelId="{6D75D82B-7B61-BF42-9E2C-BA9D353AB006}" type="pres">
      <dgm:prSet presAssocID="{072B9410-8065-554C-815B-90069AED33A0}" presName="rootText" presStyleLbl="node3" presStyleIdx="6" presStyleCnt="23">
        <dgm:presLayoutVars>
          <dgm:chPref val="3"/>
        </dgm:presLayoutVars>
      </dgm:prSet>
      <dgm:spPr/>
    </dgm:pt>
    <dgm:pt modelId="{F596620D-7213-D447-9CBF-12ED6A2C2B46}" type="pres">
      <dgm:prSet presAssocID="{072B9410-8065-554C-815B-90069AED33A0}" presName="rootConnector" presStyleLbl="node3" presStyleIdx="6" presStyleCnt="23"/>
      <dgm:spPr/>
    </dgm:pt>
    <dgm:pt modelId="{408C3F39-0FD9-F146-AC4F-B5724B220006}" type="pres">
      <dgm:prSet presAssocID="{072B9410-8065-554C-815B-90069AED33A0}" presName="hierChild4" presStyleCnt="0"/>
      <dgm:spPr/>
    </dgm:pt>
    <dgm:pt modelId="{9F4B40E1-F3A0-8C44-9B32-AF176956DFBC}" type="pres">
      <dgm:prSet presAssocID="{072B9410-8065-554C-815B-90069AED33A0}" presName="hierChild5" presStyleCnt="0"/>
      <dgm:spPr/>
    </dgm:pt>
    <dgm:pt modelId="{AF6488BD-8067-A348-8072-4F7EF21C88B4}" type="pres">
      <dgm:prSet presAssocID="{7C73357A-A69F-0341-AB97-5EF4B930FCD9}" presName="Name37" presStyleLbl="parChTrans1D3" presStyleIdx="7" presStyleCnt="23"/>
      <dgm:spPr/>
    </dgm:pt>
    <dgm:pt modelId="{EB8EC6B7-AFB1-064D-B79D-203C77774605}" type="pres">
      <dgm:prSet presAssocID="{BAFE17CF-E63B-8D43-BC7C-4C8AF7C62C85}" presName="hierRoot2" presStyleCnt="0">
        <dgm:presLayoutVars>
          <dgm:hierBranch val="init"/>
        </dgm:presLayoutVars>
      </dgm:prSet>
      <dgm:spPr/>
    </dgm:pt>
    <dgm:pt modelId="{C6B92A53-40EE-784B-9E71-F6530C653332}" type="pres">
      <dgm:prSet presAssocID="{BAFE17CF-E63B-8D43-BC7C-4C8AF7C62C85}" presName="rootComposite" presStyleCnt="0"/>
      <dgm:spPr/>
    </dgm:pt>
    <dgm:pt modelId="{4C64B03D-B9DD-5C4D-91F1-F2688A91E253}" type="pres">
      <dgm:prSet presAssocID="{BAFE17CF-E63B-8D43-BC7C-4C8AF7C62C85}" presName="rootText" presStyleLbl="node3" presStyleIdx="7" presStyleCnt="23">
        <dgm:presLayoutVars>
          <dgm:chPref val="3"/>
        </dgm:presLayoutVars>
      </dgm:prSet>
      <dgm:spPr/>
    </dgm:pt>
    <dgm:pt modelId="{31045582-48DF-6C46-9496-038A0AA44294}" type="pres">
      <dgm:prSet presAssocID="{BAFE17CF-E63B-8D43-BC7C-4C8AF7C62C85}" presName="rootConnector" presStyleLbl="node3" presStyleIdx="7" presStyleCnt="23"/>
      <dgm:spPr/>
    </dgm:pt>
    <dgm:pt modelId="{1D5B28CE-64FD-6F4A-B0F1-30878DA5D3BF}" type="pres">
      <dgm:prSet presAssocID="{BAFE17CF-E63B-8D43-BC7C-4C8AF7C62C85}" presName="hierChild4" presStyleCnt="0"/>
      <dgm:spPr/>
    </dgm:pt>
    <dgm:pt modelId="{66193F37-2C9F-1348-9B3F-84D9E3980556}" type="pres">
      <dgm:prSet presAssocID="{BAFE17CF-E63B-8D43-BC7C-4C8AF7C62C85}" presName="hierChild5" presStyleCnt="0"/>
      <dgm:spPr/>
    </dgm:pt>
    <dgm:pt modelId="{EE7A87C1-EC53-D84C-A87C-574201ADDD00}" type="pres">
      <dgm:prSet presAssocID="{809A1E25-A609-8F45-AD65-6CF74F90922B}" presName="Name37" presStyleLbl="parChTrans1D3" presStyleIdx="8" presStyleCnt="23"/>
      <dgm:spPr/>
    </dgm:pt>
    <dgm:pt modelId="{6F69A6DF-63BB-D544-8BDA-6DB9DC85B4BE}" type="pres">
      <dgm:prSet presAssocID="{64A42675-69FE-654A-868F-EAEBBC31081A}" presName="hierRoot2" presStyleCnt="0">
        <dgm:presLayoutVars>
          <dgm:hierBranch val="init"/>
        </dgm:presLayoutVars>
      </dgm:prSet>
      <dgm:spPr/>
    </dgm:pt>
    <dgm:pt modelId="{99E3D0FE-37A9-DF47-B874-ABC90EC3E680}" type="pres">
      <dgm:prSet presAssocID="{64A42675-69FE-654A-868F-EAEBBC31081A}" presName="rootComposite" presStyleCnt="0"/>
      <dgm:spPr/>
    </dgm:pt>
    <dgm:pt modelId="{AB343015-B6A2-A741-BA8C-962E770191E2}" type="pres">
      <dgm:prSet presAssocID="{64A42675-69FE-654A-868F-EAEBBC31081A}" presName="rootText" presStyleLbl="node3" presStyleIdx="8" presStyleCnt="23">
        <dgm:presLayoutVars>
          <dgm:chPref val="3"/>
        </dgm:presLayoutVars>
      </dgm:prSet>
      <dgm:spPr/>
    </dgm:pt>
    <dgm:pt modelId="{114E2F23-FF05-4047-B372-06322F311C7D}" type="pres">
      <dgm:prSet presAssocID="{64A42675-69FE-654A-868F-EAEBBC31081A}" presName="rootConnector" presStyleLbl="node3" presStyleIdx="8" presStyleCnt="23"/>
      <dgm:spPr/>
    </dgm:pt>
    <dgm:pt modelId="{9E0E342F-0B04-7D4E-B244-8732EAAF0A81}" type="pres">
      <dgm:prSet presAssocID="{64A42675-69FE-654A-868F-EAEBBC31081A}" presName="hierChild4" presStyleCnt="0"/>
      <dgm:spPr/>
    </dgm:pt>
    <dgm:pt modelId="{07C79248-F533-494C-9029-BD34E259C129}" type="pres">
      <dgm:prSet presAssocID="{64A42675-69FE-654A-868F-EAEBBC31081A}" presName="hierChild5" presStyleCnt="0"/>
      <dgm:spPr/>
    </dgm:pt>
    <dgm:pt modelId="{7DE8F8D6-3F65-3445-A8E2-99B9D1AD9D3C}" type="pres">
      <dgm:prSet presAssocID="{9404CBF7-334C-4D4F-912D-6FD2965A01B2}" presName="Name37" presStyleLbl="parChTrans1D3" presStyleIdx="9" presStyleCnt="23"/>
      <dgm:spPr/>
    </dgm:pt>
    <dgm:pt modelId="{81222293-2FB8-DD42-AA4C-E415948E6611}" type="pres">
      <dgm:prSet presAssocID="{0A7B942B-81AD-9448-BC99-70508F4AEE41}" presName="hierRoot2" presStyleCnt="0">
        <dgm:presLayoutVars>
          <dgm:hierBranch val="init"/>
        </dgm:presLayoutVars>
      </dgm:prSet>
      <dgm:spPr/>
    </dgm:pt>
    <dgm:pt modelId="{120CA432-D328-F64B-A8C7-DB6855D71338}" type="pres">
      <dgm:prSet presAssocID="{0A7B942B-81AD-9448-BC99-70508F4AEE41}" presName="rootComposite" presStyleCnt="0"/>
      <dgm:spPr/>
    </dgm:pt>
    <dgm:pt modelId="{7C4C7964-9A65-DA49-A4D1-669A4A78AA56}" type="pres">
      <dgm:prSet presAssocID="{0A7B942B-81AD-9448-BC99-70508F4AEE41}" presName="rootText" presStyleLbl="node3" presStyleIdx="9" presStyleCnt="23">
        <dgm:presLayoutVars>
          <dgm:chPref val="3"/>
        </dgm:presLayoutVars>
      </dgm:prSet>
      <dgm:spPr/>
    </dgm:pt>
    <dgm:pt modelId="{88FCC39C-68CB-934C-80EB-355D363C7731}" type="pres">
      <dgm:prSet presAssocID="{0A7B942B-81AD-9448-BC99-70508F4AEE41}" presName="rootConnector" presStyleLbl="node3" presStyleIdx="9" presStyleCnt="23"/>
      <dgm:spPr/>
    </dgm:pt>
    <dgm:pt modelId="{01C7D088-BFA8-D449-8E22-E46FB096968B}" type="pres">
      <dgm:prSet presAssocID="{0A7B942B-81AD-9448-BC99-70508F4AEE41}" presName="hierChild4" presStyleCnt="0"/>
      <dgm:spPr/>
    </dgm:pt>
    <dgm:pt modelId="{54D78CB8-BC78-1649-A39F-68B11CED32C6}" type="pres">
      <dgm:prSet presAssocID="{0A7B942B-81AD-9448-BC99-70508F4AEE41}" presName="hierChild5" presStyleCnt="0"/>
      <dgm:spPr/>
    </dgm:pt>
    <dgm:pt modelId="{A6356C46-36FB-2047-A143-4988E98F535E}" type="pres">
      <dgm:prSet presAssocID="{E2BC225F-A42D-454D-93B3-D2668FEDF188}" presName="Name37" presStyleLbl="parChTrans1D3" presStyleIdx="10" presStyleCnt="23"/>
      <dgm:spPr/>
    </dgm:pt>
    <dgm:pt modelId="{4D5B714D-6575-3945-A0BB-C3D80CD301A8}" type="pres">
      <dgm:prSet presAssocID="{4A5A33C7-78AB-0B4B-BA85-3D8575EBB6A3}" presName="hierRoot2" presStyleCnt="0">
        <dgm:presLayoutVars>
          <dgm:hierBranch val="init"/>
        </dgm:presLayoutVars>
      </dgm:prSet>
      <dgm:spPr/>
    </dgm:pt>
    <dgm:pt modelId="{77F469BE-5A41-4641-B2D0-C770CF263DAC}" type="pres">
      <dgm:prSet presAssocID="{4A5A33C7-78AB-0B4B-BA85-3D8575EBB6A3}" presName="rootComposite" presStyleCnt="0"/>
      <dgm:spPr/>
    </dgm:pt>
    <dgm:pt modelId="{4F5F12A9-19BE-B140-B86A-1CA8AEFA8777}" type="pres">
      <dgm:prSet presAssocID="{4A5A33C7-78AB-0B4B-BA85-3D8575EBB6A3}" presName="rootText" presStyleLbl="node3" presStyleIdx="10" presStyleCnt="23">
        <dgm:presLayoutVars>
          <dgm:chPref val="3"/>
        </dgm:presLayoutVars>
      </dgm:prSet>
      <dgm:spPr/>
    </dgm:pt>
    <dgm:pt modelId="{8759CBAA-1F98-C549-A317-D246B11B3609}" type="pres">
      <dgm:prSet presAssocID="{4A5A33C7-78AB-0B4B-BA85-3D8575EBB6A3}" presName="rootConnector" presStyleLbl="node3" presStyleIdx="10" presStyleCnt="23"/>
      <dgm:spPr/>
    </dgm:pt>
    <dgm:pt modelId="{E176082F-B2F9-6D4A-884A-3B2756CA5F1F}" type="pres">
      <dgm:prSet presAssocID="{4A5A33C7-78AB-0B4B-BA85-3D8575EBB6A3}" presName="hierChild4" presStyleCnt="0"/>
      <dgm:spPr/>
    </dgm:pt>
    <dgm:pt modelId="{FE9FFEDA-6EA3-7341-BEA0-E4D7BAD7324C}" type="pres">
      <dgm:prSet presAssocID="{4A5A33C7-78AB-0B4B-BA85-3D8575EBB6A3}" presName="hierChild5" presStyleCnt="0"/>
      <dgm:spPr/>
    </dgm:pt>
    <dgm:pt modelId="{941790DB-421B-864D-B19A-F6A5F30BCDB9}" type="pres">
      <dgm:prSet presAssocID="{33B96486-BC8D-EA4A-9146-60A20A93A3C0}" presName="Name37" presStyleLbl="parChTrans1D3" presStyleIdx="11" presStyleCnt="23"/>
      <dgm:spPr/>
    </dgm:pt>
    <dgm:pt modelId="{472F16A5-E8A2-2846-B7BA-DAD6E4E17FD4}" type="pres">
      <dgm:prSet presAssocID="{4949036C-1CFB-6F4C-940D-4FBB9E9B50B8}" presName="hierRoot2" presStyleCnt="0">
        <dgm:presLayoutVars>
          <dgm:hierBranch val="init"/>
        </dgm:presLayoutVars>
      </dgm:prSet>
      <dgm:spPr/>
    </dgm:pt>
    <dgm:pt modelId="{B510750E-6431-3945-B491-148067EE7EC7}" type="pres">
      <dgm:prSet presAssocID="{4949036C-1CFB-6F4C-940D-4FBB9E9B50B8}" presName="rootComposite" presStyleCnt="0"/>
      <dgm:spPr/>
    </dgm:pt>
    <dgm:pt modelId="{4A31B671-89B4-5F4D-96BE-B23F8FE1227E}" type="pres">
      <dgm:prSet presAssocID="{4949036C-1CFB-6F4C-940D-4FBB9E9B50B8}" presName="rootText" presStyleLbl="node3" presStyleIdx="11" presStyleCnt="23">
        <dgm:presLayoutVars>
          <dgm:chPref val="3"/>
        </dgm:presLayoutVars>
      </dgm:prSet>
      <dgm:spPr/>
    </dgm:pt>
    <dgm:pt modelId="{6D4815CA-1997-6640-8968-F6344D1E46EA}" type="pres">
      <dgm:prSet presAssocID="{4949036C-1CFB-6F4C-940D-4FBB9E9B50B8}" presName="rootConnector" presStyleLbl="node3" presStyleIdx="11" presStyleCnt="23"/>
      <dgm:spPr/>
    </dgm:pt>
    <dgm:pt modelId="{40108EF5-3BFA-9A4D-B77A-001022AC6CA6}" type="pres">
      <dgm:prSet presAssocID="{4949036C-1CFB-6F4C-940D-4FBB9E9B50B8}" presName="hierChild4" presStyleCnt="0"/>
      <dgm:spPr/>
    </dgm:pt>
    <dgm:pt modelId="{407639E8-BC04-BA48-9509-03F8633A7F18}" type="pres">
      <dgm:prSet presAssocID="{4949036C-1CFB-6F4C-940D-4FBB9E9B50B8}" presName="hierChild5" presStyleCnt="0"/>
      <dgm:spPr/>
    </dgm:pt>
    <dgm:pt modelId="{5EB636EC-E092-0A40-B79A-96480030F22E}" type="pres">
      <dgm:prSet presAssocID="{4B4C3FDF-3871-574B-9DBE-68D3868EDA29}" presName="Name37" presStyleLbl="parChTrans1D3" presStyleIdx="12" presStyleCnt="23"/>
      <dgm:spPr/>
    </dgm:pt>
    <dgm:pt modelId="{A9807E32-753A-6C44-A028-239F95FAF3C1}" type="pres">
      <dgm:prSet presAssocID="{01094BB3-1E01-8643-8CF5-CB34A5012DBD}" presName="hierRoot2" presStyleCnt="0">
        <dgm:presLayoutVars>
          <dgm:hierBranch val="init"/>
        </dgm:presLayoutVars>
      </dgm:prSet>
      <dgm:spPr/>
    </dgm:pt>
    <dgm:pt modelId="{F1366FB3-823E-8045-BE1B-3D598BC2227F}" type="pres">
      <dgm:prSet presAssocID="{01094BB3-1E01-8643-8CF5-CB34A5012DBD}" presName="rootComposite" presStyleCnt="0"/>
      <dgm:spPr/>
    </dgm:pt>
    <dgm:pt modelId="{166894AA-ABA0-AA4C-A09A-007B1E67832D}" type="pres">
      <dgm:prSet presAssocID="{01094BB3-1E01-8643-8CF5-CB34A5012DBD}" presName="rootText" presStyleLbl="node3" presStyleIdx="12" presStyleCnt="23">
        <dgm:presLayoutVars>
          <dgm:chPref val="3"/>
        </dgm:presLayoutVars>
      </dgm:prSet>
      <dgm:spPr/>
    </dgm:pt>
    <dgm:pt modelId="{E4A1D07D-1103-6C43-A6A1-DCCB16880AA9}" type="pres">
      <dgm:prSet presAssocID="{01094BB3-1E01-8643-8CF5-CB34A5012DBD}" presName="rootConnector" presStyleLbl="node3" presStyleIdx="12" presStyleCnt="23"/>
      <dgm:spPr/>
    </dgm:pt>
    <dgm:pt modelId="{7CA56132-DC4C-0F47-9203-B2BD5D5800E6}" type="pres">
      <dgm:prSet presAssocID="{01094BB3-1E01-8643-8CF5-CB34A5012DBD}" presName="hierChild4" presStyleCnt="0"/>
      <dgm:spPr/>
    </dgm:pt>
    <dgm:pt modelId="{1714E54E-91F4-F941-A964-72952CEDC859}" type="pres">
      <dgm:prSet presAssocID="{01094BB3-1E01-8643-8CF5-CB34A5012DBD}" presName="hierChild5" presStyleCnt="0"/>
      <dgm:spPr/>
    </dgm:pt>
    <dgm:pt modelId="{8478369A-B066-1F40-B7C5-8427D185C872}" type="pres">
      <dgm:prSet presAssocID="{57691B9E-25FC-DA4F-BAE6-F521F908C04F}" presName="Name37" presStyleLbl="parChTrans1D3" presStyleIdx="13" presStyleCnt="23"/>
      <dgm:spPr/>
    </dgm:pt>
    <dgm:pt modelId="{5332A1C0-9712-7B42-88CA-653298F5D4B1}" type="pres">
      <dgm:prSet presAssocID="{69BA9802-3DA5-1245-AC11-D26BB28FE43B}" presName="hierRoot2" presStyleCnt="0">
        <dgm:presLayoutVars>
          <dgm:hierBranch val="init"/>
        </dgm:presLayoutVars>
      </dgm:prSet>
      <dgm:spPr/>
    </dgm:pt>
    <dgm:pt modelId="{B891BF15-88FE-5943-A114-809B71C95212}" type="pres">
      <dgm:prSet presAssocID="{69BA9802-3DA5-1245-AC11-D26BB28FE43B}" presName="rootComposite" presStyleCnt="0"/>
      <dgm:spPr/>
    </dgm:pt>
    <dgm:pt modelId="{3D7856E1-1342-A441-A1C0-17C5B42E9314}" type="pres">
      <dgm:prSet presAssocID="{69BA9802-3DA5-1245-AC11-D26BB28FE43B}" presName="rootText" presStyleLbl="node3" presStyleIdx="13" presStyleCnt="23">
        <dgm:presLayoutVars>
          <dgm:chPref val="3"/>
        </dgm:presLayoutVars>
      </dgm:prSet>
      <dgm:spPr/>
    </dgm:pt>
    <dgm:pt modelId="{2FCF9534-BBE4-5B43-8538-4100F5966B97}" type="pres">
      <dgm:prSet presAssocID="{69BA9802-3DA5-1245-AC11-D26BB28FE43B}" presName="rootConnector" presStyleLbl="node3" presStyleIdx="13" presStyleCnt="23"/>
      <dgm:spPr/>
    </dgm:pt>
    <dgm:pt modelId="{C20DF369-ADF2-984F-9648-A65217121C4B}" type="pres">
      <dgm:prSet presAssocID="{69BA9802-3DA5-1245-AC11-D26BB28FE43B}" presName="hierChild4" presStyleCnt="0"/>
      <dgm:spPr/>
    </dgm:pt>
    <dgm:pt modelId="{DBD1D531-9BBA-F749-930A-4B58CE426198}" type="pres">
      <dgm:prSet presAssocID="{69BA9802-3DA5-1245-AC11-D26BB28FE43B}" presName="hierChild5" presStyleCnt="0"/>
      <dgm:spPr/>
    </dgm:pt>
    <dgm:pt modelId="{9F0963E8-8730-6E49-B437-62EF33F273C7}" type="pres">
      <dgm:prSet presAssocID="{18248749-3A34-BF4D-899A-DF16F05E39D4}" presName="Name37" presStyleLbl="parChTrans1D3" presStyleIdx="14" presStyleCnt="23"/>
      <dgm:spPr/>
    </dgm:pt>
    <dgm:pt modelId="{A3491C9D-6A37-BD49-BDEE-8D4C2DC5294F}" type="pres">
      <dgm:prSet presAssocID="{A1A7F52B-65D9-5140-A74D-A2E64E7E4BA6}" presName="hierRoot2" presStyleCnt="0">
        <dgm:presLayoutVars>
          <dgm:hierBranch val="init"/>
        </dgm:presLayoutVars>
      </dgm:prSet>
      <dgm:spPr/>
    </dgm:pt>
    <dgm:pt modelId="{E1FB403E-D403-6440-B9BB-C0201BCA5963}" type="pres">
      <dgm:prSet presAssocID="{A1A7F52B-65D9-5140-A74D-A2E64E7E4BA6}" presName="rootComposite" presStyleCnt="0"/>
      <dgm:spPr/>
    </dgm:pt>
    <dgm:pt modelId="{2E0AB072-E54D-F34F-A859-9DCA0EE389D9}" type="pres">
      <dgm:prSet presAssocID="{A1A7F52B-65D9-5140-A74D-A2E64E7E4BA6}" presName="rootText" presStyleLbl="node3" presStyleIdx="14" presStyleCnt="23">
        <dgm:presLayoutVars>
          <dgm:chPref val="3"/>
        </dgm:presLayoutVars>
      </dgm:prSet>
      <dgm:spPr/>
    </dgm:pt>
    <dgm:pt modelId="{B874623D-5F7E-A44A-B765-387C9568AAF9}" type="pres">
      <dgm:prSet presAssocID="{A1A7F52B-65D9-5140-A74D-A2E64E7E4BA6}" presName="rootConnector" presStyleLbl="node3" presStyleIdx="14" presStyleCnt="23"/>
      <dgm:spPr/>
    </dgm:pt>
    <dgm:pt modelId="{A6AF1BA2-FFCA-1D42-B6FA-96D2C0E46A1A}" type="pres">
      <dgm:prSet presAssocID="{A1A7F52B-65D9-5140-A74D-A2E64E7E4BA6}" presName="hierChild4" presStyleCnt="0"/>
      <dgm:spPr/>
    </dgm:pt>
    <dgm:pt modelId="{BB80762E-DA50-024F-9D8A-389C9CE14931}" type="pres">
      <dgm:prSet presAssocID="{A1A7F52B-65D9-5140-A74D-A2E64E7E4BA6}" presName="hierChild5" presStyleCnt="0"/>
      <dgm:spPr/>
    </dgm:pt>
    <dgm:pt modelId="{DDDBAD9F-C3C8-4E45-A3DB-AAAE8896F310}" type="pres">
      <dgm:prSet presAssocID="{F8C848E7-0506-7F40-9EFB-C1C0BBA5963B}" presName="Name37" presStyleLbl="parChTrans1D3" presStyleIdx="15" presStyleCnt="23"/>
      <dgm:spPr/>
    </dgm:pt>
    <dgm:pt modelId="{A2973062-ADDB-3149-A7E3-7D4299720CDA}" type="pres">
      <dgm:prSet presAssocID="{4C392C8A-15BE-974A-8B45-58DCCE4B6A26}" presName="hierRoot2" presStyleCnt="0">
        <dgm:presLayoutVars>
          <dgm:hierBranch val="init"/>
        </dgm:presLayoutVars>
      </dgm:prSet>
      <dgm:spPr/>
    </dgm:pt>
    <dgm:pt modelId="{FE7463E9-2409-AC4D-879D-E71511A8CA9D}" type="pres">
      <dgm:prSet presAssocID="{4C392C8A-15BE-974A-8B45-58DCCE4B6A26}" presName="rootComposite" presStyleCnt="0"/>
      <dgm:spPr/>
    </dgm:pt>
    <dgm:pt modelId="{9DF16C96-E819-B74A-B88A-ADA1FB15A9DD}" type="pres">
      <dgm:prSet presAssocID="{4C392C8A-15BE-974A-8B45-58DCCE4B6A26}" presName="rootText" presStyleLbl="node3" presStyleIdx="15" presStyleCnt="23">
        <dgm:presLayoutVars>
          <dgm:chPref val="3"/>
        </dgm:presLayoutVars>
      </dgm:prSet>
      <dgm:spPr/>
    </dgm:pt>
    <dgm:pt modelId="{B40E34D1-05E2-E448-988A-522296F0C97E}" type="pres">
      <dgm:prSet presAssocID="{4C392C8A-15BE-974A-8B45-58DCCE4B6A26}" presName="rootConnector" presStyleLbl="node3" presStyleIdx="15" presStyleCnt="23"/>
      <dgm:spPr/>
    </dgm:pt>
    <dgm:pt modelId="{A70A2E41-2FE1-4E49-83E0-7784C3CA0DC4}" type="pres">
      <dgm:prSet presAssocID="{4C392C8A-15BE-974A-8B45-58DCCE4B6A26}" presName="hierChild4" presStyleCnt="0"/>
      <dgm:spPr/>
    </dgm:pt>
    <dgm:pt modelId="{E50A8C8B-A993-3E48-AFD2-39CD18E2F752}" type="pres">
      <dgm:prSet presAssocID="{4C392C8A-15BE-974A-8B45-58DCCE4B6A26}" presName="hierChild5" presStyleCnt="0"/>
      <dgm:spPr/>
    </dgm:pt>
    <dgm:pt modelId="{170D9283-292B-D84D-B4FE-A34FBD24FD2D}" type="pres">
      <dgm:prSet presAssocID="{B505093C-D9F4-E844-87C4-29AC4BF54EAB}" presName="Name37" presStyleLbl="parChTrans1D3" presStyleIdx="16" presStyleCnt="23"/>
      <dgm:spPr/>
    </dgm:pt>
    <dgm:pt modelId="{2449B48C-AEC0-7941-8878-C85B7785FC8D}" type="pres">
      <dgm:prSet presAssocID="{E9631EFE-FC92-294C-BFB9-AFFA44840E6B}" presName="hierRoot2" presStyleCnt="0">
        <dgm:presLayoutVars>
          <dgm:hierBranch val="init"/>
        </dgm:presLayoutVars>
      </dgm:prSet>
      <dgm:spPr/>
    </dgm:pt>
    <dgm:pt modelId="{AB6AB71B-49C0-064D-B119-E7D103AC5340}" type="pres">
      <dgm:prSet presAssocID="{E9631EFE-FC92-294C-BFB9-AFFA44840E6B}" presName="rootComposite" presStyleCnt="0"/>
      <dgm:spPr/>
    </dgm:pt>
    <dgm:pt modelId="{2E66766D-EC5A-944E-9D79-3AC2BB2DE06E}" type="pres">
      <dgm:prSet presAssocID="{E9631EFE-FC92-294C-BFB9-AFFA44840E6B}" presName="rootText" presStyleLbl="node3" presStyleIdx="16" presStyleCnt="23">
        <dgm:presLayoutVars>
          <dgm:chPref val="3"/>
        </dgm:presLayoutVars>
      </dgm:prSet>
      <dgm:spPr/>
    </dgm:pt>
    <dgm:pt modelId="{EDFE8A20-32A2-194E-A0B8-7ABD0EDBBF5D}" type="pres">
      <dgm:prSet presAssocID="{E9631EFE-FC92-294C-BFB9-AFFA44840E6B}" presName="rootConnector" presStyleLbl="node3" presStyleIdx="16" presStyleCnt="23"/>
      <dgm:spPr/>
    </dgm:pt>
    <dgm:pt modelId="{26E23C20-A309-2A45-9764-3D6781B9B15E}" type="pres">
      <dgm:prSet presAssocID="{E9631EFE-FC92-294C-BFB9-AFFA44840E6B}" presName="hierChild4" presStyleCnt="0"/>
      <dgm:spPr/>
    </dgm:pt>
    <dgm:pt modelId="{08186C02-73A4-554E-BA5B-5749CB05CF71}" type="pres">
      <dgm:prSet presAssocID="{E9631EFE-FC92-294C-BFB9-AFFA44840E6B}" presName="hierChild5" presStyleCnt="0"/>
      <dgm:spPr/>
    </dgm:pt>
    <dgm:pt modelId="{491C98CE-C532-8B41-92B9-1EF07C259E3D}" type="pres">
      <dgm:prSet presAssocID="{E6AA422B-C7A2-2F40-B810-B9EB77DCF5A0}" presName="hierChild5" presStyleCnt="0"/>
      <dgm:spPr/>
    </dgm:pt>
    <dgm:pt modelId="{3C71A733-A275-4141-8054-6989DAFA7779}" type="pres">
      <dgm:prSet presAssocID="{CB894453-D43A-004C-9DA2-9488BC51097E}" presName="Name37" presStyleLbl="parChTrans1D2" presStyleIdx="4" presStyleCnt="5"/>
      <dgm:spPr/>
    </dgm:pt>
    <dgm:pt modelId="{530631FB-071C-3E44-A54E-F66F2C971BCB}" type="pres">
      <dgm:prSet presAssocID="{8643CB5A-3459-E448-BA44-AC9AC8FEA627}" presName="hierRoot2" presStyleCnt="0">
        <dgm:presLayoutVars>
          <dgm:hierBranch val="init"/>
        </dgm:presLayoutVars>
      </dgm:prSet>
      <dgm:spPr/>
    </dgm:pt>
    <dgm:pt modelId="{5C9BA775-3186-9344-9E54-8C88B2CCBB39}" type="pres">
      <dgm:prSet presAssocID="{8643CB5A-3459-E448-BA44-AC9AC8FEA627}" presName="rootComposite" presStyleCnt="0"/>
      <dgm:spPr/>
    </dgm:pt>
    <dgm:pt modelId="{6978A025-3784-4846-9B3B-FF3520E5D108}" type="pres">
      <dgm:prSet presAssocID="{8643CB5A-3459-E448-BA44-AC9AC8FEA627}" presName="rootText" presStyleLbl="node2" presStyleIdx="4" presStyleCnt="5">
        <dgm:presLayoutVars>
          <dgm:chPref val="3"/>
        </dgm:presLayoutVars>
      </dgm:prSet>
      <dgm:spPr/>
    </dgm:pt>
    <dgm:pt modelId="{30485B18-D4DD-544F-B76B-C059ECDA69E8}" type="pres">
      <dgm:prSet presAssocID="{8643CB5A-3459-E448-BA44-AC9AC8FEA627}" presName="rootConnector" presStyleLbl="node2" presStyleIdx="4" presStyleCnt="5"/>
      <dgm:spPr/>
    </dgm:pt>
    <dgm:pt modelId="{D1DE1071-EC3B-F049-8FD0-38E904B6998C}" type="pres">
      <dgm:prSet presAssocID="{8643CB5A-3459-E448-BA44-AC9AC8FEA627}" presName="hierChild4" presStyleCnt="0"/>
      <dgm:spPr/>
    </dgm:pt>
    <dgm:pt modelId="{1CA8AD65-B7B5-9A44-A572-5F0D541C2411}" type="pres">
      <dgm:prSet presAssocID="{6AC14FE1-5929-3F45-B797-126B149346FD}" presName="Name37" presStyleLbl="parChTrans1D3" presStyleIdx="17" presStyleCnt="23"/>
      <dgm:spPr/>
    </dgm:pt>
    <dgm:pt modelId="{E2846F21-36F3-B746-9A7E-799DF86C258E}" type="pres">
      <dgm:prSet presAssocID="{125C2C04-ED66-004C-BFCF-4390B6133D34}" presName="hierRoot2" presStyleCnt="0">
        <dgm:presLayoutVars>
          <dgm:hierBranch val="init"/>
        </dgm:presLayoutVars>
      </dgm:prSet>
      <dgm:spPr/>
    </dgm:pt>
    <dgm:pt modelId="{D6809F48-A4B8-E848-AD17-93F392B43B17}" type="pres">
      <dgm:prSet presAssocID="{125C2C04-ED66-004C-BFCF-4390B6133D34}" presName="rootComposite" presStyleCnt="0"/>
      <dgm:spPr/>
    </dgm:pt>
    <dgm:pt modelId="{9B506E1C-BC05-C149-BD7B-B5FFC55BD005}" type="pres">
      <dgm:prSet presAssocID="{125C2C04-ED66-004C-BFCF-4390B6133D34}" presName="rootText" presStyleLbl="node3" presStyleIdx="17" presStyleCnt="23">
        <dgm:presLayoutVars>
          <dgm:chPref val="3"/>
        </dgm:presLayoutVars>
      </dgm:prSet>
      <dgm:spPr/>
    </dgm:pt>
    <dgm:pt modelId="{0D3BDC31-6ED6-F14F-B599-A363C7928007}" type="pres">
      <dgm:prSet presAssocID="{125C2C04-ED66-004C-BFCF-4390B6133D34}" presName="rootConnector" presStyleLbl="node3" presStyleIdx="17" presStyleCnt="23"/>
      <dgm:spPr/>
    </dgm:pt>
    <dgm:pt modelId="{CA85AB54-29E1-5941-ABDC-20C0FBED6755}" type="pres">
      <dgm:prSet presAssocID="{125C2C04-ED66-004C-BFCF-4390B6133D34}" presName="hierChild4" presStyleCnt="0"/>
      <dgm:spPr/>
    </dgm:pt>
    <dgm:pt modelId="{3E2F4983-00BF-584C-9117-F757FF660FC7}" type="pres">
      <dgm:prSet presAssocID="{125C2C04-ED66-004C-BFCF-4390B6133D34}" presName="hierChild5" presStyleCnt="0"/>
      <dgm:spPr/>
    </dgm:pt>
    <dgm:pt modelId="{E235AE4C-C735-3E4A-98F5-56F3B50B7625}" type="pres">
      <dgm:prSet presAssocID="{84AEA21E-DD0C-0041-9167-E8F0E16DB0C6}" presName="Name37" presStyleLbl="parChTrans1D3" presStyleIdx="18" presStyleCnt="23"/>
      <dgm:spPr/>
    </dgm:pt>
    <dgm:pt modelId="{67300C8B-D872-7449-B4A9-C41252681686}" type="pres">
      <dgm:prSet presAssocID="{550464E8-E6B9-8549-B60B-BA50F2F36617}" presName="hierRoot2" presStyleCnt="0">
        <dgm:presLayoutVars>
          <dgm:hierBranch val="init"/>
        </dgm:presLayoutVars>
      </dgm:prSet>
      <dgm:spPr/>
    </dgm:pt>
    <dgm:pt modelId="{227D8A0D-8708-9E4B-B91D-F17E481BFFAF}" type="pres">
      <dgm:prSet presAssocID="{550464E8-E6B9-8549-B60B-BA50F2F36617}" presName="rootComposite" presStyleCnt="0"/>
      <dgm:spPr/>
    </dgm:pt>
    <dgm:pt modelId="{7E7F2101-32DA-8347-96FF-96F05AF6151A}" type="pres">
      <dgm:prSet presAssocID="{550464E8-E6B9-8549-B60B-BA50F2F36617}" presName="rootText" presStyleLbl="node3" presStyleIdx="18" presStyleCnt="23">
        <dgm:presLayoutVars>
          <dgm:chPref val="3"/>
        </dgm:presLayoutVars>
      </dgm:prSet>
      <dgm:spPr/>
    </dgm:pt>
    <dgm:pt modelId="{ACF314A7-29F2-A145-A7E6-584C5555990C}" type="pres">
      <dgm:prSet presAssocID="{550464E8-E6B9-8549-B60B-BA50F2F36617}" presName="rootConnector" presStyleLbl="node3" presStyleIdx="18" presStyleCnt="23"/>
      <dgm:spPr/>
    </dgm:pt>
    <dgm:pt modelId="{1ED648B2-F927-BF4B-912E-53C4DFEB2B9D}" type="pres">
      <dgm:prSet presAssocID="{550464E8-E6B9-8549-B60B-BA50F2F36617}" presName="hierChild4" presStyleCnt="0"/>
      <dgm:spPr/>
    </dgm:pt>
    <dgm:pt modelId="{E36DDC4C-6805-F146-A50D-0F04E2AE9588}" type="pres">
      <dgm:prSet presAssocID="{550464E8-E6B9-8549-B60B-BA50F2F36617}" presName="hierChild5" presStyleCnt="0"/>
      <dgm:spPr/>
    </dgm:pt>
    <dgm:pt modelId="{05C5200D-8D65-FD43-8B68-212F809C7D6B}" type="pres">
      <dgm:prSet presAssocID="{8D411A66-C133-5849-B5A9-85BEE8682673}" presName="Name37" presStyleLbl="parChTrans1D3" presStyleIdx="19" presStyleCnt="23"/>
      <dgm:spPr/>
    </dgm:pt>
    <dgm:pt modelId="{6AA515D1-E082-434E-9BC1-997AEA24A556}" type="pres">
      <dgm:prSet presAssocID="{E98C6A50-291F-2D41-AF19-0F620A513A8C}" presName="hierRoot2" presStyleCnt="0">
        <dgm:presLayoutVars>
          <dgm:hierBranch val="init"/>
        </dgm:presLayoutVars>
      </dgm:prSet>
      <dgm:spPr/>
    </dgm:pt>
    <dgm:pt modelId="{00AEA172-5105-7742-8653-D515A17C6A36}" type="pres">
      <dgm:prSet presAssocID="{E98C6A50-291F-2D41-AF19-0F620A513A8C}" presName="rootComposite" presStyleCnt="0"/>
      <dgm:spPr/>
    </dgm:pt>
    <dgm:pt modelId="{13F7E08D-DFCF-1D49-B55D-2C1D2907CCD6}" type="pres">
      <dgm:prSet presAssocID="{E98C6A50-291F-2D41-AF19-0F620A513A8C}" presName="rootText" presStyleLbl="node3" presStyleIdx="19" presStyleCnt="23">
        <dgm:presLayoutVars>
          <dgm:chPref val="3"/>
        </dgm:presLayoutVars>
      </dgm:prSet>
      <dgm:spPr/>
    </dgm:pt>
    <dgm:pt modelId="{DDE3DFEC-899B-3A48-BF67-07237D71BBBE}" type="pres">
      <dgm:prSet presAssocID="{E98C6A50-291F-2D41-AF19-0F620A513A8C}" presName="rootConnector" presStyleLbl="node3" presStyleIdx="19" presStyleCnt="23"/>
      <dgm:spPr/>
    </dgm:pt>
    <dgm:pt modelId="{453B6F26-0F50-B942-9459-45AA9B2F320D}" type="pres">
      <dgm:prSet presAssocID="{E98C6A50-291F-2D41-AF19-0F620A513A8C}" presName="hierChild4" presStyleCnt="0"/>
      <dgm:spPr/>
    </dgm:pt>
    <dgm:pt modelId="{DA5A6D36-D7AC-1A4B-A3C6-B16E1F6CCAB3}" type="pres">
      <dgm:prSet presAssocID="{E98C6A50-291F-2D41-AF19-0F620A513A8C}" presName="hierChild5" presStyleCnt="0"/>
      <dgm:spPr/>
    </dgm:pt>
    <dgm:pt modelId="{1D46C8D7-63F6-2544-9BF7-D19AFC940DC1}" type="pres">
      <dgm:prSet presAssocID="{E38F21A9-1097-894E-AF37-6589667FA98B}" presName="Name37" presStyleLbl="parChTrans1D3" presStyleIdx="20" presStyleCnt="23"/>
      <dgm:spPr/>
    </dgm:pt>
    <dgm:pt modelId="{1A64F51E-A49C-3B4B-913B-DCBB61B6E8C1}" type="pres">
      <dgm:prSet presAssocID="{C694B191-063A-EB45-BDD7-349C0FC70059}" presName="hierRoot2" presStyleCnt="0">
        <dgm:presLayoutVars>
          <dgm:hierBranch val="init"/>
        </dgm:presLayoutVars>
      </dgm:prSet>
      <dgm:spPr/>
    </dgm:pt>
    <dgm:pt modelId="{B49AD981-E1BE-2846-801C-96384163163F}" type="pres">
      <dgm:prSet presAssocID="{C694B191-063A-EB45-BDD7-349C0FC70059}" presName="rootComposite" presStyleCnt="0"/>
      <dgm:spPr/>
    </dgm:pt>
    <dgm:pt modelId="{6756B16E-D222-3F40-A2A4-4B63B4CCF5EE}" type="pres">
      <dgm:prSet presAssocID="{C694B191-063A-EB45-BDD7-349C0FC70059}" presName="rootText" presStyleLbl="node3" presStyleIdx="20" presStyleCnt="23">
        <dgm:presLayoutVars>
          <dgm:chPref val="3"/>
        </dgm:presLayoutVars>
      </dgm:prSet>
      <dgm:spPr/>
    </dgm:pt>
    <dgm:pt modelId="{BA791ECB-1329-5B4C-9AE5-2897A8DDB495}" type="pres">
      <dgm:prSet presAssocID="{C694B191-063A-EB45-BDD7-349C0FC70059}" presName="rootConnector" presStyleLbl="node3" presStyleIdx="20" presStyleCnt="23"/>
      <dgm:spPr/>
    </dgm:pt>
    <dgm:pt modelId="{B76C8520-41AD-F548-9921-F6F994D96DA0}" type="pres">
      <dgm:prSet presAssocID="{C694B191-063A-EB45-BDD7-349C0FC70059}" presName="hierChild4" presStyleCnt="0"/>
      <dgm:spPr/>
    </dgm:pt>
    <dgm:pt modelId="{45D7162D-587F-6E42-89AD-1CB5ED0CCEE8}" type="pres">
      <dgm:prSet presAssocID="{C694B191-063A-EB45-BDD7-349C0FC70059}" presName="hierChild5" presStyleCnt="0"/>
      <dgm:spPr/>
    </dgm:pt>
    <dgm:pt modelId="{EDFA88D7-9C00-1843-9865-A41F4D587B6B}" type="pres">
      <dgm:prSet presAssocID="{48368768-A176-ED4E-9204-FFD2AC0ACBBA}" presName="Name37" presStyleLbl="parChTrans1D3" presStyleIdx="21" presStyleCnt="23"/>
      <dgm:spPr/>
    </dgm:pt>
    <dgm:pt modelId="{929EEBDF-07A5-0D45-8559-5195F1823434}" type="pres">
      <dgm:prSet presAssocID="{87C0B410-40C3-424C-9447-828841DACC00}" presName="hierRoot2" presStyleCnt="0">
        <dgm:presLayoutVars>
          <dgm:hierBranch val="init"/>
        </dgm:presLayoutVars>
      </dgm:prSet>
      <dgm:spPr/>
    </dgm:pt>
    <dgm:pt modelId="{4F2FBFF7-6B12-B94F-B252-3EEB5509A951}" type="pres">
      <dgm:prSet presAssocID="{87C0B410-40C3-424C-9447-828841DACC00}" presName="rootComposite" presStyleCnt="0"/>
      <dgm:spPr/>
    </dgm:pt>
    <dgm:pt modelId="{9A77C695-34A8-FD40-8BAF-DAC645823FE5}" type="pres">
      <dgm:prSet presAssocID="{87C0B410-40C3-424C-9447-828841DACC00}" presName="rootText" presStyleLbl="node3" presStyleIdx="21" presStyleCnt="23">
        <dgm:presLayoutVars>
          <dgm:chPref val="3"/>
        </dgm:presLayoutVars>
      </dgm:prSet>
      <dgm:spPr/>
    </dgm:pt>
    <dgm:pt modelId="{2DAA91A8-DD6C-864F-8B58-DEDB12FCACD5}" type="pres">
      <dgm:prSet presAssocID="{87C0B410-40C3-424C-9447-828841DACC00}" presName="rootConnector" presStyleLbl="node3" presStyleIdx="21" presStyleCnt="23"/>
      <dgm:spPr/>
    </dgm:pt>
    <dgm:pt modelId="{0701A5D1-24FA-7B4E-9146-CF49B2E266CE}" type="pres">
      <dgm:prSet presAssocID="{87C0B410-40C3-424C-9447-828841DACC00}" presName="hierChild4" presStyleCnt="0"/>
      <dgm:spPr/>
    </dgm:pt>
    <dgm:pt modelId="{AFC8373A-5383-4D43-B4C4-9D5FF4B85B78}" type="pres">
      <dgm:prSet presAssocID="{87C0B410-40C3-424C-9447-828841DACC00}" presName="hierChild5" presStyleCnt="0"/>
      <dgm:spPr/>
    </dgm:pt>
    <dgm:pt modelId="{B06776DC-5FB4-C749-8F1F-6E0D97EED474}" type="pres">
      <dgm:prSet presAssocID="{B9CB2D86-F9E4-4F4F-8E53-9493172D4637}" presName="Name37" presStyleLbl="parChTrans1D3" presStyleIdx="22" presStyleCnt="23"/>
      <dgm:spPr/>
    </dgm:pt>
    <dgm:pt modelId="{DE6A0E9A-EBA1-3543-9C2C-82293CEC6F60}" type="pres">
      <dgm:prSet presAssocID="{4B54EA58-409D-A543-BA22-CB24139AD152}" presName="hierRoot2" presStyleCnt="0">
        <dgm:presLayoutVars>
          <dgm:hierBranch val="init"/>
        </dgm:presLayoutVars>
      </dgm:prSet>
      <dgm:spPr/>
    </dgm:pt>
    <dgm:pt modelId="{FDB65224-A51D-754C-B828-E7BA07DCCA07}" type="pres">
      <dgm:prSet presAssocID="{4B54EA58-409D-A543-BA22-CB24139AD152}" presName="rootComposite" presStyleCnt="0"/>
      <dgm:spPr/>
    </dgm:pt>
    <dgm:pt modelId="{0D55837C-AA54-EB47-9E7C-BCEECBFE5970}" type="pres">
      <dgm:prSet presAssocID="{4B54EA58-409D-A543-BA22-CB24139AD152}" presName="rootText" presStyleLbl="node3" presStyleIdx="22" presStyleCnt="23">
        <dgm:presLayoutVars>
          <dgm:chPref val="3"/>
        </dgm:presLayoutVars>
      </dgm:prSet>
      <dgm:spPr/>
    </dgm:pt>
    <dgm:pt modelId="{78A11890-1EDD-4343-AAD5-761FE3D8CB00}" type="pres">
      <dgm:prSet presAssocID="{4B54EA58-409D-A543-BA22-CB24139AD152}" presName="rootConnector" presStyleLbl="node3" presStyleIdx="22" presStyleCnt="23"/>
      <dgm:spPr/>
    </dgm:pt>
    <dgm:pt modelId="{F1577B43-5838-BD47-B446-D7AA330C9D1F}" type="pres">
      <dgm:prSet presAssocID="{4B54EA58-409D-A543-BA22-CB24139AD152}" presName="hierChild4" presStyleCnt="0"/>
      <dgm:spPr/>
    </dgm:pt>
    <dgm:pt modelId="{BA5C9F76-972B-AE48-A1B7-261E5F517363}" type="pres">
      <dgm:prSet presAssocID="{4B54EA58-409D-A543-BA22-CB24139AD152}" presName="hierChild5" presStyleCnt="0"/>
      <dgm:spPr/>
    </dgm:pt>
    <dgm:pt modelId="{C5E4783A-5C3C-5443-A622-F92A6D9FC645}" type="pres">
      <dgm:prSet presAssocID="{8643CB5A-3459-E448-BA44-AC9AC8FEA627}" presName="hierChild5" presStyleCnt="0"/>
      <dgm:spPr/>
    </dgm:pt>
    <dgm:pt modelId="{39E7A7ED-B2A6-EE41-A3E0-1FB4EE3C9DA3}" type="pres">
      <dgm:prSet presAssocID="{CC7C2B1D-4EF6-1749-B166-5634B400BD37}" presName="hierChild3" presStyleCnt="0"/>
      <dgm:spPr/>
    </dgm:pt>
  </dgm:ptLst>
  <dgm:cxnLst>
    <dgm:cxn modelId="{D44C7600-FB28-994D-82A7-282407C9CF2D}" type="presOf" srcId="{F25E666B-75AF-DA4F-80EA-FCC208FFD097}" destId="{626CABF9-B65F-AF43-BAEC-B10E2B1F088B}" srcOrd="1" destOrd="0" presId="urn:microsoft.com/office/officeart/2005/8/layout/orgChart1"/>
    <dgm:cxn modelId="{1C1E4B03-6944-F140-8B83-5AA473C38C74}" type="presOf" srcId="{87C0B410-40C3-424C-9447-828841DACC00}" destId="{9A77C695-34A8-FD40-8BAF-DAC645823FE5}" srcOrd="0" destOrd="0" presId="urn:microsoft.com/office/officeart/2005/8/layout/orgChart1"/>
    <dgm:cxn modelId="{0695B305-BEA7-1740-8352-5211E2163571}" srcId="{8643CB5A-3459-E448-BA44-AC9AC8FEA627}" destId="{550464E8-E6B9-8549-B60B-BA50F2F36617}" srcOrd="1" destOrd="0" parTransId="{84AEA21E-DD0C-0041-9167-E8F0E16DB0C6}" sibTransId="{7A599A04-B0E3-834E-9175-91BD184CF15C}"/>
    <dgm:cxn modelId="{08A5F006-8E74-514E-8244-A80980AA1BC6}" type="presOf" srcId="{BAFE17CF-E63B-8D43-BC7C-4C8AF7C62C85}" destId="{31045582-48DF-6C46-9496-038A0AA44294}" srcOrd="1" destOrd="0" presId="urn:microsoft.com/office/officeart/2005/8/layout/orgChart1"/>
    <dgm:cxn modelId="{AA5D320A-15FE-B740-8FC3-6EAC96CCAEE8}" type="presOf" srcId="{18248749-3A34-BF4D-899A-DF16F05E39D4}" destId="{9F0963E8-8730-6E49-B437-62EF33F273C7}" srcOrd="0" destOrd="0" presId="urn:microsoft.com/office/officeart/2005/8/layout/orgChart1"/>
    <dgm:cxn modelId="{7F153E0D-27E6-F849-9778-36B2ABEB16FD}" type="presOf" srcId="{072B9410-8065-554C-815B-90069AED33A0}" destId="{F596620D-7213-D447-9CBF-12ED6A2C2B46}" srcOrd="1" destOrd="0" presId="urn:microsoft.com/office/officeart/2005/8/layout/orgChart1"/>
    <dgm:cxn modelId="{7B787D0D-6C29-764C-A725-B6BC83A0EE96}" type="presOf" srcId="{01094BB3-1E01-8643-8CF5-CB34A5012DBD}" destId="{166894AA-ABA0-AA4C-A09A-007B1E67832D}" srcOrd="0" destOrd="0" presId="urn:microsoft.com/office/officeart/2005/8/layout/orgChart1"/>
    <dgm:cxn modelId="{6D63930E-B5A0-AB4C-AA26-B388268E823E}" type="presOf" srcId="{87C0B410-40C3-424C-9447-828841DACC00}" destId="{2DAA91A8-DD6C-864F-8B58-DEDB12FCACD5}" srcOrd="1" destOrd="0" presId="urn:microsoft.com/office/officeart/2005/8/layout/orgChart1"/>
    <dgm:cxn modelId="{59F2BE0F-E2BD-9544-A862-8E23A398A86D}" type="presOf" srcId="{357FAA22-9B0F-034F-B258-8DA367C3577E}" destId="{D76256C3-8281-7A47-B8A2-373D6989D719}" srcOrd="1" destOrd="0" presId="urn:microsoft.com/office/officeart/2005/8/layout/orgChart1"/>
    <dgm:cxn modelId="{6A099A10-4CB3-6E43-B207-D487BFD854E0}" type="presOf" srcId="{CC7C2B1D-4EF6-1749-B166-5634B400BD37}" destId="{71350900-44D8-5841-9CB1-E0596D62A468}" srcOrd="1" destOrd="0" presId="urn:microsoft.com/office/officeart/2005/8/layout/orgChart1"/>
    <dgm:cxn modelId="{4C783C13-EE6A-F042-98F4-4E67884CCDDA}" type="presOf" srcId="{64A42675-69FE-654A-868F-EAEBBC31081A}" destId="{114E2F23-FF05-4047-B372-06322F311C7D}" srcOrd="1" destOrd="0" presId="urn:microsoft.com/office/officeart/2005/8/layout/orgChart1"/>
    <dgm:cxn modelId="{8622F515-1FDF-2B48-B2FE-C86648D05A72}" srcId="{8643CB5A-3459-E448-BA44-AC9AC8FEA627}" destId="{87C0B410-40C3-424C-9447-828841DACC00}" srcOrd="4" destOrd="0" parTransId="{48368768-A176-ED4E-9204-FFD2AC0ACBBA}" sibTransId="{135BD98E-D548-664D-BCEA-EE36A366B272}"/>
    <dgm:cxn modelId="{DC8F8C19-EBF1-4D44-AB72-D83160FA046B}" type="presOf" srcId="{4949036C-1CFB-6F4C-940D-4FBB9E9B50B8}" destId="{6D4815CA-1997-6640-8968-F6344D1E46EA}" srcOrd="1" destOrd="0" presId="urn:microsoft.com/office/officeart/2005/8/layout/orgChart1"/>
    <dgm:cxn modelId="{599DB619-26F6-F94A-9899-EF3A0CD7C8B7}" type="presOf" srcId="{0A7B942B-81AD-9448-BC99-70508F4AEE41}" destId="{7C4C7964-9A65-DA49-A4D1-669A4A78AA56}" srcOrd="0" destOrd="0" presId="urn:microsoft.com/office/officeart/2005/8/layout/orgChart1"/>
    <dgm:cxn modelId="{3CF4621A-BC9F-0E4C-BA6B-ED95992A8307}" type="presOf" srcId="{07ABAF5B-B54E-4143-8430-187FB741847C}" destId="{5A605779-192F-0347-8BE3-5528A55A19BC}" srcOrd="0" destOrd="0" presId="urn:microsoft.com/office/officeart/2005/8/layout/orgChart1"/>
    <dgm:cxn modelId="{C485261C-7B70-7647-A323-4524CC8EB890}" srcId="{E6AA422B-C7A2-2F40-B810-B9EB77DCF5A0}" destId="{1EA456AB-5D9C-7142-BA5B-FBA78D43F341}" srcOrd="1" destOrd="0" parTransId="{67BB5A73-0941-DC4E-9282-7B08A15C7319}" sibTransId="{462154A4-1E24-9346-8A3C-337CC3D53384}"/>
    <dgm:cxn modelId="{8787B71D-4EC4-4244-BB5A-42746222F4D8}" type="presOf" srcId="{67BB5A73-0941-DC4E-9282-7B08A15C7319}" destId="{4B9BF864-7F40-E045-A793-1975F1006CE2}" srcOrd="0" destOrd="0" presId="urn:microsoft.com/office/officeart/2005/8/layout/orgChart1"/>
    <dgm:cxn modelId="{9F9EF61F-195C-6D40-AD05-FB721C278592}" type="presOf" srcId="{A92A1CE2-4084-EB40-A1B3-9E661E44F558}" destId="{F92D2E67-D706-7C4B-A824-E50CE83585BC}" srcOrd="0" destOrd="0" presId="urn:microsoft.com/office/officeart/2005/8/layout/orgChart1"/>
    <dgm:cxn modelId="{23300120-0CC5-284B-BDF4-6C0E2387917A}" srcId="{8643CB5A-3459-E448-BA44-AC9AC8FEA627}" destId="{C694B191-063A-EB45-BDD7-349C0FC70059}" srcOrd="3" destOrd="0" parTransId="{E38F21A9-1097-894E-AF37-6589667FA98B}" sibTransId="{E6B27579-0323-DB4A-A309-6E2129DA503A}"/>
    <dgm:cxn modelId="{EE0D3521-595E-AD48-9BD2-8BAF680AD154}" type="presOf" srcId="{125C2C04-ED66-004C-BFCF-4390B6133D34}" destId="{9B506E1C-BC05-C149-BD7B-B5FFC55BD005}" srcOrd="0" destOrd="0" presId="urn:microsoft.com/office/officeart/2005/8/layout/orgChart1"/>
    <dgm:cxn modelId="{E09AD422-7EAB-E341-B3D7-B664A18D2546}" type="presOf" srcId="{BAFE17CF-E63B-8D43-BC7C-4C8AF7C62C85}" destId="{4C64B03D-B9DD-5C4D-91F1-F2688A91E253}" srcOrd="0" destOrd="0" presId="urn:microsoft.com/office/officeart/2005/8/layout/orgChart1"/>
    <dgm:cxn modelId="{22192723-A84D-0A44-B638-BA0A30B12B11}" type="presOf" srcId="{809A1E25-A609-8F45-AD65-6CF74F90922B}" destId="{EE7A87C1-EC53-D84C-A87C-574201ADDD00}" srcOrd="0" destOrd="0" presId="urn:microsoft.com/office/officeart/2005/8/layout/orgChart1"/>
    <dgm:cxn modelId="{CC405E28-805C-804B-8980-5746C414F036}" srcId="{E6AA422B-C7A2-2F40-B810-B9EB77DCF5A0}" destId="{69BA9802-3DA5-1245-AC11-D26BB28FE43B}" srcOrd="9" destOrd="0" parTransId="{57691B9E-25FC-DA4F-BAE6-F521F908C04F}" sibTransId="{C8D85F2D-2109-1E49-9E1A-F596C2C968C4}"/>
    <dgm:cxn modelId="{86E16D2E-8A7C-C245-9796-6FBF960211EB}" type="presOf" srcId="{DAC1AD81-2C3B-BD4D-BEB1-AA3E2D33F9CF}" destId="{70A4BACE-26B2-C14E-AD5A-29A344EACC27}" srcOrd="0" destOrd="0" presId="urn:microsoft.com/office/officeart/2005/8/layout/orgChart1"/>
    <dgm:cxn modelId="{6870C62F-3E8D-CC4E-8DA3-3E1784E1CE8B}" type="presOf" srcId="{04E77B71-6F46-7F43-AEBF-60D4D1D949C7}" destId="{664454AD-FA0D-784C-A5FA-4DC741447DFE}" srcOrd="0" destOrd="0" presId="urn:microsoft.com/office/officeart/2005/8/layout/orgChart1"/>
    <dgm:cxn modelId="{C8B2ED30-7F92-0845-92FD-6C2698114498}" type="presOf" srcId="{550464E8-E6B9-8549-B60B-BA50F2F36617}" destId="{7E7F2101-32DA-8347-96FF-96F05AF6151A}" srcOrd="0" destOrd="0" presId="urn:microsoft.com/office/officeart/2005/8/layout/orgChart1"/>
    <dgm:cxn modelId="{91800B32-3ADD-1D43-AE3A-68237CF97CD4}" type="presOf" srcId="{E9631EFE-FC92-294C-BFB9-AFFA44840E6B}" destId="{EDFE8A20-32A2-194E-A0B8-7ABD0EDBBF5D}" srcOrd="1" destOrd="0" presId="urn:microsoft.com/office/officeart/2005/8/layout/orgChart1"/>
    <dgm:cxn modelId="{718F2233-16CB-5D4B-B76F-3F5113C69752}" type="presOf" srcId="{E2BC225F-A42D-454D-93B3-D2668FEDF188}" destId="{A6356C46-36FB-2047-A143-4988E98F535E}" srcOrd="0" destOrd="0" presId="urn:microsoft.com/office/officeart/2005/8/layout/orgChart1"/>
    <dgm:cxn modelId="{A946AD37-578D-5F45-9FB1-7325770A580E}" srcId="{6B775961-58EA-3146-A52E-DD681D5158CF}" destId="{07ABAF5B-B54E-4143-8430-187FB741847C}" srcOrd="1" destOrd="0" parTransId="{A9A7AA2B-09F7-CC4A-AD8D-9656BEAF19FD}" sibTransId="{6878F188-3427-DA42-B4AB-AAB111A9AC0E}"/>
    <dgm:cxn modelId="{05720239-D53D-0842-9A30-89B29FBD16F1}" type="presOf" srcId="{8D411A66-C133-5849-B5A9-85BEE8682673}" destId="{05C5200D-8D65-FD43-8B68-212F809C7D6B}" srcOrd="0" destOrd="0" presId="urn:microsoft.com/office/officeart/2005/8/layout/orgChart1"/>
    <dgm:cxn modelId="{79BA5A39-0125-D74B-8BDC-D7D03ECD3C72}" type="presOf" srcId="{9404CBF7-334C-4D4F-912D-6FD2965A01B2}" destId="{7DE8F8D6-3F65-3445-A8E2-99B9D1AD9D3C}" srcOrd="0" destOrd="0" presId="urn:microsoft.com/office/officeart/2005/8/layout/orgChart1"/>
    <dgm:cxn modelId="{95A5A039-CF0F-6C4E-A258-FE60B2A69192}" type="presOf" srcId="{69BA9802-3DA5-1245-AC11-D26BB28FE43B}" destId="{2FCF9534-BBE4-5B43-8538-4100F5966B97}" srcOrd="1" destOrd="0" presId="urn:microsoft.com/office/officeart/2005/8/layout/orgChart1"/>
    <dgm:cxn modelId="{97B6583A-E42F-0F40-B0AB-E69B877D6441}" type="presOf" srcId="{9B7F44F2-8C2F-1F44-A16F-E1985ED83A5C}" destId="{2D75B640-93ED-7048-9444-A466CB86EDFB}" srcOrd="0" destOrd="0" presId="urn:microsoft.com/office/officeart/2005/8/layout/orgChart1"/>
    <dgm:cxn modelId="{0C825F3B-0C94-B24A-A427-7EA14AEBF783}" type="presOf" srcId="{7A4C14AA-BFDA-9C4C-9C7C-74624E4D3671}" destId="{E849F31D-3D72-194B-83BB-928FF8DC7734}" srcOrd="1" destOrd="0" presId="urn:microsoft.com/office/officeart/2005/8/layout/orgChart1"/>
    <dgm:cxn modelId="{701F8B3B-34CF-CF41-8FCE-A087065EDFB0}" type="presOf" srcId="{0C07BDCC-97E2-5B44-9D21-8554B8EBE9B4}" destId="{F9A99F5A-F1BC-5A45-8D39-7957BD267159}" srcOrd="0" destOrd="0" presId="urn:microsoft.com/office/officeart/2005/8/layout/orgChart1"/>
    <dgm:cxn modelId="{6D00703C-AF3E-3D4A-B410-C33B73ACE559}" type="presOf" srcId="{125C2C04-ED66-004C-BFCF-4390B6133D34}" destId="{0D3BDC31-6ED6-F14F-B599-A363C7928007}" srcOrd="1" destOrd="0" presId="urn:microsoft.com/office/officeart/2005/8/layout/orgChart1"/>
    <dgm:cxn modelId="{F96A0C3D-8666-0C40-80DE-54A91FB2DAD6}" type="presOf" srcId="{4C392C8A-15BE-974A-8B45-58DCCE4B6A26}" destId="{9DF16C96-E819-B74A-B88A-ADA1FB15A9DD}" srcOrd="0" destOrd="0" presId="urn:microsoft.com/office/officeart/2005/8/layout/orgChart1"/>
    <dgm:cxn modelId="{E2262343-1303-C245-A25F-AD93498397E6}" type="presOf" srcId="{0A7B942B-81AD-9448-BC99-70508F4AEE41}" destId="{88FCC39C-68CB-934C-80EB-355D363C7731}" srcOrd="1" destOrd="0" presId="urn:microsoft.com/office/officeart/2005/8/layout/orgChart1"/>
    <dgm:cxn modelId="{68007E43-E408-FC47-84F2-40410A2E9CFC}" type="presOf" srcId="{C694B191-063A-EB45-BDD7-349C0FC70059}" destId="{6756B16E-D222-3F40-A2A4-4B63B4CCF5EE}" srcOrd="0" destOrd="0" presId="urn:microsoft.com/office/officeart/2005/8/layout/orgChart1"/>
    <dgm:cxn modelId="{BEA3DD47-4E97-0549-899A-54D9913E8E80}" srcId="{E6AA422B-C7A2-2F40-B810-B9EB77DCF5A0}" destId="{072B9410-8065-554C-815B-90069AED33A0}" srcOrd="2" destOrd="0" parTransId="{A92A1CE2-4084-EB40-A1B3-9E661E44F558}" sibTransId="{E0F9EC61-17B3-AA41-A809-1240C1D20F9D}"/>
    <dgm:cxn modelId="{9AE9144A-9C7F-5841-A0C5-F84AD5BD320B}" srcId="{E6AA422B-C7A2-2F40-B810-B9EB77DCF5A0}" destId="{4A5A33C7-78AB-0B4B-BA85-3D8575EBB6A3}" srcOrd="6" destOrd="0" parTransId="{E2BC225F-A42D-454D-93B3-D2668FEDF188}" sibTransId="{CFF37F80-84BC-7343-BC4F-DC1FBBB0D2CE}"/>
    <dgm:cxn modelId="{ADA35D4B-F530-DC49-A3AB-7C4A990BEA5F}" type="presOf" srcId="{1EA456AB-5D9C-7142-BA5B-FBA78D43F341}" destId="{11D4EF32-4EFD-A94D-A9D6-EEEB871D099D}" srcOrd="1" destOrd="0" presId="urn:microsoft.com/office/officeart/2005/8/layout/orgChart1"/>
    <dgm:cxn modelId="{3F1A164C-EA01-384D-BA1F-6D61C6322237}" type="presOf" srcId="{B9CB2D86-F9E4-4F4F-8E53-9493172D4637}" destId="{B06776DC-5FB4-C749-8F1F-6E0D97EED474}" srcOrd="0" destOrd="0" presId="urn:microsoft.com/office/officeart/2005/8/layout/orgChart1"/>
    <dgm:cxn modelId="{9DCACD4F-A1DA-A040-9F8D-C96432502ED4}" type="presOf" srcId="{550464E8-E6B9-8549-B60B-BA50F2F36617}" destId="{ACF314A7-29F2-A145-A7E6-584C5555990C}" srcOrd="1" destOrd="0" presId="urn:microsoft.com/office/officeart/2005/8/layout/orgChart1"/>
    <dgm:cxn modelId="{03720B50-3F09-654E-BA30-A7E0C4A7C6DB}" type="presOf" srcId="{56607BD8-A0D0-3A45-88E5-C395746D6CD6}" destId="{DA8130B7-5B71-E142-B294-97EF493CB569}" srcOrd="0" destOrd="0" presId="urn:microsoft.com/office/officeart/2005/8/layout/orgChart1"/>
    <dgm:cxn modelId="{F35DB151-496B-AE4E-A2A9-99BA3D353AC9}" type="presOf" srcId="{4B4C3FDF-3871-574B-9DBE-68D3868EDA29}" destId="{5EB636EC-E092-0A40-B79A-96480030F22E}" srcOrd="0" destOrd="0" presId="urn:microsoft.com/office/officeart/2005/8/layout/orgChart1"/>
    <dgm:cxn modelId="{E6FA3054-B623-4A4F-A1FC-0F903B6FBD78}" srcId="{E6AA422B-C7A2-2F40-B810-B9EB77DCF5A0}" destId="{01094BB3-1E01-8643-8CF5-CB34A5012DBD}" srcOrd="8" destOrd="0" parTransId="{4B4C3FDF-3871-574B-9DBE-68D3868EDA29}" sibTransId="{A3378F34-2629-BB4E-B568-A57AE00A6775}"/>
    <dgm:cxn modelId="{7919E155-05BB-CD47-9FB6-3C07989FD6E4}" type="presOf" srcId="{4C392C8A-15BE-974A-8B45-58DCCE4B6A26}" destId="{B40E34D1-05E2-E448-988A-522296F0C97E}" srcOrd="1" destOrd="0" presId="urn:microsoft.com/office/officeart/2005/8/layout/orgChart1"/>
    <dgm:cxn modelId="{295DF455-E2A4-A245-8FD1-15F2C0992FC0}" type="presOf" srcId="{1EA456AB-5D9C-7142-BA5B-FBA78D43F341}" destId="{0BFFAFD2-C3EB-AD49-B9F4-A1676FEC3F82}" srcOrd="0" destOrd="0" presId="urn:microsoft.com/office/officeart/2005/8/layout/orgChart1"/>
    <dgm:cxn modelId="{3DCB4F57-00FF-3045-BBB8-FF511C4AC988}" type="presOf" srcId="{92527603-1410-9D43-AC14-8921ADDD84A7}" destId="{31F21A5C-D787-CC46-BE11-65EBCF4EA6FD}" srcOrd="0" destOrd="0" presId="urn:microsoft.com/office/officeart/2005/8/layout/orgChart1"/>
    <dgm:cxn modelId="{234BD059-58A6-0943-AE28-675D27941F38}" type="presOf" srcId="{6B775961-58EA-3146-A52E-DD681D5158CF}" destId="{963EA3A8-5743-F842-BD02-1B9AD306E3E4}" srcOrd="1" destOrd="0" presId="urn:microsoft.com/office/officeart/2005/8/layout/orgChart1"/>
    <dgm:cxn modelId="{5619C55B-09B4-A943-99A2-0C0861AD13C3}" srcId="{6B775961-58EA-3146-A52E-DD681D5158CF}" destId="{7A4C14AA-BFDA-9C4C-9C7C-74624E4D3671}" srcOrd="0" destOrd="0" parTransId="{20C87A66-188D-7449-9ABE-C882B0549B62}" sibTransId="{71BDE8F1-0306-FC47-855C-EE4E236B1672}"/>
    <dgm:cxn modelId="{4D59B05D-5D16-664D-8609-8B79AB528BA6}" srcId="{CC7C2B1D-4EF6-1749-B166-5634B400BD37}" destId="{6B775961-58EA-3146-A52E-DD681D5158CF}" srcOrd="2" destOrd="0" parTransId="{30D6B7A9-0101-ED43-BB31-AEECD772A811}" sibTransId="{68765C84-55E7-AC48-A76F-C9B5C0AA7164}"/>
    <dgm:cxn modelId="{C81D075F-B364-7E4D-9A79-7CC9313D0C35}" type="presOf" srcId="{20C87A66-188D-7449-9ABE-C882B0549B62}" destId="{45BE5A80-2777-0C45-B2A4-35FCB1ED5F36}" srcOrd="0" destOrd="0" presId="urn:microsoft.com/office/officeart/2005/8/layout/orgChart1"/>
    <dgm:cxn modelId="{CDE77661-C2AA-F74B-938F-A226E9D1CB7D}" srcId="{E6AA422B-C7A2-2F40-B810-B9EB77DCF5A0}" destId="{64A42675-69FE-654A-868F-EAEBBC31081A}" srcOrd="4" destOrd="0" parTransId="{809A1E25-A609-8F45-AD65-6CF74F90922B}" sibTransId="{15A9962F-B7B9-1244-9159-27A10E129473}"/>
    <dgm:cxn modelId="{DB73AF66-C650-B146-8869-1D1E9024BDDD}" type="presOf" srcId="{E6AA422B-C7A2-2F40-B810-B9EB77DCF5A0}" destId="{8B59C7D0-A6AE-5D4E-98AA-70C2D8ED99EB}" srcOrd="1" destOrd="0" presId="urn:microsoft.com/office/officeart/2005/8/layout/orgChart1"/>
    <dgm:cxn modelId="{018D3769-906D-4F40-B788-756AF4E9ADF7}" type="presOf" srcId="{4A5A33C7-78AB-0B4B-BA85-3D8575EBB6A3}" destId="{8759CBAA-1F98-C549-A317-D246B11B3609}" srcOrd="1" destOrd="0" presId="urn:microsoft.com/office/officeart/2005/8/layout/orgChart1"/>
    <dgm:cxn modelId="{1FE6566A-C681-914D-8492-855498761D43}" srcId="{4A66BF4A-8EBD-CB4B-B60D-8DDABCEF42F8}" destId="{357FAA22-9B0F-034F-B258-8DA367C3577E}" srcOrd="1" destOrd="0" parTransId="{B7694D2F-1D66-654E-A3D1-5D4E98E49936}" sibTransId="{B635760A-37BA-FC40-9360-F138668AA376}"/>
    <dgm:cxn modelId="{65E77B6A-47D5-8A4B-A949-F4330B5305CC}" type="presOf" srcId="{B505093C-D9F4-E844-87C4-29AC4BF54EAB}" destId="{170D9283-292B-D84D-B4FE-A34FBD24FD2D}" srcOrd="0" destOrd="0" presId="urn:microsoft.com/office/officeart/2005/8/layout/orgChart1"/>
    <dgm:cxn modelId="{BEBFC46A-BEFC-CE40-8351-3973934140C6}" type="presOf" srcId="{30D6B7A9-0101-ED43-BB31-AEECD772A811}" destId="{BF0593D9-7061-B94E-A738-300BB2D45805}" srcOrd="0" destOrd="0" presId="urn:microsoft.com/office/officeart/2005/8/layout/orgChart1"/>
    <dgm:cxn modelId="{84CB3271-0614-9140-99A2-EE720F4CF812}" srcId="{9B7F44F2-8C2F-1F44-A16F-E1985ED83A5C}" destId="{CC7C2B1D-4EF6-1749-B166-5634B400BD37}" srcOrd="0" destOrd="0" parTransId="{FB71696D-7193-A846-83F8-93CB7FC2E09F}" sibTransId="{80ABB3AA-9EEA-3342-9889-4967CAF58986}"/>
    <dgm:cxn modelId="{63673277-D6F9-2B46-ABFA-69E7000CB22E}" type="presOf" srcId="{57691B9E-25FC-DA4F-BAE6-F521F908C04F}" destId="{8478369A-B066-1F40-B7C5-8427D185C872}" srcOrd="0" destOrd="0" presId="urn:microsoft.com/office/officeart/2005/8/layout/orgChart1"/>
    <dgm:cxn modelId="{A2DEEF77-218E-104E-881E-2B48B2D839B5}" type="presOf" srcId="{E9631EFE-FC92-294C-BFB9-AFFA44840E6B}" destId="{2E66766D-EC5A-944E-9D79-3AC2BB2DE06E}" srcOrd="0" destOrd="0" presId="urn:microsoft.com/office/officeart/2005/8/layout/orgChart1"/>
    <dgm:cxn modelId="{87336478-F825-C946-B3BF-12E26285174C}" srcId="{CC7C2B1D-4EF6-1749-B166-5634B400BD37}" destId="{F25E666B-75AF-DA4F-80EA-FCC208FFD097}" srcOrd="1" destOrd="0" parTransId="{04E77B71-6F46-7F43-AEBF-60D4D1D949C7}" sibTransId="{1A70BE8D-6DF1-4B4A-AB49-7B32AD6715AA}"/>
    <dgm:cxn modelId="{E5175879-F2D1-8D41-809A-F7A8A982A08F}" type="presOf" srcId="{7C73357A-A69F-0341-AB97-5EF4B930FCD9}" destId="{AF6488BD-8067-A348-8072-4F7EF21C88B4}" srcOrd="0" destOrd="0" presId="urn:microsoft.com/office/officeart/2005/8/layout/orgChart1"/>
    <dgm:cxn modelId="{8F987A79-3E39-E24D-9443-82BEBB6C433B}" type="presOf" srcId="{8643CB5A-3459-E448-BA44-AC9AC8FEA627}" destId="{6978A025-3784-4846-9B3B-FF3520E5D108}" srcOrd="0" destOrd="0" presId="urn:microsoft.com/office/officeart/2005/8/layout/orgChart1"/>
    <dgm:cxn modelId="{679BB27B-0BB8-F44F-B51C-9C46D0A7A705}" type="presOf" srcId="{072B9410-8065-554C-815B-90069AED33A0}" destId="{6D75D82B-7B61-BF42-9E2C-BA9D353AB006}" srcOrd="0" destOrd="0" presId="urn:microsoft.com/office/officeart/2005/8/layout/orgChart1"/>
    <dgm:cxn modelId="{45F22A7F-2A76-494C-80E9-0334E54A920F}" type="presOf" srcId="{A9A7AA2B-09F7-CC4A-AD8D-9656BEAF19FD}" destId="{A7A91405-83D4-DE4D-958A-3FCB73815E38}" srcOrd="0" destOrd="0" presId="urn:microsoft.com/office/officeart/2005/8/layout/orgChart1"/>
    <dgm:cxn modelId="{9A677689-F869-3A43-8172-EFCAD83627C5}" srcId="{E6AA422B-C7A2-2F40-B810-B9EB77DCF5A0}" destId="{BAFE17CF-E63B-8D43-BC7C-4C8AF7C62C85}" srcOrd="3" destOrd="0" parTransId="{7C73357A-A69F-0341-AB97-5EF4B930FCD9}" sibTransId="{8C4A0D80-1CB3-C848-BEDC-E762DCB38248}"/>
    <dgm:cxn modelId="{6286728E-E426-C749-A1AE-43E16C42D2C1}" srcId="{CC7C2B1D-4EF6-1749-B166-5634B400BD37}" destId="{E6AA422B-C7A2-2F40-B810-B9EB77DCF5A0}" srcOrd="3" destOrd="0" parTransId="{49EB29CA-90AF-D348-BC36-A16565346129}" sibTransId="{82755379-9ECB-7A44-B800-4ACE12E24AEF}"/>
    <dgm:cxn modelId="{2C1CE58E-4FFC-1E4C-A7A1-C8199FEF0ED4}" type="presOf" srcId="{6AC14FE1-5929-3F45-B797-126B149346FD}" destId="{1CA8AD65-B7B5-9A44-A572-5F0D541C2411}" srcOrd="0" destOrd="0" presId="urn:microsoft.com/office/officeart/2005/8/layout/orgChart1"/>
    <dgm:cxn modelId="{A0F5FC97-523D-F24E-93D3-8FA1AE4896B9}" type="presOf" srcId="{4A5A33C7-78AB-0B4B-BA85-3D8575EBB6A3}" destId="{4F5F12A9-19BE-B140-B86A-1CA8AEFA8777}" srcOrd="0" destOrd="0" presId="urn:microsoft.com/office/officeart/2005/8/layout/orgChart1"/>
    <dgm:cxn modelId="{D4AB5598-B400-A74D-B2B7-2BED9606B295}" type="presOf" srcId="{07ABAF5B-B54E-4143-8430-187FB741847C}" destId="{DEDBC824-24B2-024B-B8F6-DE920E0F2C8E}" srcOrd="1" destOrd="0" presId="urn:microsoft.com/office/officeart/2005/8/layout/orgChart1"/>
    <dgm:cxn modelId="{D4349699-496A-3443-B157-40A507DAB7D2}" type="presOf" srcId="{A1A7F52B-65D9-5140-A74D-A2E64E7E4BA6}" destId="{B874623D-5F7E-A44A-B765-387C9568AAF9}" srcOrd="1" destOrd="0" presId="urn:microsoft.com/office/officeart/2005/8/layout/orgChart1"/>
    <dgm:cxn modelId="{F763469A-3F18-CF4F-B31C-44188BFE2452}" type="presOf" srcId="{C694B191-063A-EB45-BDD7-349C0FC70059}" destId="{BA791ECB-1329-5B4C-9AE5-2897A8DDB495}" srcOrd="1" destOrd="0" presId="urn:microsoft.com/office/officeart/2005/8/layout/orgChart1"/>
    <dgm:cxn modelId="{B269BF9D-8051-E343-A714-F54BF1A33625}" type="presOf" srcId="{F8C848E7-0506-7F40-9EFB-C1C0BBA5963B}" destId="{DDDBAD9F-C3C8-4E45-A3DB-AAAE8896F310}" srcOrd="0" destOrd="0" presId="urn:microsoft.com/office/officeart/2005/8/layout/orgChart1"/>
    <dgm:cxn modelId="{2DA858A2-8BBD-9745-9764-0CE99177E32C}" type="presOf" srcId="{0C07BDCC-97E2-5B44-9D21-8554B8EBE9B4}" destId="{4922A2AB-E600-0240-944A-5D391C6E748E}" srcOrd="1" destOrd="0" presId="urn:microsoft.com/office/officeart/2005/8/layout/orgChart1"/>
    <dgm:cxn modelId="{06374BA5-D64D-E042-B948-7004D2CE42D9}" type="presOf" srcId="{E38F21A9-1097-894E-AF37-6589667FA98B}" destId="{1D46C8D7-63F6-2544-9BF7-D19AFC940DC1}" srcOrd="0" destOrd="0" presId="urn:microsoft.com/office/officeart/2005/8/layout/orgChart1"/>
    <dgm:cxn modelId="{5541D4A5-0F98-2B4E-9603-3EDCF789E273}" type="presOf" srcId="{E98C6A50-291F-2D41-AF19-0F620A513A8C}" destId="{13F7E08D-DFCF-1D49-B55D-2C1D2907CCD6}" srcOrd="0" destOrd="0" presId="urn:microsoft.com/office/officeart/2005/8/layout/orgChart1"/>
    <dgm:cxn modelId="{99D3A8A8-9F95-5845-AAE7-B913B9F03A14}" type="presOf" srcId="{CB894453-D43A-004C-9DA2-9488BC51097E}" destId="{3C71A733-A275-4141-8054-6989DAFA7779}" srcOrd="0" destOrd="0" presId="urn:microsoft.com/office/officeart/2005/8/layout/orgChart1"/>
    <dgm:cxn modelId="{DE965EAB-94A3-7842-BA4B-5540220F711A}" type="presOf" srcId="{A1A7F52B-65D9-5140-A74D-A2E64E7E4BA6}" destId="{2E0AB072-E54D-F34F-A859-9DCA0EE389D9}" srcOrd="0" destOrd="0" presId="urn:microsoft.com/office/officeart/2005/8/layout/orgChart1"/>
    <dgm:cxn modelId="{84F181AB-6458-A842-B6AD-4EF7D5ADF258}" type="presOf" srcId="{834585C1-0F13-804D-82A6-7E93D169DD59}" destId="{19ACC391-C487-054C-A845-48F02326E72C}" srcOrd="0" destOrd="0" presId="urn:microsoft.com/office/officeart/2005/8/layout/orgChart1"/>
    <dgm:cxn modelId="{431B15B0-86F8-0549-9023-8C639565D5CB}" type="presOf" srcId="{F25E666B-75AF-DA4F-80EA-FCC208FFD097}" destId="{927AE784-425D-724D-B07B-974403A2295B}" srcOrd="0" destOrd="0" presId="urn:microsoft.com/office/officeart/2005/8/layout/orgChart1"/>
    <dgm:cxn modelId="{A4F80FB1-FF95-A94D-BC7C-AC3B174B3A73}" type="presOf" srcId="{8643CB5A-3459-E448-BA44-AC9AC8FEA627}" destId="{30485B18-D4DD-544F-B76B-C059ECDA69E8}" srcOrd="1" destOrd="0" presId="urn:microsoft.com/office/officeart/2005/8/layout/orgChart1"/>
    <dgm:cxn modelId="{7812DBB5-1FBD-6D42-943F-0267D7452852}" type="presOf" srcId="{4A66BF4A-8EBD-CB4B-B60D-8DDABCEF42F8}" destId="{C3C39948-69D4-9E47-8E99-BDE1EF405CDD}" srcOrd="1" destOrd="0" presId="urn:microsoft.com/office/officeart/2005/8/layout/orgChart1"/>
    <dgm:cxn modelId="{8144A9B6-5DE3-324C-A002-497391E2C4E0}" type="presOf" srcId="{E98C6A50-291F-2D41-AF19-0F620A513A8C}" destId="{DDE3DFEC-899B-3A48-BF67-07237D71BBBE}" srcOrd="1" destOrd="0" presId="urn:microsoft.com/office/officeart/2005/8/layout/orgChart1"/>
    <dgm:cxn modelId="{4BE9E9B6-0690-394B-B71A-E1C7ACC6D7EF}" type="presOf" srcId="{4A66BF4A-8EBD-CB4B-B60D-8DDABCEF42F8}" destId="{58314148-B87B-1D49-86C7-471D27C02DB6}" srcOrd="0" destOrd="0" presId="urn:microsoft.com/office/officeart/2005/8/layout/orgChart1"/>
    <dgm:cxn modelId="{ECC988BB-F278-8845-A83A-56D64ACAEC06}" type="presOf" srcId="{834585C1-0F13-804D-82A6-7E93D169DD59}" destId="{4DA2ADFB-E5E5-5B45-BB6A-B448ED09BD11}" srcOrd="1" destOrd="0" presId="urn:microsoft.com/office/officeart/2005/8/layout/orgChart1"/>
    <dgm:cxn modelId="{56ADC5BD-15DB-7A46-8692-307CFD1C245E}" type="presOf" srcId="{49EB29CA-90AF-D348-BC36-A16565346129}" destId="{9FD08F50-128A-4A4C-82B3-967427418D1B}" srcOrd="0" destOrd="0" presId="urn:microsoft.com/office/officeart/2005/8/layout/orgChart1"/>
    <dgm:cxn modelId="{459B10BE-1078-0A4F-8938-9D3EC10B5873}" type="presOf" srcId="{69BA9802-3DA5-1245-AC11-D26BB28FE43B}" destId="{3D7856E1-1342-A441-A1C0-17C5B42E9314}" srcOrd="0" destOrd="0" presId="urn:microsoft.com/office/officeart/2005/8/layout/orgChart1"/>
    <dgm:cxn modelId="{5E2B20BF-8CD1-9542-B560-D006DD893B4A}" srcId="{CC7C2B1D-4EF6-1749-B166-5634B400BD37}" destId="{4A66BF4A-8EBD-CB4B-B60D-8DDABCEF42F8}" srcOrd="0" destOrd="0" parTransId="{56607BD8-A0D0-3A45-88E5-C395746D6CD6}" sibTransId="{08D53DE2-B36E-404F-BCC1-BD91568B35F4}"/>
    <dgm:cxn modelId="{071B9AC0-B599-264A-AF15-128BE44255A9}" type="presOf" srcId="{357FAA22-9B0F-034F-B258-8DA367C3577E}" destId="{FF7BAB88-1376-A64A-8B7B-A83C9004170A}" srcOrd="0" destOrd="0" presId="urn:microsoft.com/office/officeart/2005/8/layout/orgChart1"/>
    <dgm:cxn modelId="{BD7E28C3-BC32-2E47-AD98-8C207FAA834C}" srcId="{4A66BF4A-8EBD-CB4B-B60D-8DDABCEF42F8}" destId="{834585C1-0F13-804D-82A6-7E93D169DD59}" srcOrd="0" destOrd="0" parTransId="{92527603-1410-9D43-AC14-8921ADDD84A7}" sibTransId="{375C4626-4767-C64E-ADA2-4E78C801B447}"/>
    <dgm:cxn modelId="{8D8796C5-24ED-E64B-A34F-348DDF990081}" type="presOf" srcId="{01094BB3-1E01-8643-8CF5-CB34A5012DBD}" destId="{E4A1D07D-1103-6C43-A6A1-DCCB16880AA9}" srcOrd="1" destOrd="0" presId="urn:microsoft.com/office/officeart/2005/8/layout/orgChart1"/>
    <dgm:cxn modelId="{72EBAAC6-044F-D443-A1D9-D6FCFC1A2349}" srcId="{E6AA422B-C7A2-2F40-B810-B9EB77DCF5A0}" destId="{4C392C8A-15BE-974A-8B45-58DCCE4B6A26}" srcOrd="11" destOrd="0" parTransId="{F8C848E7-0506-7F40-9EFB-C1C0BBA5963B}" sibTransId="{5A108AE7-4B9F-C84C-8884-5BFBB1BB55D9}"/>
    <dgm:cxn modelId="{D03D0AC7-A320-FE41-BAD2-48D75C96206D}" type="presOf" srcId="{48368768-A176-ED4E-9204-FFD2AC0ACBBA}" destId="{EDFA88D7-9C00-1843-9865-A41F4D587B6B}" srcOrd="0" destOrd="0" presId="urn:microsoft.com/office/officeart/2005/8/layout/orgChart1"/>
    <dgm:cxn modelId="{3F236ACC-1C32-EE4B-A6E5-5AE01240ECC3}" type="presOf" srcId="{4B54EA58-409D-A543-BA22-CB24139AD152}" destId="{78A11890-1EDD-4343-AAD5-761FE3D8CB00}" srcOrd="1" destOrd="0" presId="urn:microsoft.com/office/officeart/2005/8/layout/orgChart1"/>
    <dgm:cxn modelId="{C0AAB1CD-EFCD-2E42-8628-AB232B92F837}" srcId="{E6AA422B-C7A2-2F40-B810-B9EB77DCF5A0}" destId="{0C07BDCC-97E2-5B44-9D21-8554B8EBE9B4}" srcOrd="0" destOrd="0" parTransId="{DAC1AD81-2C3B-BD4D-BEB1-AA3E2D33F9CF}" sibTransId="{ADE9715D-ECE1-544F-9E40-C3C2FC5285DC}"/>
    <dgm:cxn modelId="{898C7BCE-75D5-9740-8381-48CE8B1D297F}" srcId="{8643CB5A-3459-E448-BA44-AC9AC8FEA627}" destId="{125C2C04-ED66-004C-BFCF-4390B6133D34}" srcOrd="0" destOrd="0" parTransId="{6AC14FE1-5929-3F45-B797-126B149346FD}" sibTransId="{DE87B7D4-7268-3F44-AA20-E23943DED479}"/>
    <dgm:cxn modelId="{A94966CF-0BEE-1E4D-B31D-E03F5BAD65AF}" type="presOf" srcId="{B7694D2F-1D66-654E-A3D1-5D4E98E49936}" destId="{DA56C967-C92A-C343-BEC9-4AAF3AD0F11C}" srcOrd="0" destOrd="0" presId="urn:microsoft.com/office/officeart/2005/8/layout/orgChart1"/>
    <dgm:cxn modelId="{4A7146D0-3488-2145-9844-BE0F288C0892}" srcId="{E6AA422B-C7A2-2F40-B810-B9EB77DCF5A0}" destId="{E9631EFE-FC92-294C-BFB9-AFFA44840E6B}" srcOrd="12" destOrd="0" parTransId="{B505093C-D9F4-E844-87C4-29AC4BF54EAB}" sibTransId="{336D655C-8513-9749-A35D-1D3323B2FD74}"/>
    <dgm:cxn modelId="{14998AD1-87F4-5A4F-A553-741B47ACF44F}" type="presOf" srcId="{4B54EA58-409D-A543-BA22-CB24139AD152}" destId="{0D55837C-AA54-EB47-9E7C-BCEECBFE5970}" srcOrd="0" destOrd="0" presId="urn:microsoft.com/office/officeart/2005/8/layout/orgChart1"/>
    <dgm:cxn modelId="{309D9FDD-7821-B04A-8392-FAB7885BF1A3}" srcId="{CC7C2B1D-4EF6-1749-B166-5634B400BD37}" destId="{8643CB5A-3459-E448-BA44-AC9AC8FEA627}" srcOrd="4" destOrd="0" parTransId="{CB894453-D43A-004C-9DA2-9488BC51097E}" sibTransId="{A34EA7C4-D763-894C-AF4E-797814A2E091}"/>
    <dgm:cxn modelId="{8456BDDE-B0D3-6048-820D-612F2C58C716}" type="presOf" srcId="{84AEA21E-DD0C-0041-9167-E8F0E16DB0C6}" destId="{E235AE4C-C735-3E4A-98F5-56F3B50B7625}" srcOrd="0" destOrd="0" presId="urn:microsoft.com/office/officeart/2005/8/layout/orgChart1"/>
    <dgm:cxn modelId="{500066E0-348C-E748-AD2C-2D70EA6F76CC}" srcId="{E6AA422B-C7A2-2F40-B810-B9EB77DCF5A0}" destId="{4949036C-1CFB-6F4C-940D-4FBB9E9B50B8}" srcOrd="7" destOrd="0" parTransId="{33B96486-BC8D-EA4A-9146-60A20A93A3C0}" sibTransId="{BB77A9A6-D579-DD47-A2C2-DE5A3252E00B}"/>
    <dgm:cxn modelId="{C8E8DAE9-6394-D54F-81D7-B5D02FD2E69C}" type="presOf" srcId="{4949036C-1CFB-6F4C-940D-4FBB9E9B50B8}" destId="{4A31B671-89B4-5F4D-96BE-B23F8FE1227E}" srcOrd="0" destOrd="0" presId="urn:microsoft.com/office/officeart/2005/8/layout/orgChart1"/>
    <dgm:cxn modelId="{676AE3EB-39EC-3149-B80F-872E008967A5}" srcId="{E6AA422B-C7A2-2F40-B810-B9EB77DCF5A0}" destId="{A1A7F52B-65D9-5140-A74D-A2E64E7E4BA6}" srcOrd="10" destOrd="0" parTransId="{18248749-3A34-BF4D-899A-DF16F05E39D4}" sibTransId="{DBAEC9A0-7025-7242-876E-1BF350D615BE}"/>
    <dgm:cxn modelId="{E0B5B3EC-BC14-0545-87EB-1915CF3560E9}" srcId="{8643CB5A-3459-E448-BA44-AC9AC8FEA627}" destId="{4B54EA58-409D-A543-BA22-CB24139AD152}" srcOrd="5" destOrd="0" parTransId="{B9CB2D86-F9E4-4F4F-8E53-9493172D4637}" sibTransId="{CC14BCBB-E288-5E40-8DD1-2BAA7431A81C}"/>
    <dgm:cxn modelId="{93C671ED-60D0-3646-B736-83F73F91E5DE}" type="presOf" srcId="{7A4C14AA-BFDA-9C4C-9C7C-74624E4D3671}" destId="{5455C744-EAEC-E648-AFF0-B3853FB72636}" srcOrd="0" destOrd="0" presId="urn:microsoft.com/office/officeart/2005/8/layout/orgChart1"/>
    <dgm:cxn modelId="{CEBD8CED-51D7-3B48-9DDA-A5CC10E7543D}" type="presOf" srcId="{64A42675-69FE-654A-868F-EAEBBC31081A}" destId="{AB343015-B6A2-A741-BA8C-962E770191E2}" srcOrd="0" destOrd="0" presId="urn:microsoft.com/office/officeart/2005/8/layout/orgChart1"/>
    <dgm:cxn modelId="{BD73A5F2-17C3-5E45-986E-D3B53664E7C7}" type="presOf" srcId="{E6AA422B-C7A2-2F40-B810-B9EB77DCF5A0}" destId="{062D9E6E-435A-F34C-9479-A0EA404D07BD}" srcOrd="0" destOrd="0" presId="urn:microsoft.com/office/officeart/2005/8/layout/orgChart1"/>
    <dgm:cxn modelId="{9206EFF5-7F41-5E46-A0DB-BC217CF7DFEC}" srcId="{8643CB5A-3459-E448-BA44-AC9AC8FEA627}" destId="{E98C6A50-291F-2D41-AF19-0F620A513A8C}" srcOrd="2" destOrd="0" parTransId="{8D411A66-C133-5849-B5A9-85BEE8682673}" sibTransId="{6AED67EF-CCE1-4A49-90C7-DFA68120DAF4}"/>
    <dgm:cxn modelId="{A01611F8-691A-6F4B-8660-B7E75A36F0AB}" srcId="{E6AA422B-C7A2-2F40-B810-B9EB77DCF5A0}" destId="{0A7B942B-81AD-9448-BC99-70508F4AEE41}" srcOrd="5" destOrd="0" parTransId="{9404CBF7-334C-4D4F-912D-6FD2965A01B2}" sibTransId="{27CCC470-713F-7143-A193-95BBCE01304A}"/>
    <dgm:cxn modelId="{2CCCAAFA-509F-D348-A6AB-9AA2737DD87E}" type="presOf" srcId="{6B775961-58EA-3146-A52E-DD681D5158CF}" destId="{31E362FC-C597-7041-B468-C8CD2BA68D6E}" srcOrd="0" destOrd="0" presId="urn:microsoft.com/office/officeart/2005/8/layout/orgChart1"/>
    <dgm:cxn modelId="{42A766FE-7C11-224A-8C08-2C8A17B2173D}" type="presOf" srcId="{33B96486-BC8D-EA4A-9146-60A20A93A3C0}" destId="{941790DB-421B-864D-B19A-F6A5F30BCDB9}" srcOrd="0" destOrd="0" presId="urn:microsoft.com/office/officeart/2005/8/layout/orgChart1"/>
    <dgm:cxn modelId="{E26DF9FE-E7F9-4C4E-B2E0-2671720058C3}" type="presOf" srcId="{CC7C2B1D-4EF6-1749-B166-5634B400BD37}" destId="{6A023FA6-A00F-E349-AA62-BED1FADAF498}" srcOrd="0" destOrd="0" presId="urn:microsoft.com/office/officeart/2005/8/layout/orgChart1"/>
    <dgm:cxn modelId="{87870A79-E081-B647-9469-15F40D85572F}" type="presParOf" srcId="{2D75B640-93ED-7048-9444-A466CB86EDFB}" destId="{1965B77D-9E66-A44E-861A-383C6BC8A89E}" srcOrd="0" destOrd="0" presId="urn:microsoft.com/office/officeart/2005/8/layout/orgChart1"/>
    <dgm:cxn modelId="{4E6B7E97-FCF1-EE45-9413-0FE4ECCA4FA3}" type="presParOf" srcId="{1965B77D-9E66-A44E-861A-383C6BC8A89E}" destId="{98077673-BD00-C94F-B513-BEB9C676DBC5}" srcOrd="0" destOrd="0" presId="urn:microsoft.com/office/officeart/2005/8/layout/orgChart1"/>
    <dgm:cxn modelId="{61BFEC31-4935-D947-B4E5-C792CD335F5B}" type="presParOf" srcId="{98077673-BD00-C94F-B513-BEB9C676DBC5}" destId="{6A023FA6-A00F-E349-AA62-BED1FADAF498}" srcOrd="0" destOrd="0" presId="urn:microsoft.com/office/officeart/2005/8/layout/orgChart1"/>
    <dgm:cxn modelId="{011EFD22-3EFF-C144-93CE-A075CC5D8304}" type="presParOf" srcId="{98077673-BD00-C94F-B513-BEB9C676DBC5}" destId="{71350900-44D8-5841-9CB1-E0596D62A468}" srcOrd="1" destOrd="0" presId="urn:microsoft.com/office/officeart/2005/8/layout/orgChart1"/>
    <dgm:cxn modelId="{793F9E0E-AF1F-EF45-A674-EC7BA8B6E300}" type="presParOf" srcId="{1965B77D-9E66-A44E-861A-383C6BC8A89E}" destId="{58605AEC-CCED-8843-94F0-2A1664DDFD81}" srcOrd="1" destOrd="0" presId="urn:microsoft.com/office/officeart/2005/8/layout/orgChart1"/>
    <dgm:cxn modelId="{A8EC4CD4-44E7-A744-89DD-56B18F8ED5AA}" type="presParOf" srcId="{58605AEC-CCED-8843-94F0-2A1664DDFD81}" destId="{DA8130B7-5B71-E142-B294-97EF493CB569}" srcOrd="0" destOrd="0" presId="urn:microsoft.com/office/officeart/2005/8/layout/orgChart1"/>
    <dgm:cxn modelId="{E5AF135F-653B-4C43-8567-9429E330B634}" type="presParOf" srcId="{58605AEC-CCED-8843-94F0-2A1664DDFD81}" destId="{5C75F000-3CAF-E349-AEFF-850ACDC0B1BB}" srcOrd="1" destOrd="0" presId="urn:microsoft.com/office/officeart/2005/8/layout/orgChart1"/>
    <dgm:cxn modelId="{83AE59EC-1BE1-7248-904A-1F6DEBD76CE9}" type="presParOf" srcId="{5C75F000-3CAF-E349-AEFF-850ACDC0B1BB}" destId="{7EA7CE73-43EB-7B41-9157-F571DB5CAC0C}" srcOrd="0" destOrd="0" presId="urn:microsoft.com/office/officeart/2005/8/layout/orgChart1"/>
    <dgm:cxn modelId="{B6031C33-3258-8D45-854F-B57CA073B708}" type="presParOf" srcId="{7EA7CE73-43EB-7B41-9157-F571DB5CAC0C}" destId="{58314148-B87B-1D49-86C7-471D27C02DB6}" srcOrd="0" destOrd="0" presId="urn:microsoft.com/office/officeart/2005/8/layout/orgChart1"/>
    <dgm:cxn modelId="{5788F127-4E08-034B-9BD0-07C83020E619}" type="presParOf" srcId="{7EA7CE73-43EB-7B41-9157-F571DB5CAC0C}" destId="{C3C39948-69D4-9E47-8E99-BDE1EF405CDD}" srcOrd="1" destOrd="0" presId="urn:microsoft.com/office/officeart/2005/8/layout/orgChart1"/>
    <dgm:cxn modelId="{2588027F-DE49-3E4D-B13C-2F8BF3B3F948}" type="presParOf" srcId="{5C75F000-3CAF-E349-AEFF-850ACDC0B1BB}" destId="{43A74BA1-6526-D14E-9A4B-57C3E0A498A7}" srcOrd="1" destOrd="0" presId="urn:microsoft.com/office/officeart/2005/8/layout/orgChart1"/>
    <dgm:cxn modelId="{DF3B47CF-7162-C04A-AF1D-D4C1937B1342}" type="presParOf" srcId="{43A74BA1-6526-D14E-9A4B-57C3E0A498A7}" destId="{31F21A5C-D787-CC46-BE11-65EBCF4EA6FD}" srcOrd="0" destOrd="0" presId="urn:microsoft.com/office/officeart/2005/8/layout/orgChart1"/>
    <dgm:cxn modelId="{7F64C577-37AB-394C-B4E8-3718344BFAA0}" type="presParOf" srcId="{43A74BA1-6526-D14E-9A4B-57C3E0A498A7}" destId="{694EC0EC-3FCD-214D-9D9E-3331050BA818}" srcOrd="1" destOrd="0" presId="urn:microsoft.com/office/officeart/2005/8/layout/orgChart1"/>
    <dgm:cxn modelId="{B988BDFB-76C2-D04E-B4E3-4E41447B55A7}" type="presParOf" srcId="{694EC0EC-3FCD-214D-9D9E-3331050BA818}" destId="{CC6E004B-7338-2643-8E5E-53A00D1C6793}" srcOrd="0" destOrd="0" presId="urn:microsoft.com/office/officeart/2005/8/layout/orgChart1"/>
    <dgm:cxn modelId="{048BD220-7A50-C047-82D0-4BF34589B9FC}" type="presParOf" srcId="{CC6E004B-7338-2643-8E5E-53A00D1C6793}" destId="{19ACC391-C487-054C-A845-48F02326E72C}" srcOrd="0" destOrd="0" presId="urn:microsoft.com/office/officeart/2005/8/layout/orgChart1"/>
    <dgm:cxn modelId="{88B15011-5824-F041-92B2-779B55DF89CF}" type="presParOf" srcId="{CC6E004B-7338-2643-8E5E-53A00D1C6793}" destId="{4DA2ADFB-E5E5-5B45-BB6A-B448ED09BD11}" srcOrd="1" destOrd="0" presId="urn:microsoft.com/office/officeart/2005/8/layout/orgChart1"/>
    <dgm:cxn modelId="{1BDDD0A2-918C-EB47-B796-3623B237E6B4}" type="presParOf" srcId="{694EC0EC-3FCD-214D-9D9E-3331050BA818}" destId="{ACB8EC85-0B47-6841-AD6B-F2B3860C9630}" srcOrd="1" destOrd="0" presId="urn:microsoft.com/office/officeart/2005/8/layout/orgChart1"/>
    <dgm:cxn modelId="{86AA0113-5B76-F542-87A8-31D7B2864436}" type="presParOf" srcId="{694EC0EC-3FCD-214D-9D9E-3331050BA818}" destId="{7DB347C5-C26E-6B49-BC48-1E5012965EFB}" srcOrd="2" destOrd="0" presId="urn:microsoft.com/office/officeart/2005/8/layout/orgChart1"/>
    <dgm:cxn modelId="{39FF1486-55AF-654F-8FA4-FA51BEEF97CC}" type="presParOf" srcId="{43A74BA1-6526-D14E-9A4B-57C3E0A498A7}" destId="{DA56C967-C92A-C343-BEC9-4AAF3AD0F11C}" srcOrd="2" destOrd="0" presId="urn:microsoft.com/office/officeart/2005/8/layout/orgChart1"/>
    <dgm:cxn modelId="{9F793AB8-E5E2-E94D-9CEE-6C7A29D9EEC5}" type="presParOf" srcId="{43A74BA1-6526-D14E-9A4B-57C3E0A498A7}" destId="{6F649ABA-5C4C-BB42-BE61-E58A270996A9}" srcOrd="3" destOrd="0" presId="urn:microsoft.com/office/officeart/2005/8/layout/orgChart1"/>
    <dgm:cxn modelId="{6B56FA39-A05A-E247-B065-DA140DE9A65B}" type="presParOf" srcId="{6F649ABA-5C4C-BB42-BE61-E58A270996A9}" destId="{2E1B1939-340F-9646-BAD0-A0E22F3F724B}" srcOrd="0" destOrd="0" presId="urn:microsoft.com/office/officeart/2005/8/layout/orgChart1"/>
    <dgm:cxn modelId="{A1FB757B-40A9-7544-AC13-2A5FAE1CEF48}" type="presParOf" srcId="{2E1B1939-340F-9646-BAD0-A0E22F3F724B}" destId="{FF7BAB88-1376-A64A-8B7B-A83C9004170A}" srcOrd="0" destOrd="0" presId="urn:microsoft.com/office/officeart/2005/8/layout/orgChart1"/>
    <dgm:cxn modelId="{6617DFEA-7289-C241-A4EF-C58624DC212B}" type="presParOf" srcId="{2E1B1939-340F-9646-BAD0-A0E22F3F724B}" destId="{D76256C3-8281-7A47-B8A2-373D6989D719}" srcOrd="1" destOrd="0" presId="urn:microsoft.com/office/officeart/2005/8/layout/orgChart1"/>
    <dgm:cxn modelId="{96BF8BBD-B607-7C46-AB50-4444D84540B4}" type="presParOf" srcId="{6F649ABA-5C4C-BB42-BE61-E58A270996A9}" destId="{145678FC-22CD-1040-84BB-BBD07C005330}" srcOrd="1" destOrd="0" presId="urn:microsoft.com/office/officeart/2005/8/layout/orgChart1"/>
    <dgm:cxn modelId="{97B353FA-F2C8-894C-9688-3E2B0289218A}" type="presParOf" srcId="{6F649ABA-5C4C-BB42-BE61-E58A270996A9}" destId="{7AC7E761-AE2C-4843-A722-8F10A307DD63}" srcOrd="2" destOrd="0" presId="urn:microsoft.com/office/officeart/2005/8/layout/orgChart1"/>
    <dgm:cxn modelId="{55C1432A-8DED-B943-A7AA-5434319A1CBA}" type="presParOf" srcId="{5C75F000-3CAF-E349-AEFF-850ACDC0B1BB}" destId="{E5B96F1B-879E-5A42-AB62-A181FE088EC8}" srcOrd="2" destOrd="0" presId="urn:microsoft.com/office/officeart/2005/8/layout/orgChart1"/>
    <dgm:cxn modelId="{14F1884E-69EE-A146-8D63-C5A28553568C}" type="presParOf" srcId="{58605AEC-CCED-8843-94F0-2A1664DDFD81}" destId="{664454AD-FA0D-784C-A5FA-4DC741447DFE}" srcOrd="2" destOrd="0" presId="urn:microsoft.com/office/officeart/2005/8/layout/orgChart1"/>
    <dgm:cxn modelId="{6D9E64BF-D907-7B4C-8BF0-701AD5EC9F95}" type="presParOf" srcId="{58605AEC-CCED-8843-94F0-2A1664DDFD81}" destId="{789E19FE-8B73-2440-BAA9-D6C0D892CE60}" srcOrd="3" destOrd="0" presId="urn:microsoft.com/office/officeart/2005/8/layout/orgChart1"/>
    <dgm:cxn modelId="{32A9B35F-FEA5-5246-85B3-726A0E5ECF36}" type="presParOf" srcId="{789E19FE-8B73-2440-BAA9-D6C0D892CE60}" destId="{88506077-66F4-8F47-A7C6-2DB6C2615C0D}" srcOrd="0" destOrd="0" presId="urn:microsoft.com/office/officeart/2005/8/layout/orgChart1"/>
    <dgm:cxn modelId="{8FA1366E-0EBF-9B43-B078-C019C99A6C1E}" type="presParOf" srcId="{88506077-66F4-8F47-A7C6-2DB6C2615C0D}" destId="{927AE784-425D-724D-B07B-974403A2295B}" srcOrd="0" destOrd="0" presId="urn:microsoft.com/office/officeart/2005/8/layout/orgChart1"/>
    <dgm:cxn modelId="{3EE8B097-7DF4-5E49-9897-A6CB90F8E3B3}" type="presParOf" srcId="{88506077-66F4-8F47-A7C6-2DB6C2615C0D}" destId="{626CABF9-B65F-AF43-BAEC-B10E2B1F088B}" srcOrd="1" destOrd="0" presId="urn:microsoft.com/office/officeart/2005/8/layout/orgChart1"/>
    <dgm:cxn modelId="{03DD9C42-C872-6B46-8421-837EE0199649}" type="presParOf" srcId="{789E19FE-8B73-2440-BAA9-D6C0D892CE60}" destId="{EC726612-435B-F444-9298-9B9BAAD4C131}" srcOrd="1" destOrd="0" presId="urn:microsoft.com/office/officeart/2005/8/layout/orgChart1"/>
    <dgm:cxn modelId="{8602E8EB-ECA9-4142-A9C4-CD3AB0BBF61E}" type="presParOf" srcId="{789E19FE-8B73-2440-BAA9-D6C0D892CE60}" destId="{604EB344-90B9-714C-8A60-2E4001D3F168}" srcOrd="2" destOrd="0" presId="urn:microsoft.com/office/officeart/2005/8/layout/orgChart1"/>
    <dgm:cxn modelId="{6C6F2643-3014-9544-8C54-7C1ADD3CA98A}" type="presParOf" srcId="{58605AEC-CCED-8843-94F0-2A1664DDFD81}" destId="{BF0593D9-7061-B94E-A738-300BB2D45805}" srcOrd="4" destOrd="0" presId="urn:microsoft.com/office/officeart/2005/8/layout/orgChart1"/>
    <dgm:cxn modelId="{3C0689BC-AB07-7F49-9C75-9606E9335E59}" type="presParOf" srcId="{58605AEC-CCED-8843-94F0-2A1664DDFD81}" destId="{7EC57C8E-96E2-0B4E-8C89-583903094029}" srcOrd="5" destOrd="0" presId="urn:microsoft.com/office/officeart/2005/8/layout/orgChart1"/>
    <dgm:cxn modelId="{D88EA7D1-3078-5A46-A9F7-07113B3A390F}" type="presParOf" srcId="{7EC57C8E-96E2-0B4E-8C89-583903094029}" destId="{1A52F6B5-3511-DD4D-83B1-67203007058E}" srcOrd="0" destOrd="0" presId="urn:microsoft.com/office/officeart/2005/8/layout/orgChart1"/>
    <dgm:cxn modelId="{870A1FC4-8CEF-5A46-99D3-F9331B59F22E}" type="presParOf" srcId="{1A52F6B5-3511-DD4D-83B1-67203007058E}" destId="{31E362FC-C597-7041-B468-C8CD2BA68D6E}" srcOrd="0" destOrd="0" presId="urn:microsoft.com/office/officeart/2005/8/layout/orgChart1"/>
    <dgm:cxn modelId="{B5F6D6E0-B27E-7345-B3B0-2A2A9BFD73A8}" type="presParOf" srcId="{1A52F6B5-3511-DD4D-83B1-67203007058E}" destId="{963EA3A8-5743-F842-BD02-1B9AD306E3E4}" srcOrd="1" destOrd="0" presId="urn:microsoft.com/office/officeart/2005/8/layout/orgChart1"/>
    <dgm:cxn modelId="{049601DE-8981-804F-A0E3-3D7F6C42EC30}" type="presParOf" srcId="{7EC57C8E-96E2-0B4E-8C89-583903094029}" destId="{B4C9EA18-C655-2F4A-B79B-24F94F4E3C55}" srcOrd="1" destOrd="0" presId="urn:microsoft.com/office/officeart/2005/8/layout/orgChart1"/>
    <dgm:cxn modelId="{2E0ABC7A-5F07-6044-8DF7-F72FFADF6E03}" type="presParOf" srcId="{B4C9EA18-C655-2F4A-B79B-24F94F4E3C55}" destId="{45BE5A80-2777-0C45-B2A4-35FCB1ED5F36}" srcOrd="0" destOrd="0" presId="urn:microsoft.com/office/officeart/2005/8/layout/orgChart1"/>
    <dgm:cxn modelId="{3751F550-2BDD-B647-A4E8-B01352E2FA8B}" type="presParOf" srcId="{B4C9EA18-C655-2F4A-B79B-24F94F4E3C55}" destId="{F1D8B1B8-B3C0-E74A-9842-E451FE80A5FD}" srcOrd="1" destOrd="0" presId="urn:microsoft.com/office/officeart/2005/8/layout/orgChart1"/>
    <dgm:cxn modelId="{7306C626-C716-894C-83FF-0563665BE841}" type="presParOf" srcId="{F1D8B1B8-B3C0-E74A-9842-E451FE80A5FD}" destId="{4E1BA90E-6B6A-E546-901D-650CB670D4B6}" srcOrd="0" destOrd="0" presId="urn:microsoft.com/office/officeart/2005/8/layout/orgChart1"/>
    <dgm:cxn modelId="{C326AB19-5DE9-A148-9A39-0B085588EC3D}" type="presParOf" srcId="{4E1BA90E-6B6A-E546-901D-650CB670D4B6}" destId="{5455C744-EAEC-E648-AFF0-B3853FB72636}" srcOrd="0" destOrd="0" presId="urn:microsoft.com/office/officeart/2005/8/layout/orgChart1"/>
    <dgm:cxn modelId="{05C875A5-ED76-B447-8AB6-DE1DE269172A}" type="presParOf" srcId="{4E1BA90E-6B6A-E546-901D-650CB670D4B6}" destId="{E849F31D-3D72-194B-83BB-928FF8DC7734}" srcOrd="1" destOrd="0" presId="urn:microsoft.com/office/officeart/2005/8/layout/orgChart1"/>
    <dgm:cxn modelId="{13185D33-1460-CA46-A1B4-4CCB8719280A}" type="presParOf" srcId="{F1D8B1B8-B3C0-E74A-9842-E451FE80A5FD}" destId="{694BFDAB-039C-E54E-970D-93EEDAAF0270}" srcOrd="1" destOrd="0" presId="urn:microsoft.com/office/officeart/2005/8/layout/orgChart1"/>
    <dgm:cxn modelId="{241CB612-F7D3-3140-9BA7-389F66657645}" type="presParOf" srcId="{F1D8B1B8-B3C0-E74A-9842-E451FE80A5FD}" destId="{BABC72D4-E7AC-B64E-8441-075883D246E1}" srcOrd="2" destOrd="0" presId="urn:microsoft.com/office/officeart/2005/8/layout/orgChart1"/>
    <dgm:cxn modelId="{7ECC6129-101F-0642-8BE8-799C1AB219A3}" type="presParOf" srcId="{B4C9EA18-C655-2F4A-B79B-24F94F4E3C55}" destId="{A7A91405-83D4-DE4D-958A-3FCB73815E38}" srcOrd="2" destOrd="0" presId="urn:microsoft.com/office/officeart/2005/8/layout/orgChart1"/>
    <dgm:cxn modelId="{396006B7-7EFD-2F46-8BB3-10567B1E3D92}" type="presParOf" srcId="{B4C9EA18-C655-2F4A-B79B-24F94F4E3C55}" destId="{923BBB3A-EC7F-9345-9A61-285FCF478815}" srcOrd="3" destOrd="0" presId="urn:microsoft.com/office/officeart/2005/8/layout/orgChart1"/>
    <dgm:cxn modelId="{DFD4C4BC-D5C6-E343-9890-CD2756FDE791}" type="presParOf" srcId="{923BBB3A-EC7F-9345-9A61-285FCF478815}" destId="{E8E5E84B-288A-C249-9AA5-21E174950FA0}" srcOrd="0" destOrd="0" presId="urn:microsoft.com/office/officeart/2005/8/layout/orgChart1"/>
    <dgm:cxn modelId="{F35DDB2E-0E69-8A47-AA79-3062D72F7C27}" type="presParOf" srcId="{E8E5E84B-288A-C249-9AA5-21E174950FA0}" destId="{5A605779-192F-0347-8BE3-5528A55A19BC}" srcOrd="0" destOrd="0" presId="urn:microsoft.com/office/officeart/2005/8/layout/orgChart1"/>
    <dgm:cxn modelId="{0DB2B936-9119-B144-A18D-AC256F42B57F}" type="presParOf" srcId="{E8E5E84B-288A-C249-9AA5-21E174950FA0}" destId="{DEDBC824-24B2-024B-B8F6-DE920E0F2C8E}" srcOrd="1" destOrd="0" presId="urn:microsoft.com/office/officeart/2005/8/layout/orgChart1"/>
    <dgm:cxn modelId="{C395B824-7438-D64A-8BC1-EC98CB618E2B}" type="presParOf" srcId="{923BBB3A-EC7F-9345-9A61-285FCF478815}" destId="{7BDA30F3-1C78-A947-BCE9-7B8ACA0DE014}" srcOrd="1" destOrd="0" presId="urn:microsoft.com/office/officeart/2005/8/layout/orgChart1"/>
    <dgm:cxn modelId="{7CFF7A1A-8C8C-9E4D-A800-1126AA07F674}" type="presParOf" srcId="{923BBB3A-EC7F-9345-9A61-285FCF478815}" destId="{D1632B53-DB3B-BA43-AE52-1735C7A54EA1}" srcOrd="2" destOrd="0" presId="urn:microsoft.com/office/officeart/2005/8/layout/orgChart1"/>
    <dgm:cxn modelId="{91BA28C9-FFC2-0F4E-8DF2-9B1001090B30}" type="presParOf" srcId="{7EC57C8E-96E2-0B4E-8C89-583903094029}" destId="{B73E3A80-6A2B-CD4E-8F89-CA0C5BBDE363}" srcOrd="2" destOrd="0" presId="urn:microsoft.com/office/officeart/2005/8/layout/orgChart1"/>
    <dgm:cxn modelId="{BE296AF2-F09B-3441-AFAE-3306CEA9C441}" type="presParOf" srcId="{58605AEC-CCED-8843-94F0-2A1664DDFD81}" destId="{9FD08F50-128A-4A4C-82B3-967427418D1B}" srcOrd="6" destOrd="0" presId="urn:microsoft.com/office/officeart/2005/8/layout/orgChart1"/>
    <dgm:cxn modelId="{D158678A-41FF-E940-B80C-1FC924C068C3}" type="presParOf" srcId="{58605AEC-CCED-8843-94F0-2A1664DDFD81}" destId="{CC42CCA7-9B27-F84B-AFA4-47BD0244F3EB}" srcOrd="7" destOrd="0" presId="urn:microsoft.com/office/officeart/2005/8/layout/orgChart1"/>
    <dgm:cxn modelId="{E7FC6346-1F1E-D640-9EB5-A88F9AC300C5}" type="presParOf" srcId="{CC42CCA7-9B27-F84B-AFA4-47BD0244F3EB}" destId="{EBC73A7A-412E-8B49-932A-50A2FFF44179}" srcOrd="0" destOrd="0" presId="urn:microsoft.com/office/officeart/2005/8/layout/orgChart1"/>
    <dgm:cxn modelId="{8E3B7C02-B434-C642-A241-AA9F727754D3}" type="presParOf" srcId="{EBC73A7A-412E-8B49-932A-50A2FFF44179}" destId="{062D9E6E-435A-F34C-9479-A0EA404D07BD}" srcOrd="0" destOrd="0" presId="urn:microsoft.com/office/officeart/2005/8/layout/orgChart1"/>
    <dgm:cxn modelId="{A1FE2FB7-3DAF-154D-968B-2D877E6491AB}" type="presParOf" srcId="{EBC73A7A-412E-8B49-932A-50A2FFF44179}" destId="{8B59C7D0-A6AE-5D4E-98AA-70C2D8ED99EB}" srcOrd="1" destOrd="0" presId="urn:microsoft.com/office/officeart/2005/8/layout/orgChart1"/>
    <dgm:cxn modelId="{315B7493-4B71-474D-9EB5-E32F58E6E750}" type="presParOf" srcId="{CC42CCA7-9B27-F84B-AFA4-47BD0244F3EB}" destId="{0387B222-7639-6F43-9771-05DCF0090FF7}" srcOrd="1" destOrd="0" presId="urn:microsoft.com/office/officeart/2005/8/layout/orgChart1"/>
    <dgm:cxn modelId="{9DA143AF-4DF6-4349-9A45-3975376345CC}" type="presParOf" srcId="{0387B222-7639-6F43-9771-05DCF0090FF7}" destId="{70A4BACE-26B2-C14E-AD5A-29A344EACC27}" srcOrd="0" destOrd="0" presId="urn:microsoft.com/office/officeart/2005/8/layout/orgChart1"/>
    <dgm:cxn modelId="{978EC219-F88B-B044-A1DA-07C1BA78A091}" type="presParOf" srcId="{0387B222-7639-6F43-9771-05DCF0090FF7}" destId="{E7500AEF-F19D-E540-A698-84983D97A8AD}" srcOrd="1" destOrd="0" presId="urn:microsoft.com/office/officeart/2005/8/layout/orgChart1"/>
    <dgm:cxn modelId="{130B8A75-A70F-AE42-ACD4-985D7B25605D}" type="presParOf" srcId="{E7500AEF-F19D-E540-A698-84983D97A8AD}" destId="{107F9166-2613-2947-B394-44A91E824B93}" srcOrd="0" destOrd="0" presId="urn:microsoft.com/office/officeart/2005/8/layout/orgChart1"/>
    <dgm:cxn modelId="{BD3697C2-AE2F-3746-98E0-A3F425545A39}" type="presParOf" srcId="{107F9166-2613-2947-B394-44A91E824B93}" destId="{F9A99F5A-F1BC-5A45-8D39-7957BD267159}" srcOrd="0" destOrd="0" presId="urn:microsoft.com/office/officeart/2005/8/layout/orgChart1"/>
    <dgm:cxn modelId="{F9A7D94B-787A-1245-9194-F16AEF7B39FA}" type="presParOf" srcId="{107F9166-2613-2947-B394-44A91E824B93}" destId="{4922A2AB-E600-0240-944A-5D391C6E748E}" srcOrd="1" destOrd="0" presId="urn:microsoft.com/office/officeart/2005/8/layout/orgChart1"/>
    <dgm:cxn modelId="{444D4CD7-D64A-0E43-9C37-4E804A74B540}" type="presParOf" srcId="{E7500AEF-F19D-E540-A698-84983D97A8AD}" destId="{3E09319A-1107-CB44-9E4F-0FC3A58D3265}" srcOrd="1" destOrd="0" presId="urn:microsoft.com/office/officeart/2005/8/layout/orgChart1"/>
    <dgm:cxn modelId="{4D3878A3-49D6-554C-87D0-7520B3D7BF4E}" type="presParOf" srcId="{E7500AEF-F19D-E540-A698-84983D97A8AD}" destId="{D86E3812-C016-2E47-A7F4-417748B7ED9A}" srcOrd="2" destOrd="0" presId="urn:microsoft.com/office/officeart/2005/8/layout/orgChart1"/>
    <dgm:cxn modelId="{87866F83-E9FB-D946-B44A-125C594D1544}" type="presParOf" srcId="{0387B222-7639-6F43-9771-05DCF0090FF7}" destId="{4B9BF864-7F40-E045-A793-1975F1006CE2}" srcOrd="2" destOrd="0" presId="urn:microsoft.com/office/officeart/2005/8/layout/orgChart1"/>
    <dgm:cxn modelId="{91D56D9A-8E28-6847-B627-4E9C8F869DBC}" type="presParOf" srcId="{0387B222-7639-6F43-9771-05DCF0090FF7}" destId="{A6793D1F-8B86-7D4B-8579-30971E0C8D91}" srcOrd="3" destOrd="0" presId="urn:microsoft.com/office/officeart/2005/8/layout/orgChart1"/>
    <dgm:cxn modelId="{18EAF1C1-0F66-EF41-9529-AA0F2F6FFE21}" type="presParOf" srcId="{A6793D1F-8B86-7D4B-8579-30971E0C8D91}" destId="{3C85F911-6178-9D47-B07E-4ABFAB88ECBF}" srcOrd="0" destOrd="0" presId="urn:microsoft.com/office/officeart/2005/8/layout/orgChart1"/>
    <dgm:cxn modelId="{D60CB3E2-88F2-B749-A6C6-EE9E96617C83}" type="presParOf" srcId="{3C85F911-6178-9D47-B07E-4ABFAB88ECBF}" destId="{0BFFAFD2-C3EB-AD49-B9F4-A1676FEC3F82}" srcOrd="0" destOrd="0" presId="urn:microsoft.com/office/officeart/2005/8/layout/orgChart1"/>
    <dgm:cxn modelId="{604FB1AB-2235-724F-99CE-0FE7B4E2F25B}" type="presParOf" srcId="{3C85F911-6178-9D47-B07E-4ABFAB88ECBF}" destId="{11D4EF32-4EFD-A94D-A9D6-EEEB871D099D}" srcOrd="1" destOrd="0" presId="urn:microsoft.com/office/officeart/2005/8/layout/orgChart1"/>
    <dgm:cxn modelId="{B0327581-7F8A-1C44-BC78-9E59B2B42978}" type="presParOf" srcId="{A6793D1F-8B86-7D4B-8579-30971E0C8D91}" destId="{009718B5-B01F-9C41-8C9A-B1B0F003FF1A}" srcOrd="1" destOrd="0" presId="urn:microsoft.com/office/officeart/2005/8/layout/orgChart1"/>
    <dgm:cxn modelId="{FBE5C5E7-0781-3F44-B759-0A44D2A2D6E8}" type="presParOf" srcId="{A6793D1F-8B86-7D4B-8579-30971E0C8D91}" destId="{B0820A34-5FBB-9D44-BCC8-FDB8F653405D}" srcOrd="2" destOrd="0" presId="urn:microsoft.com/office/officeart/2005/8/layout/orgChart1"/>
    <dgm:cxn modelId="{CD72A9FF-57DC-8B42-BD43-148BA4E5B3BF}" type="presParOf" srcId="{0387B222-7639-6F43-9771-05DCF0090FF7}" destId="{F92D2E67-D706-7C4B-A824-E50CE83585BC}" srcOrd="4" destOrd="0" presId="urn:microsoft.com/office/officeart/2005/8/layout/orgChart1"/>
    <dgm:cxn modelId="{AD7A56CD-742D-EC4E-898F-7F37259EA41D}" type="presParOf" srcId="{0387B222-7639-6F43-9771-05DCF0090FF7}" destId="{47459FDF-B238-1647-8C4D-F8C3A6D0CC45}" srcOrd="5" destOrd="0" presId="urn:microsoft.com/office/officeart/2005/8/layout/orgChart1"/>
    <dgm:cxn modelId="{DCAEE3C7-AAFE-EB4E-9F74-A98BBCEA9BE7}" type="presParOf" srcId="{47459FDF-B238-1647-8C4D-F8C3A6D0CC45}" destId="{9B1FEB49-1073-B243-A3DD-F8023AF5D263}" srcOrd="0" destOrd="0" presId="urn:microsoft.com/office/officeart/2005/8/layout/orgChart1"/>
    <dgm:cxn modelId="{57476DF1-6262-2742-B411-38CEC1C18D55}" type="presParOf" srcId="{9B1FEB49-1073-B243-A3DD-F8023AF5D263}" destId="{6D75D82B-7B61-BF42-9E2C-BA9D353AB006}" srcOrd="0" destOrd="0" presId="urn:microsoft.com/office/officeart/2005/8/layout/orgChart1"/>
    <dgm:cxn modelId="{DA0B890C-8879-8E4E-8CE7-7F794D527E7A}" type="presParOf" srcId="{9B1FEB49-1073-B243-A3DD-F8023AF5D263}" destId="{F596620D-7213-D447-9CBF-12ED6A2C2B46}" srcOrd="1" destOrd="0" presId="urn:microsoft.com/office/officeart/2005/8/layout/orgChart1"/>
    <dgm:cxn modelId="{E8C63B93-BB08-EA48-AD65-91F9DB315FA7}" type="presParOf" srcId="{47459FDF-B238-1647-8C4D-F8C3A6D0CC45}" destId="{408C3F39-0FD9-F146-AC4F-B5724B220006}" srcOrd="1" destOrd="0" presId="urn:microsoft.com/office/officeart/2005/8/layout/orgChart1"/>
    <dgm:cxn modelId="{50E83175-6278-B044-BB37-440A631D83DC}" type="presParOf" srcId="{47459FDF-B238-1647-8C4D-F8C3A6D0CC45}" destId="{9F4B40E1-F3A0-8C44-9B32-AF176956DFBC}" srcOrd="2" destOrd="0" presId="urn:microsoft.com/office/officeart/2005/8/layout/orgChart1"/>
    <dgm:cxn modelId="{1C4F13FA-0010-6148-ACE9-DD7A88E88005}" type="presParOf" srcId="{0387B222-7639-6F43-9771-05DCF0090FF7}" destId="{AF6488BD-8067-A348-8072-4F7EF21C88B4}" srcOrd="6" destOrd="0" presId="urn:microsoft.com/office/officeart/2005/8/layout/orgChart1"/>
    <dgm:cxn modelId="{2BBD703A-1B17-4C4F-9620-E74C7AB6C816}" type="presParOf" srcId="{0387B222-7639-6F43-9771-05DCF0090FF7}" destId="{EB8EC6B7-AFB1-064D-B79D-203C77774605}" srcOrd="7" destOrd="0" presId="urn:microsoft.com/office/officeart/2005/8/layout/orgChart1"/>
    <dgm:cxn modelId="{98E028FE-A248-1744-8D90-4740318E337A}" type="presParOf" srcId="{EB8EC6B7-AFB1-064D-B79D-203C77774605}" destId="{C6B92A53-40EE-784B-9E71-F6530C653332}" srcOrd="0" destOrd="0" presId="urn:microsoft.com/office/officeart/2005/8/layout/orgChart1"/>
    <dgm:cxn modelId="{2A75093A-7A69-864F-A4F8-ED3434F29488}" type="presParOf" srcId="{C6B92A53-40EE-784B-9E71-F6530C653332}" destId="{4C64B03D-B9DD-5C4D-91F1-F2688A91E253}" srcOrd="0" destOrd="0" presId="urn:microsoft.com/office/officeart/2005/8/layout/orgChart1"/>
    <dgm:cxn modelId="{0F9F92B5-F41F-B949-9377-45ACFE62884B}" type="presParOf" srcId="{C6B92A53-40EE-784B-9E71-F6530C653332}" destId="{31045582-48DF-6C46-9496-038A0AA44294}" srcOrd="1" destOrd="0" presId="urn:microsoft.com/office/officeart/2005/8/layout/orgChart1"/>
    <dgm:cxn modelId="{07B9BB73-56A7-4143-8C52-FBB2F53CD371}" type="presParOf" srcId="{EB8EC6B7-AFB1-064D-B79D-203C77774605}" destId="{1D5B28CE-64FD-6F4A-B0F1-30878DA5D3BF}" srcOrd="1" destOrd="0" presId="urn:microsoft.com/office/officeart/2005/8/layout/orgChart1"/>
    <dgm:cxn modelId="{A4241801-4EA9-CB4C-B3D2-01A0EE0F4821}" type="presParOf" srcId="{EB8EC6B7-AFB1-064D-B79D-203C77774605}" destId="{66193F37-2C9F-1348-9B3F-84D9E3980556}" srcOrd="2" destOrd="0" presId="urn:microsoft.com/office/officeart/2005/8/layout/orgChart1"/>
    <dgm:cxn modelId="{982AB2D1-8A2D-CD42-9B91-911FFBACA4DE}" type="presParOf" srcId="{0387B222-7639-6F43-9771-05DCF0090FF7}" destId="{EE7A87C1-EC53-D84C-A87C-574201ADDD00}" srcOrd="8" destOrd="0" presId="urn:microsoft.com/office/officeart/2005/8/layout/orgChart1"/>
    <dgm:cxn modelId="{A90F59FA-D4E5-FD41-8DDB-C9DB19B258D5}" type="presParOf" srcId="{0387B222-7639-6F43-9771-05DCF0090FF7}" destId="{6F69A6DF-63BB-D544-8BDA-6DB9DC85B4BE}" srcOrd="9" destOrd="0" presId="urn:microsoft.com/office/officeart/2005/8/layout/orgChart1"/>
    <dgm:cxn modelId="{CACFAB5F-CE89-C143-BE25-D1F012AD2A24}" type="presParOf" srcId="{6F69A6DF-63BB-D544-8BDA-6DB9DC85B4BE}" destId="{99E3D0FE-37A9-DF47-B874-ABC90EC3E680}" srcOrd="0" destOrd="0" presId="urn:microsoft.com/office/officeart/2005/8/layout/orgChart1"/>
    <dgm:cxn modelId="{6D0D2284-267B-F549-AA7D-DF836D063B02}" type="presParOf" srcId="{99E3D0FE-37A9-DF47-B874-ABC90EC3E680}" destId="{AB343015-B6A2-A741-BA8C-962E770191E2}" srcOrd="0" destOrd="0" presId="urn:microsoft.com/office/officeart/2005/8/layout/orgChart1"/>
    <dgm:cxn modelId="{1C5FC0EB-2DF6-B74F-A690-79B8C6D5F70A}" type="presParOf" srcId="{99E3D0FE-37A9-DF47-B874-ABC90EC3E680}" destId="{114E2F23-FF05-4047-B372-06322F311C7D}" srcOrd="1" destOrd="0" presId="urn:microsoft.com/office/officeart/2005/8/layout/orgChart1"/>
    <dgm:cxn modelId="{FDE045D8-1047-A94D-8734-DF4F8C2490F6}" type="presParOf" srcId="{6F69A6DF-63BB-D544-8BDA-6DB9DC85B4BE}" destId="{9E0E342F-0B04-7D4E-B244-8732EAAF0A81}" srcOrd="1" destOrd="0" presId="urn:microsoft.com/office/officeart/2005/8/layout/orgChart1"/>
    <dgm:cxn modelId="{5F19E614-BC56-8943-880A-5C38B5A1B772}" type="presParOf" srcId="{6F69A6DF-63BB-D544-8BDA-6DB9DC85B4BE}" destId="{07C79248-F533-494C-9029-BD34E259C129}" srcOrd="2" destOrd="0" presId="urn:microsoft.com/office/officeart/2005/8/layout/orgChart1"/>
    <dgm:cxn modelId="{AA5FB27A-032C-1E4B-8CF4-B676008F1BEA}" type="presParOf" srcId="{0387B222-7639-6F43-9771-05DCF0090FF7}" destId="{7DE8F8D6-3F65-3445-A8E2-99B9D1AD9D3C}" srcOrd="10" destOrd="0" presId="urn:microsoft.com/office/officeart/2005/8/layout/orgChart1"/>
    <dgm:cxn modelId="{95013BD8-2EE8-9444-A947-6DADA5EB28EF}" type="presParOf" srcId="{0387B222-7639-6F43-9771-05DCF0090FF7}" destId="{81222293-2FB8-DD42-AA4C-E415948E6611}" srcOrd="11" destOrd="0" presId="urn:microsoft.com/office/officeart/2005/8/layout/orgChart1"/>
    <dgm:cxn modelId="{93E0CA38-5CA4-9E4A-8E7A-1A51F5FEF870}" type="presParOf" srcId="{81222293-2FB8-DD42-AA4C-E415948E6611}" destId="{120CA432-D328-F64B-A8C7-DB6855D71338}" srcOrd="0" destOrd="0" presId="urn:microsoft.com/office/officeart/2005/8/layout/orgChart1"/>
    <dgm:cxn modelId="{020096AB-DB5E-F648-A013-D2F500AA8E2B}" type="presParOf" srcId="{120CA432-D328-F64B-A8C7-DB6855D71338}" destId="{7C4C7964-9A65-DA49-A4D1-669A4A78AA56}" srcOrd="0" destOrd="0" presId="urn:microsoft.com/office/officeart/2005/8/layout/orgChart1"/>
    <dgm:cxn modelId="{5A8F8848-9417-8743-B306-CEF5FD9BAAE3}" type="presParOf" srcId="{120CA432-D328-F64B-A8C7-DB6855D71338}" destId="{88FCC39C-68CB-934C-80EB-355D363C7731}" srcOrd="1" destOrd="0" presId="urn:microsoft.com/office/officeart/2005/8/layout/orgChart1"/>
    <dgm:cxn modelId="{9334CC6D-2B95-9349-BAF2-4B4894000F54}" type="presParOf" srcId="{81222293-2FB8-DD42-AA4C-E415948E6611}" destId="{01C7D088-BFA8-D449-8E22-E46FB096968B}" srcOrd="1" destOrd="0" presId="urn:microsoft.com/office/officeart/2005/8/layout/orgChart1"/>
    <dgm:cxn modelId="{1B6B5E55-5AD4-3842-9B30-0827C35A4441}" type="presParOf" srcId="{81222293-2FB8-DD42-AA4C-E415948E6611}" destId="{54D78CB8-BC78-1649-A39F-68B11CED32C6}" srcOrd="2" destOrd="0" presId="urn:microsoft.com/office/officeart/2005/8/layout/orgChart1"/>
    <dgm:cxn modelId="{A6D52726-F29D-6A48-8696-87708B5D26F7}" type="presParOf" srcId="{0387B222-7639-6F43-9771-05DCF0090FF7}" destId="{A6356C46-36FB-2047-A143-4988E98F535E}" srcOrd="12" destOrd="0" presId="urn:microsoft.com/office/officeart/2005/8/layout/orgChart1"/>
    <dgm:cxn modelId="{53732A63-F450-D94A-9A46-19B10ADCCFD3}" type="presParOf" srcId="{0387B222-7639-6F43-9771-05DCF0090FF7}" destId="{4D5B714D-6575-3945-A0BB-C3D80CD301A8}" srcOrd="13" destOrd="0" presId="urn:microsoft.com/office/officeart/2005/8/layout/orgChart1"/>
    <dgm:cxn modelId="{DC01286B-F22D-A64D-94C7-46CFB986798E}" type="presParOf" srcId="{4D5B714D-6575-3945-A0BB-C3D80CD301A8}" destId="{77F469BE-5A41-4641-B2D0-C770CF263DAC}" srcOrd="0" destOrd="0" presId="urn:microsoft.com/office/officeart/2005/8/layout/orgChart1"/>
    <dgm:cxn modelId="{A44F7EB3-8A4D-8E46-AB3D-37C28896911E}" type="presParOf" srcId="{77F469BE-5A41-4641-B2D0-C770CF263DAC}" destId="{4F5F12A9-19BE-B140-B86A-1CA8AEFA8777}" srcOrd="0" destOrd="0" presId="urn:microsoft.com/office/officeart/2005/8/layout/orgChart1"/>
    <dgm:cxn modelId="{E487B081-DA88-1945-AE8B-9401D1F450ED}" type="presParOf" srcId="{77F469BE-5A41-4641-B2D0-C770CF263DAC}" destId="{8759CBAA-1F98-C549-A317-D246B11B3609}" srcOrd="1" destOrd="0" presId="urn:microsoft.com/office/officeart/2005/8/layout/orgChart1"/>
    <dgm:cxn modelId="{6C2AC5F5-A117-BF47-AA01-3C516F1D2819}" type="presParOf" srcId="{4D5B714D-6575-3945-A0BB-C3D80CD301A8}" destId="{E176082F-B2F9-6D4A-884A-3B2756CA5F1F}" srcOrd="1" destOrd="0" presId="urn:microsoft.com/office/officeart/2005/8/layout/orgChart1"/>
    <dgm:cxn modelId="{F0ADC429-D7BE-3F40-A780-99267B054337}" type="presParOf" srcId="{4D5B714D-6575-3945-A0BB-C3D80CD301A8}" destId="{FE9FFEDA-6EA3-7341-BEA0-E4D7BAD7324C}" srcOrd="2" destOrd="0" presId="urn:microsoft.com/office/officeart/2005/8/layout/orgChart1"/>
    <dgm:cxn modelId="{96D9045E-DFCB-7840-B032-A55FC07F18C7}" type="presParOf" srcId="{0387B222-7639-6F43-9771-05DCF0090FF7}" destId="{941790DB-421B-864D-B19A-F6A5F30BCDB9}" srcOrd="14" destOrd="0" presId="urn:microsoft.com/office/officeart/2005/8/layout/orgChart1"/>
    <dgm:cxn modelId="{6C3E7875-80AB-E34B-9B15-CD0EE1860D72}" type="presParOf" srcId="{0387B222-7639-6F43-9771-05DCF0090FF7}" destId="{472F16A5-E8A2-2846-B7BA-DAD6E4E17FD4}" srcOrd="15" destOrd="0" presId="urn:microsoft.com/office/officeart/2005/8/layout/orgChart1"/>
    <dgm:cxn modelId="{F967E717-8752-1B48-9875-34893FB78457}" type="presParOf" srcId="{472F16A5-E8A2-2846-B7BA-DAD6E4E17FD4}" destId="{B510750E-6431-3945-B491-148067EE7EC7}" srcOrd="0" destOrd="0" presId="urn:microsoft.com/office/officeart/2005/8/layout/orgChart1"/>
    <dgm:cxn modelId="{37DAB004-19E4-2E4A-A9B3-B160A27BE51E}" type="presParOf" srcId="{B510750E-6431-3945-B491-148067EE7EC7}" destId="{4A31B671-89B4-5F4D-96BE-B23F8FE1227E}" srcOrd="0" destOrd="0" presId="urn:microsoft.com/office/officeart/2005/8/layout/orgChart1"/>
    <dgm:cxn modelId="{4D087194-8086-7B4A-A6A8-A1AF247AD4DD}" type="presParOf" srcId="{B510750E-6431-3945-B491-148067EE7EC7}" destId="{6D4815CA-1997-6640-8968-F6344D1E46EA}" srcOrd="1" destOrd="0" presId="urn:microsoft.com/office/officeart/2005/8/layout/orgChart1"/>
    <dgm:cxn modelId="{0A9AE6A8-3EC6-8446-87A1-92FD74D1C190}" type="presParOf" srcId="{472F16A5-E8A2-2846-B7BA-DAD6E4E17FD4}" destId="{40108EF5-3BFA-9A4D-B77A-001022AC6CA6}" srcOrd="1" destOrd="0" presId="urn:microsoft.com/office/officeart/2005/8/layout/orgChart1"/>
    <dgm:cxn modelId="{D5BFD35B-3772-8545-A76A-64CE3267CEA1}" type="presParOf" srcId="{472F16A5-E8A2-2846-B7BA-DAD6E4E17FD4}" destId="{407639E8-BC04-BA48-9509-03F8633A7F18}" srcOrd="2" destOrd="0" presId="urn:microsoft.com/office/officeart/2005/8/layout/orgChart1"/>
    <dgm:cxn modelId="{14E98312-4A61-A142-B9E3-B34B81D745EB}" type="presParOf" srcId="{0387B222-7639-6F43-9771-05DCF0090FF7}" destId="{5EB636EC-E092-0A40-B79A-96480030F22E}" srcOrd="16" destOrd="0" presId="urn:microsoft.com/office/officeart/2005/8/layout/orgChart1"/>
    <dgm:cxn modelId="{613D9FB3-2B07-874D-A186-502CDFA891EA}" type="presParOf" srcId="{0387B222-7639-6F43-9771-05DCF0090FF7}" destId="{A9807E32-753A-6C44-A028-239F95FAF3C1}" srcOrd="17" destOrd="0" presId="urn:microsoft.com/office/officeart/2005/8/layout/orgChart1"/>
    <dgm:cxn modelId="{58340D5A-175A-334B-AE4D-AD4F34EACA6C}" type="presParOf" srcId="{A9807E32-753A-6C44-A028-239F95FAF3C1}" destId="{F1366FB3-823E-8045-BE1B-3D598BC2227F}" srcOrd="0" destOrd="0" presId="urn:microsoft.com/office/officeart/2005/8/layout/orgChart1"/>
    <dgm:cxn modelId="{2008F2B3-CCC7-5242-835E-5E3B85CC2E06}" type="presParOf" srcId="{F1366FB3-823E-8045-BE1B-3D598BC2227F}" destId="{166894AA-ABA0-AA4C-A09A-007B1E67832D}" srcOrd="0" destOrd="0" presId="urn:microsoft.com/office/officeart/2005/8/layout/orgChart1"/>
    <dgm:cxn modelId="{196B6341-72A8-2F4A-9B1F-2EAA75AE996F}" type="presParOf" srcId="{F1366FB3-823E-8045-BE1B-3D598BC2227F}" destId="{E4A1D07D-1103-6C43-A6A1-DCCB16880AA9}" srcOrd="1" destOrd="0" presId="urn:microsoft.com/office/officeart/2005/8/layout/orgChart1"/>
    <dgm:cxn modelId="{6BA68D7E-B6CD-AE42-BB56-B38540294C78}" type="presParOf" srcId="{A9807E32-753A-6C44-A028-239F95FAF3C1}" destId="{7CA56132-DC4C-0F47-9203-B2BD5D5800E6}" srcOrd="1" destOrd="0" presId="urn:microsoft.com/office/officeart/2005/8/layout/orgChart1"/>
    <dgm:cxn modelId="{8D508966-1C26-864F-9D19-5DBB272052DF}" type="presParOf" srcId="{A9807E32-753A-6C44-A028-239F95FAF3C1}" destId="{1714E54E-91F4-F941-A964-72952CEDC859}" srcOrd="2" destOrd="0" presId="urn:microsoft.com/office/officeart/2005/8/layout/orgChart1"/>
    <dgm:cxn modelId="{CBCF824B-2027-2743-9CDA-6EF92883978D}" type="presParOf" srcId="{0387B222-7639-6F43-9771-05DCF0090FF7}" destId="{8478369A-B066-1F40-B7C5-8427D185C872}" srcOrd="18" destOrd="0" presId="urn:microsoft.com/office/officeart/2005/8/layout/orgChart1"/>
    <dgm:cxn modelId="{850E6D99-13D2-1E40-AAD9-DC617620F05D}" type="presParOf" srcId="{0387B222-7639-6F43-9771-05DCF0090FF7}" destId="{5332A1C0-9712-7B42-88CA-653298F5D4B1}" srcOrd="19" destOrd="0" presId="urn:microsoft.com/office/officeart/2005/8/layout/orgChart1"/>
    <dgm:cxn modelId="{D59AA9B5-9CC4-A24D-AAA3-D04FBC92E54F}" type="presParOf" srcId="{5332A1C0-9712-7B42-88CA-653298F5D4B1}" destId="{B891BF15-88FE-5943-A114-809B71C95212}" srcOrd="0" destOrd="0" presId="urn:microsoft.com/office/officeart/2005/8/layout/orgChart1"/>
    <dgm:cxn modelId="{18B8BE98-A42B-1547-8E84-99BA27DE9FD7}" type="presParOf" srcId="{B891BF15-88FE-5943-A114-809B71C95212}" destId="{3D7856E1-1342-A441-A1C0-17C5B42E9314}" srcOrd="0" destOrd="0" presId="urn:microsoft.com/office/officeart/2005/8/layout/orgChart1"/>
    <dgm:cxn modelId="{C223C642-35A3-EC49-9916-7304693DA5CB}" type="presParOf" srcId="{B891BF15-88FE-5943-A114-809B71C95212}" destId="{2FCF9534-BBE4-5B43-8538-4100F5966B97}" srcOrd="1" destOrd="0" presId="urn:microsoft.com/office/officeart/2005/8/layout/orgChart1"/>
    <dgm:cxn modelId="{15CFC64F-ABCB-2F4A-AD18-C608AFA82921}" type="presParOf" srcId="{5332A1C0-9712-7B42-88CA-653298F5D4B1}" destId="{C20DF369-ADF2-984F-9648-A65217121C4B}" srcOrd="1" destOrd="0" presId="urn:microsoft.com/office/officeart/2005/8/layout/orgChart1"/>
    <dgm:cxn modelId="{ECFA7017-2089-8E4B-BCEF-27753EF9A64F}" type="presParOf" srcId="{5332A1C0-9712-7B42-88CA-653298F5D4B1}" destId="{DBD1D531-9BBA-F749-930A-4B58CE426198}" srcOrd="2" destOrd="0" presId="urn:microsoft.com/office/officeart/2005/8/layout/orgChart1"/>
    <dgm:cxn modelId="{7E254F3F-0CBA-D846-BB20-D8606442E9F2}" type="presParOf" srcId="{0387B222-7639-6F43-9771-05DCF0090FF7}" destId="{9F0963E8-8730-6E49-B437-62EF33F273C7}" srcOrd="20" destOrd="0" presId="urn:microsoft.com/office/officeart/2005/8/layout/orgChart1"/>
    <dgm:cxn modelId="{73929E44-E2C2-5F4F-8D34-4B034BD6E0C7}" type="presParOf" srcId="{0387B222-7639-6F43-9771-05DCF0090FF7}" destId="{A3491C9D-6A37-BD49-BDEE-8D4C2DC5294F}" srcOrd="21" destOrd="0" presId="urn:microsoft.com/office/officeart/2005/8/layout/orgChart1"/>
    <dgm:cxn modelId="{353CA322-F273-0F4A-8774-CEB7B7129925}" type="presParOf" srcId="{A3491C9D-6A37-BD49-BDEE-8D4C2DC5294F}" destId="{E1FB403E-D403-6440-B9BB-C0201BCA5963}" srcOrd="0" destOrd="0" presId="urn:microsoft.com/office/officeart/2005/8/layout/orgChart1"/>
    <dgm:cxn modelId="{E5DCA987-7551-5048-9299-FA25CF3BE361}" type="presParOf" srcId="{E1FB403E-D403-6440-B9BB-C0201BCA5963}" destId="{2E0AB072-E54D-F34F-A859-9DCA0EE389D9}" srcOrd="0" destOrd="0" presId="urn:microsoft.com/office/officeart/2005/8/layout/orgChart1"/>
    <dgm:cxn modelId="{A1E4342F-602A-314A-93F0-11626A670065}" type="presParOf" srcId="{E1FB403E-D403-6440-B9BB-C0201BCA5963}" destId="{B874623D-5F7E-A44A-B765-387C9568AAF9}" srcOrd="1" destOrd="0" presId="urn:microsoft.com/office/officeart/2005/8/layout/orgChart1"/>
    <dgm:cxn modelId="{06CE606B-9FFF-9F4F-8675-ADF629DC1CD0}" type="presParOf" srcId="{A3491C9D-6A37-BD49-BDEE-8D4C2DC5294F}" destId="{A6AF1BA2-FFCA-1D42-B6FA-96D2C0E46A1A}" srcOrd="1" destOrd="0" presId="urn:microsoft.com/office/officeart/2005/8/layout/orgChart1"/>
    <dgm:cxn modelId="{B3787E10-3627-4448-A0BF-234CB97C096A}" type="presParOf" srcId="{A3491C9D-6A37-BD49-BDEE-8D4C2DC5294F}" destId="{BB80762E-DA50-024F-9D8A-389C9CE14931}" srcOrd="2" destOrd="0" presId="urn:microsoft.com/office/officeart/2005/8/layout/orgChart1"/>
    <dgm:cxn modelId="{1153A80C-936E-2A45-A4EF-00DF5BD2A117}" type="presParOf" srcId="{0387B222-7639-6F43-9771-05DCF0090FF7}" destId="{DDDBAD9F-C3C8-4E45-A3DB-AAAE8896F310}" srcOrd="22" destOrd="0" presId="urn:microsoft.com/office/officeart/2005/8/layout/orgChart1"/>
    <dgm:cxn modelId="{B5CDFE5E-8ACC-E647-8748-A69619BA135E}" type="presParOf" srcId="{0387B222-7639-6F43-9771-05DCF0090FF7}" destId="{A2973062-ADDB-3149-A7E3-7D4299720CDA}" srcOrd="23" destOrd="0" presId="urn:microsoft.com/office/officeart/2005/8/layout/orgChart1"/>
    <dgm:cxn modelId="{0DD3D0BE-034C-ED48-812D-7D8BD5677459}" type="presParOf" srcId="{A2973062-ADDB-3149-A7E3-7D4299720CDA}" destId="{FE7463E9-2409-AC4D-879D-E71511A8CA9D}" srcOrd="0" destOrd="0" presId="urn:microsoft.com/office/officeart/2005/8/layout/orgChart1"/>
    <dgm:cxn modelId="{C36B51D8-88D9-8247-B9E2-158FCD014493}" type="presParOf" srcId="{FE7463E9-2409-AC4D-879D-E71511A8CA9D}" destId="{9DF16C96-E819-B74A-B88A-ADA1FB15A9DD}" srcOrd="0" destOrd="0" presId="urn:microsoft.com/office/officeart/2005/8/layout/orgChart1"/>
    <dgm:cxn modelId="{663DD587-E96F-9846-98D0-09061F358CF1}" type="presParOf" srcId="{FE7463E9-2409-AC4D-879D-E71511A8CA9D}" destId="{B40E34D1-05E2-E448-988A-522296F0C97E}" srcOrd="1" destOrd="0" presId="urn:microsoft.com/office/officeart/2005/8/layout/orgChart1"/>
    <dgm:cxn modelId="{F24615F9-AB1C-F34B-A72C-C1D13D40BC90}" type="presParOf" srcId="{A2973062-ADDB-3149-A7E3-7D4299720CDA}" destId="{A70A2E41-2FE1-4E49-83E0-7784C3CA0DC4}" srcOrd="1" destOrd="0" presId="urn:microsoft.com/office/officeart/2005/8/layout/orgChart1"/>
    <dgm:cxn modelId="{B1AECDCE-6E09-4349-96DF-AA0683B4AB34}" type="presParOf" srcId="{A2973062-ADDB-3149-A7E3-7D4299720CDA}" destId="{E50A8C8B-A993-3E48-AFD2-39CD18E2F752}" srcOrd="2" destOrd="0" presId="urn:microsoft.com/office/officeart/2005/8/layout/orgChart1"/>
    <dgm:cxn modelId="{0275EA0E-6590-2540-9AFD-D71DEFFD73EE}" type="presParOf" srcId="{0387B222-7639-6F43-9771-05DCF0090FF7}" destId="{170D9283-292B-D84D-B4FE-A34FBD24FD2D}" srcOrd="24" destOrd="0" presId="urn:microsoft.com/office/officeart/2005/8/layout/orgChart1"/>
    <dgm:cxn modelId="{08454793-C4E8-7C47-B61F-CEBF75CB2172}" type="presParOf" srcId="{0387B222-7639-6F43-9771-05DCF0090FF7}" destId="{2449B48C-AEC0-7941-8878-C85B7785FC8D}" srcOrd="25" destOrd="0" presId="urn:microsoft.com/office/officeart/2005/8/layout/orgChart1"/>
    <dgm:cxn modelId="{3E12DFAD-6055-E741-B342-F877B32279F7}" type="presParOf" srcId="{2449B48C-AEC0-7941-8878-C85B7785FC8D}" destId="{AB6AB71B-49C0-064D-B119-E7D103AC5340}" srcOrd="0" destOrd="0" presId="urn:microsoft.com/office/officeart/2005/8/layout/orgChart1"/>
    <dgm:cxn modelId="{B6301456-669F-B44B-9D9A-25F04F0D55F1}" type="presParOf" srcId="{AB6AB71B-49C0-064D-B119-E7D103AC5340}" destId="{2E66766D-EC5A-944E-9D79-3AC2BB2DE06E}" srcOrd="0" destOrd="0" presId="urn:microsoft.com/office/officeart/2005/8/layout/orgChart1"/>
    <dgm:cxn modelId="{CA8DC5EC-2B90-8C48-ADE4-BC6CAC33D634}" type="presParOf" srcId="{AB6AB71B-49C0-064D-B119-E7D103AC5340}" destId="{EDFE8A20-32A2-194E-A0B8-7ABD0EDBBF5D}" srcOrd="1" destOrd="0" presId="urn:microsoft.com/office/officeart/2005/8/layout/orgChart1"/>
    <dgm:cxn modelId="{0DD2543A-818B-C34D-83DC-92BC7BBB99FB}" type="presParOf" srcId="{2449B48C-AEC0-7941-8878-C85B7785FC8D}" destId="{26E23C20-A309-2A45-9764-3D6781B9B15E}" srcOrd="1" destOrd="0" presId="urn:microsoft.com/office/officeart/2005/8/layout/orgChart1"/>
    <dgm:cxn modelId="{2661382A-B44C-7540-8389-3539769B4BC9}" type="presParOf" srcId="{2449B48C-AEC0-7941-8878-C85B7785FC8D}" destId="{08186C02-73A4-554E-BA5B-5749CB05CF71}" srcOrd="2" destOrd="0" presId="urn:microsoft.com/office/officeart/2005/8/layout/orgChart1"/>
    <dgm:cxn modelId="{489C4A76-5B17-4045-83ED-FC0E3BF4E3F9}" type="presParOf" srcId="{CC42CCA7-9B27-F84B-AFA4-47BD0244F3EB}" destId="{491C98CE-C532-8B41-92B9-1EF07C259E3D}" srcOrd="2" destOrd="0" presId="urn:microsoft.com/office/officeart/2005/8/layout/orgChart1"/>
    <dgm:cxn modelId="{F4455792-A93F-4A4E-B83B-78810C620481}" type="presParOf" srcId="{58605AEC-CCED-8843-94F0-2A1664DDFD81}" destId="{3C71A733-A275-4141-8054-6989DAFA7779}" srcOrd="8" destOrd="0" presId="urn:microsoft.com/office/officeart/2005/8/layout/orgChart1"/>
    <dgm:cxn modelId="{B5917EA1-B164-DB49-8B87-B336C28258C0}" type="presParOf" srcId="{58605AEC-CCED-8843-94F0-2A1664DDFD81}" destId="{530631FB-071C-3E44-A54E-F66F2C971BCB}" srcOrd="9" destOrd="0" presId="urn:microsoft.com/office/officeart/2005/8/layout/orgChart1"/>
    <dgm:cxn modelId="{8E44D7EB-21CB-AF4B-9CD6-29FB8B49376B}" type="presParOf" srcId="{530631FB-071C-3E44-A54E-F66F2C971BCB}" destId="{5C9BA775-3186-9344-9E54-8C88B2CCBB39}" srcOrd="0" destOrd="0" presId="urn:microsoft.com/office/officeart/2005/8/layout/orgChart1"/>
    <dgm:cxn modelId="{CC0EBE9A-0F0D-3B4C-B8C0-398691A171B9}" type="presParOf" srcId="{5C9BA775-3186-9344-9E54-8C88B2CCBB39}" destId="{6978A025-3784-4846-9B3B-FF3520E5D108}" srcOrd="0" destOrd="0" presId="urn:microsoft.com/office/officeart/2005/8/layout/orgChart1"/>
    <dgm:cxn modelId="{BA25D047-4A48-7F44-ADCE-44D583174BB1}" type="presParOf" srcId="{5C9BA775-3186-9344-9E54-8C88B2CCBB39}" destId="{30485B18-D4DD-544F-B76B-C059ECDA69E8}" srcOrd="1" destOrd="0" presId="urn:microsoft.com/office/officeart/2005/8/layout/orgChart1"/>
    <dgm:cxn modelId="{DB04AC9B-4C8B-FC4C-8294-CCCF98AC0A46}" type="presParOf" srcId="{530631FB-071C-3E44-A54E-F66F2C971BCB}" destId="{D1DE1071-EC3B-F049-8FD0-38E904B6998C}" srcOrd="1" destOrd="0" presId="urn:microsoft.com/office/officeart/2005/8/layout/orgChart1"/>
    <dgm:cxn modelId="{94255754-2374-C244-82C1-3DD3C2382486}" type="presParOf" srcId="{D1DE1071-EC3B-F049-8FD0-38E904B6998C}" destId="{1CA8AD65-B7B5-9A44-A572-5F0D541C2411}" srcOrd="0" destOrd="0" presId="urn:microsoft.com/office/officeart/2005/8/layout/orgChart1"/>
    <dgm:cxn modelId="{2F30390D-ED93-E547-BEC4-3D35F0C63F61}" type="presParOf" srcId="{D1DE1071-EC3B-F049-8FD0-38E904B6998C}" destId="{E2846F21-36F3-B746-9A7E-799DF86C258E}" srcOrd="1" destOrd="0" presId="urn:microsoft.com/office/officeart/2005/8/layout/orgChart1"/>
    <dgm:cxn modelId="{4F278E70-B13F-DD43-AAB9-91C45CFECE4B}" type="presParOf" srcId="{E2846F21-36F3-B746-9A7E-799DF86C258E}" destId="{D6809F48-A4B8-E848-AD17-93F392B43B17}" srcOrd="0" destOrd="0" presId="urn:microsoft.com/office/officeart/2005/8/layout/orgChart1"/>
    <dgm:cxn modelId="{4435A3D2-1AB0-8D4B-B099-CB15CB528E6C}" type="presParOf" srcId="{D6809F48-A4B8-E848-AD17-93F392B43B17}" destId="{9B506E1C-BC05-C149-BD7B-B5FFC55BD005}" srcOrd="0" destOrd="0" presId="urn:microsoft.com/office/officeart/2005/8/layout/orgChart1"/>
    <dgm:cxn modelId="{B080FA9B-36B3-0646-83B6-54B4A0780C2D}" type="presParOf" srcId="{D6809F48-A4B8-E848-AD17-93F392B43B17}" destId="{0D3BDC31-6ED6-F14F-B599-A363C7928007}" srcOrd="1" destOrd="0" presId="urn:microsoft.com/office/officeart/2005/8/layout/orgChart1"/>
    <dgm:cxn modelId="{705CDE3C-B8E0-A54F-84E8-759E2B07C765}" type="presParOf" srcId="{E2846F21-36F3-B746-9A7E-799DF86C258E}" destId="{CA85AB54-29E1-5941-ABDC-20C0FBED6755}" srcOrd="1" destOrd="0" presId="urn:microsoft.com/office/officeart/2005/8/layout/orgChart1"/>
    <dgm:cxn modelId="{AD7A5F76-1090-C241-8510-016381B08382}" type="presParOf" srcId="{E2846F21-36F3-B746-9A7E-799DF86C258E}" destId="{3E2F4983-00BF-584C-9117-F757FF660FC7}" srcOrd="2" destOrd="0" presId="urn:microsoft.com/office/officeart/2005/8/layout/orgChart1"/>
    <dgm:cxn modelId="{A91CD357-B4A4-3941-8D0D-F6FA4AB18D91}" type="presParOf" srcId="{D1DE1071-EC3B-F049-8FD0-38E904B6998C}" destId="{E235AE4C-C735-3E4A-98F5-56F3B50B7625}" srcOrd="2" destOrd="0" presId="urn:microsoft.com/office/officeart/2005/8/layout/orgChart1"/>
    <dgm:cxn modelId="{9C209F41-28DE-AF41-910D-06A7220957EB}" type="presParOf" srcId="{D1DE1071-EC3B-F049-8FD0-38E904B6998C}" destId="{67300C8B-D872-7449-B4A9-C41252681686}" srcOrd="3" destOrd="0" presId="urn:microsoft.com/office/officeart/2005/8/layout/orgChart1"/>
    <dgm:cxn modelId="{C62DCE10-232A-BB47-9BC0-B5077A2C3E69}" type="presParOf" srcId="{67300C8B-D872-7449-B4A9-C41252681686}" destId="{227D8A0D-8708-9E4B-B91D-F17E481BFFAF}" srcOrd="0" destOrd="0" presId="urn:microsoft.com/office/officeart/2005/8/layout/orgChart1"/>
    <dgm:cxn modelId="{5044C759-A35E-4E43-A605-00F0680BEE1F}" type="presParOf" srcId="{227D8A0D-8708-9E4B-B91D-F17E481BFFAF}" destId="{7E7F2101-32DA-8347-96FF-96F05AF6151A}" srcOrd="0" destOrd="0" presId="urn:microsoft.com/office/officeart/2005/8/layout/orgChart1"/>
    <dgm:cxn modelId="{ECAC6C17-B510-654A-B4E8-1733FEE206FF}" type="presParOf" srcId="{227D8A0D-8708-9E4B-B91D-F17E481BFFAF}" destId="{ACF314A7-29F2-A145-A7E6-584C5555990C}" srcOrd="1" destOrd="0" presId="urn:microsoft.com/office/officeart/2005/8/layout/orgChart1"/>
    <dgm:cxn modelId="{B4FC1849-7E64-984F-A58C-B8DF28364DC3}" type="presParOf" srcId="{67300C8B-D872-7449-B4A9-C41252681686}" destId="{1ED648B2-F927-BF4B-912E-53C4DFEB2B9D}" srcOrd="1" destOrd="0" presId="urn:microsoft.com/office/officeart/2005/8/layout/orgChart1"/>
    <dgm:cxn modelId="{1EB763DF-CDC7-6C43-BBB0-0E41F8908231}" type="presParOf" srcId="{67300C8B-D872-7449-B4A9-C41252681686}" destId="{E36DDC4C-6805-F146-A50D-0F04E2AE9588}" srcOrd="2" destOrd="0" presId="urn:microsoft.com/office/officeart/2005/8/layout/orgChart1"/>
    <dgm:cxn modelId="{1CED9674-E6CA-4041-8947-A187A2BE28D8}" type="presParOf" srcId="{D1DE1071-EC3B-F049-8FD0-38E904B6998C}" destId="{05C5200D-8D65-FD43-8B68-212F809C7D6B}" srcOrd="4" destOrd="0" presId="urn:microsoft.com/office/officeart/2005/8/layout/orgChart1"/>
    <dgm:cxn modelId="{3FF084BF-1587-5C45-9483-87B5303B6532}" type="presParOf" srcId="{D1DE1071-EC3B-F049-8FD0-38E904B6998C}" destId="{6AA515D1-E082-434E-9BC1-997AEA24A556}" srcOrd="5" destOrd="0" presId="urn:microsoft.com/office/officeart/2005/8/layout/orgChart1"/>
    <dgm:cxn modelId="{E45AD022-40D5-014B-A16B-7CF4B8C12B09}" type="presParOf" srcId="{6AA515D1-E082-434E-9BC1-997AEA24A556}" destId="{00AEA172-5105-7742-8653-D515A17C6A36}" srcOrd="0" destOrd="0" presId="urn:microsoft.com/office/officeart/2005/8/layout/orgChart1"/>
    <dgm:cxn modelId="{779F262C-E18C-3343-B1EB-AC898AF1C72E}" type="presParOf" srcId="{00AEA172-5105-7742-8653-D515A17C6A36}" destId="{13F7E08D-DFCF-1D49-B55D-2C1D2907CCD6}" srcOrd="0" destOrd="0" presId="urn:microsoft.com/office/officeart/2005/8/layout/orgChart1"/>
    <dgm:cxn modelId="{04A5F851-58E7-8643-94CF-DEFE8AEAAF26}" type="presParOf" srcId="{00AEA172-5105-7742-8653-D515A17C6A36}" destId="{DDE3DFEC-899B-3A48-BF67-07237D71BBBE}" srcOrd="1" destOrd="0" presId="urn:microsoft.com/office/officeart/2005/8/layout/orgChart1"/>
    <dgm:cxn modelId="{E5FCB60A-D87A-0543-87C2-F4DB02F7F43F}" type="presParOf" srcId="{6AA515D1-E082-434E-9BC1-997AEA24A556}" destId="{453B6F26-0F50-B942-9459-45AA9B2F320D}" srcOrd="1" destOrd="0" presId="urn:microsoft.com/office/officeart/2005/8/layout/orgChart1"/>
    <dgm:cxn modelId="{33D1972D-38DB-A847-9AA4-4EA2E4F45798}" type="presParOf" srcId="{6AA515D1-E082-434E-9BC1-997AEA24A556}" destId="{DA5A6D36-D7AC-1A4B-A3C6-B16E1F6CCAB3}" srcOrd="2" destOrd="0" presId="urn:microsoft.com/office/officeart/2005/8/layout/orgChart1"/>
    <dgm:cxn modelId="{C966F156-40DC-6A4C-88B6-5838C89A8D14}" type="presParOf" srcId="{D1DE1071-EC3B-F049-8FD0-38E904B6998C}" destId="{1D46C8D7-63F6-2544-9BF7-D19AFC940DC1}" srcOrd="6" destOrd="0" presId="urn:microsoft.com/office/officeart/2005/8/layout/orgChart1"/>
    <dgm:cxn modelId="{7127F8C3-B0E4-E344-9A1A-9DAAC1A4AE23}" type="presParOf" srcId="{D1DE1071-EC3B-F049-8FD0-38E904B6998C}" destId="{1A64F51E-A49C-3B4B-913B-DCBB61B6E8C1}" srcOrd="7" destOrd="0" presId="urn:microsoft.com/office/officeart/2005/8/layout/orgChart1"/>
    <dgm:cxn modelId="{B1374121-0BE0-E94A-B6C9-B7EDE92BB3CA}" type="presParOf" srcId="{1A64F51E-A49C-3B4B-913B-DCBB61B6E8C1}" destId="{B49AD981-E1BE-2846-801C-96384163163F}" srcOrd="0" destOrd="0" presId="urn:microsoft.com/office/officeart/2005/8/layout/orgChart1"/>
    <dgm:cxn modelId="{5A36F201-1BD9-BA41-8FFC-3213BCE31A84}" type="presParOf" srcId="{B49AD981-E1BE-2846-801C-96384163163F}" destId="{6756B16E-D222-3F40-A2A4-4B63B4CCF5EE}" srcOrd="0" destOrd="0" presId="urn:microsoft.com/office/officeart/2005/8/layout/orgChart1"/>
    <dgm:cxn modelId="{BF5BB76A-E2E0-5D44-9549-9F0B02CB24EA}" type="presParOf" srcId="{B49AD981-E1BE-2846-801C-96384163163F}" destId="{BA791ECB-1329-5B4C-9AE5-2897A8DDB495}" srcOrd="1" destOrd="0" presId="urn:microsoft.com/office/officeart/2005/8/layout/orgChart1"/>
    <dgm:cxn modelId="{95CD5845-50C7-2A42-9772-055F39041534}" type="presParOf" srcId="{1A64F51E-A49C-3B4B-913B-DCBB61B6E8C1}" destId="{B76C8520-41AD-F548-9921-F6F994D96DA0}" srcOrd="1" destOrd="0" presId="urn:microsoft.com/office/officeart/2005/8/layout/orgChart1"/>
    <dgm:cxn modelId="{F13DE5CB-B447-F14D-94F5-8ED7C2F7CD69}" type="presParOf" srcId="{1A64F51E-A49C-3B4B-913B-DCBB61B6E8C1}" destId="{45D7162D-587F-6E42-89AD-1CB5ED0CCEE8}" srcOrd="2" destOrd="0" presId="urn:microsoft.com/office/officeart/2005/8/layout/orgChart1"/>
    <dgm:cxn modelId="{A6FB7753-EBE9-6149-8AAA-20F837CD6F57}" type="presParOf" srcId="{D1DE1071-EC3B-F049-8FD0-38E904B6998C}" destId="{EDFA88D7-9C00-1843-9865-A41F4D587B6B}" srcOrd="8" destOrd="0" presId="urn:microsoft.com/office/officeart/2005/8/layout/orgChart1"/>
    <dgm:cxn modelId="{AB37B52F-4DA9-D349-B144-7E2052AA87B8}" type="presParOf" srcId="{D1DE1071-EC3B-F049-8FD0-38E904B6998C}" destId="{929EEBDF-07A5-0D45-8559-5195F1823434}" srcOrd="9" destOrd="0" presId="urn:microsoft.com/office/officeart/2005/8/layout/orgChart1"/>
    <dgm:cxn modelId="{C544F5CB-FFFC-6A45-BBB0-9496B84FCEB3}" type="presParOf" srcId="{929EEBDF-07A5-0D45-8559-5195F1823434}" destId="{4F2FBFF7-6B12-B94F-B252-3EEB5509A951}" srcOrd="0" destOrd="0" presId="urn:microsoft.com/office/officeart/2005/8/layout/orgChart1"/>
    <dgm:cxn modelId="{37B0DCBB-C937-7B41-A76B-EA328395BEB0}" type="presParOf" srcId="{4F2FBFF7-6B12-B94F-B252-3EEB5509A951}" destId="{9A77C695-34A8-FD40-8BAF-DAC645823FE5}" srcOrd="0" destOrd="0" presId="urn:microsoft.com/office/officeart/2005/8/layout/orgChart1"/>
    <dgm:cxn modelId="{8460E0FD-6F28-0346-816F-0318849F13B1}" type="presParOf" srcId="{4F2FBFF7-6B12-B94F-B252-3EEB5509A951}" destId="{2DAA91A8-DD6C-864F-8B58-DEDB12FCACD5}" srcOrd="1" destOrd="0" presId="urn:microsoft.com/office/officeart/2005/8/layout/orgChart1"/>
    <dgm:cxn modelId="{CC254AA8-E9BE-6447-A0DA-99839B3CC403}" type="presParOf" srcId="{929EEBDF-07A5-0D45-8559-5195F1823434}" destId="{0701A5D1-24FA-7B4E-9146-CF49B2E266CE}" srcOrd="1" destOrd="0" presId="urn:microsoft.com/office/officeart/2005/8/layout/orgChart1"/>
    <dgm:cxn modelId="{1ECB044C-A5A2-CD48-AF59-22811DF8BE48}" type="presParOf" srcId="{929EEBDF-07A5-0D45-8559-5195F1823434}" destId="{AFC8373A-5383-4D43-B4C4-9D5FF4B85B78}" srcOrd="2" destOrd="0" presId="urn:microsoft.com/office/officeart/2005/8/layout/orgChart1"/>
    <dgm:cxn modelId="{9706AD40-0018-0240-BF20-50732E236D20}" type="presParOf" srcId="{D1DE1071-EC3B-F049-8FD0-38E904B6998C}" destId="{B06776DC-5FB4-C749-8F1F-6E0D97EED474}" srcOrd="10" destOrd="0" presId="urn:microsoft.com/office/officeart/2005/8/layout/orgChart1"/>
    <dgm:cxn modelId="{795F754C-21B2-5442-BDB2-167B454B360D}" type="presParOf" srcId="{D1DE1071-EC3B-F049-8FD0-38E904B6998C}" destId="{DE6A0E9A-EBA1-3543-9C2C-82293CEC6F60}" srcOrd="11" destOrd="0" presId="urn:microsoft.com/office/officeart/2005/8/layout/orgChart1"/>
    <dgm:cxn modelId="{534B8F85-2532-7346-92B6-5B4C4550115F}" type="presParOf" srcId="{DE6A0E9A-EBA1-3543-9C2C-82293CEC6F60}" destId="{FDB65224-A51D-754C-B828-E7BA07DCCA07}" srcOrd="0" destOrd="0" presId="urn:microsoft.com/office/officeart/2005/8/layout/orgChart1"/>
    <dgm:cxn modelId="{AA27A0AE-830A-4741-9AA7-4F172D829E02}" type="presParOf" srcId="{FDB65224-A51D-754C-B828-E7BA07DCCA07}" destId="{0D55837C-AA54-EB47-9E7C-BCEECBFE5970}" srcOrd="0" destOrd="0" presId="urn:microsoft.com/office/officeart/2005/8/layout/orgChart1"/>
    <dgm:cxn modelId="{2E2FA359-8814-8046-AF8A-D11814DCCC46}" type="presParOf" srcId="{FDB65224-A51D-754C-B828-E7BA07DCCA07}" destId="{78A11890-1EDD-4343-AAD5-761FE3D8CB00}" srcOrd="1" destOrd="0" presId="urn:microsoft.com/office/officeart/2005/8/layout/orgChart1"/>
    <dgm:cxn modelId="{26126AC4-B0A8-FD4A-9A43-5B41C522326B}" type="presParOf" srcId="{DE6A0E9A-EBA1-3543-9C2C-82293CEC6F60}" destId="{F1577B43-5838-BD47-B446-D7AA330C9D1F}" srcOrd="1" destOrd="0" presId="urn:microsoft.com/office/officeart/2005/8/layout/orgChart1"/>
    <dgm:cxn modelId="{DBE64334-11A4-7145-854C-E4DF8FA83511}" type="presParOf" srcId="{DE6A0E9A-EBA1-3543-9C2C-82293CEC6F60}" destId="{BA5C9F76-972B-AE48-A1B7-261E5F517363}" srcOrd="2" destOrd="0" presId="urn:microsoft.com/office/officeart/2005/8/layout/orgChart1"/>
    <dgm:cxn modelId="{32909671-CF4F-8348-BE64-D1714A738B55}" type="presParOf" srcId="{530631FB-071C-3E44-A54E-F66F2C971BCB}" destId="{C5E4783A-5C3C-5443-A622-F92A6D9FC645}" srcOrd="2" destOrd="0" presId="urn:microsoft.com/office/officeart/2005/8/layout/orgChart1"/>
    <dgm:cxn modelId="{AE91E465-57FF-3044-AACD-9DBD62B9CDE9}" type="presParOf" srcId="{1965B77D-9E66-A44E-861A-383C6BC8A89E}" destId="{39E7A7ED-B2A6-EE41-A3E0-1FB4EE3C9DA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B5033BF-D213-7A4A-AEDD-FB4B4DB32869}" type="doc">
      <dgm:prSet loTypeId="urn:microsoft.com/office/officeart/2005/8/layout/hierarchy1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9DB1A024-8D8A-1048-A7B1-DB86EA7DD825}">
      <dgm:prSet/>
      <dgm:spPr/>
      <dgm:t>
        <a:bodyPr/>
        <a:lstStyle/>
        <a:p>
          <a:r>
            <a:rPr kumimoji="1" lang="zh-CN"/>
            <a:t>用户功能模块</a:t>
          </a:r>
          <a:endParaRPr lang="zh-CN"/>
        </a:p>
      </dgm:t>
    </dgm:pt>
    <dgm:pt modelId="{8CC52DA6-1EAA-C240-8459-94E423ED107F}" type="parTrans" cxnId="{931201AC-927E-E64F-8769-21157F345DFF}">
      <dgm:prSet/>
      <dgm:spPr/>
      <dgm:t>
        <a:bodyPr/>
        <a:lstStyle/>
        <a:p>
          <a:endParaRPr lang="zh-CN" altLang="en-US"/>
        </a:p>
      </dgm:t>
    </dgm:pt>
    <dgm:pt modelId="{F1ECE0B1-DC89-774F-8E13-4250E245AEB4}" type="sibTrans" cxnId="{931201AC-927E-E64F-8769-21157F345DFF}">
      <dgm:prSet/>
      <dgm:spPr/>
      <dgm:t>
        <a:bodyPr/>
        <a:lstStyle/>
        <a:p>
          <a:endParaRPr lang="zh-CN" altLang="en-US"/>
        </a:p>
      </dgm:t>
    </dgm:pt>
    <dgm:pt modelId="{B4C2A039-EC07-AA4D-B7A2-B3EA7F32FCA9}">
      <dgm:prSet/>
      <dgm:spPr/>
      <dgm:t>
        <a:bodyPr/>
        <a:lstStyle/>
        <a:p>
          <a:r>
            <a:rPr kumimoji="1" lang="en-US" altLang="zh-CN" dirty="0"/>
            <a:t>1.</a:t>
          </a:r>
          <a:r>
            <a:rPr kumimoji="1" lang="zh-CN" dirty="0"/>
            <a:t>修改个人信息</a:t>
          </a:r>
          <a:endParaRPr lang="zh-CN" dirty="0"/>
        </a:p>
      </dgm:t>
    </dgm:pt>
    <dgm:pt modelId="{DCB2C0B9-55BD-AD44-94D9-D9E7C8D07739}" type="parTrans" cxnId="{67F6CD4D-2B81-DB4F-B0A0-2BE42FFAE95B}">
      <dgm:prSet/>
      <dgm:spPr/>
      <dgm:t>
        <a:bodyPr/>
        <a:lstStyle/>
        <a:p>
          <a:endParaRPr lang="zh-CN" altLang="en-US"/>
        </a:p>
      </dgm:t>
    </dgm:pt>
    <dgm:pt modelId="{52F0D0D4-CE75-8A44-B6A3-8C33DDA130B2}" type="sibTrans" cxnId="{67F6CD4D-2B81-DB4F-B0A0-2BE42FFAE95B}">
      <dgm:prSet/>
      <dgm:spPr/>
      <dgm:t>
        <a:bodyPr/>
        <a:lstStyle/>
        <a:p>
          <a:endParaRPr lang="zh-CN" altLang="en-US"/>
        </a:p>
      </dgm:t>
    </dgm:pt>
    <dgm:pt modelId="{4CC9AC49-5736-6140-93D9-87BE6364D83B}">
      <dgm:prSet/>
      <dgm:spPr/>
      <dgm:t>
        <a:bodyPr/>
        <a:lstStyle/>
        <a:p>
          <a:r>
            <a:rPr kumimoji="1" lang="en-US" altLang="zh-CN" dirty="0"/>
            <a:t>2.</a:t>
          </a:r>
          <a:r>
            <a:rPr kumimoji="1" lang="zh-CN" dirty="0"/>
            <a:t>查看</a:t>
          </a:r>
          <a:r>
            <a:rPr kumimoji="1" lang="zh-CN" altLang="en-US" dirty="0"/>
            <a:t>、评论</a:t>
          </a:r>
          <a:endParaRPr lang="zh-CN" dirty="0"/>
        </a:p>
      </dgm:t>
    </dgm:pt>
    <dgm:pt modelId="{BCDA42B6-B95E-E04E-B019-2FCD91808DCA}" type="parTrans" cxnId="{42C8FF6D-FBDA-A946-B94E-7C484DD3D256}">
      <dgm:prSet/>
      <dgm:spPr/>
      <dgm:t>
        <a:bodyPr/>
        <a:lstStyle/>
        <a:p>
          <a:endParaRPr lang="zh-CN" altLang="en-US"/>
        </a:p>
      </dgm:t>
    </dgm:pt>
    <dgm:pt modelId="{297DD14D-0781-8847-AB0F-1A7B7C20BEA3}" type="sibTrans" cxnId="{42C8FF6D-FBDA-A946-B94E-7C484DD3D256}">
      <dgm:prSet/>
      <dgm:spPr/>
      <dgm:t>
        <a:bodyPr/>
        <a:lstStyle/>
        <a:p>
          <a:endParaRPr lang="zh-CN" altLang="en-US"/>
        </a:p>
      </dgm:t>
    </dgm:pt>
    <dgm:pt modelId="{A5685DAE-7625-0047-99CE-9A5CE19E8135}">
      <dgm:prSet/>
      <dgm:spPr/>
      <dgm:t>
        <a:bodyPr/>
        <a:lstStyle/>
        <a:p>
          <a:r>
            <a:rPr kumimoji="1" lang="en-US" altLang="zh-CN" dirty="0"/>
            <a:t>3.</a:t>
          </a:r>
          <a:r>
            <a:rPr kumimoji="1" lang="zh-CN" dirty="0"/>
            <a:t>购买图书</a:t>
          </a:r>
          <a:endParaRPr lang="zh-CN" dirty="0"/>
        </a:p>
      </dgm:t>
    </dgm:pt>
    <dgm:pt modelId="{B50E6FE4-9600-3541-98BD-3D52AA5490DA}" type="parTrans" cxnId="{E409BE36-EAC5-FB47-B026-3D469DCCEFD9}">
      <dgm:prSet/>
      <dgm:spPr/>
      <dgm:t>
        <a:bodyPr/>
        <a:lstStyle/>
        <a:p>
          <a:endParaRPr lang="zh-CN" altLang="en-US"/>
        </a:p>
      </dgm:t>
    </dgm:pt>
    <dgm:pt modelId="{B6C97517-FEB9-294B-8FAD-BEEB0D58C282}" type="sibTrans" cxnId="{E409BE36-EAC5-FB47-B026-3D469DCCEFD9}">
      <dgm:prSet/>
      <dgm:spPr/>
      <dgm:t>
        <a:bodyPr/>
        <a:lstStyle/>
        <a:p>
          <a:endParaRPr lang="zh-CN" altLang="en-US"/>
        </a:p>
      </dgm:t>
    </dgm:pt>
    <dgm:pt modelId="{475668B9-F0E6-CA4A-BB09-6BB55DEBDF67}">
      <dgm:prSet/>
      <dgm:spPr/>
      <dgm:t>
        <a:bodyPr/>
        <a:lstStyle/>
        <a:p>
          <a:r>
            <a:rPr kumimoji="1" lang="en-US" altLang="zh-CN" dirty="0"/>
            <a:t>4.</a:t>
          </a:r>
          <a:r>
            <a:rPr kumimoji="1" lang="zh-CN" dirty="0"/>
            <a:t>管理个人订单</a:t>
          </a:r>
          <a:endParaRPr lang="zh-CN" dirty="0"/>
        </a:p>
      </dgm:t>
    </dgm:pt>
    <dgm:pt modelId="{615D6B19-8747-1649-9238-1B60E4A328D2}" type="parTrans" cxnId="{F6496AF2-8E72-5340-AAD9-36CC7266087D}">
      <dgm:prSet/>
      <dgm:spPr/>
      <dgm:t>
        <a:bodyPr/>
        <a:lstStyle/>
        <a:p>
          <a:endParaRPr lang="zh-CN" altLang="en-US"/>
        </a:p>
      </dgm:t>
    </dgm:pt>
    <dgm:pt modelId="{36FD379E-B936-624D-96F9-F1FB4F20C1EF}" type="sibTrans" cxnId="{F6496AF2-8E72-5340-AAD9-36CC7266087D}">
      <dgm:prSet/>
      <dgm:spPr/>
      <dgm:t>
        <a:bodyPr/>
        <a:lstStyle/>
        <a:p>
          <a:endParaRPr lang="zh-CN" altLang="en-US"/>
        </a:p>
      </dgm:t>
    </dgm:pt>
    <dgm:pt modelId="{F8686D80-5BA2-3E4B-98F7-362C4F08F71B}">
      <dgm:prSet/>
      <dgm:spPr/>
      <dgm:t>
        <a:bodyPr/>
        <a:lstStyle/>
        <a:p>
          <a:r>
            <a:rPr kumimoji="1" lang="en-US" altLang="zh-CN" dirty="0"/>
            <a:t>5.</a:t>
          </a:r>
          <a:r>
            <a:rPr kumimoji="1" lang="zh-CN" dirty="0"/>
            <a:t>联系在线客服</a:t>
          </a:r>
          <a:endParaRPr lang="zh-CN" dirty="0"/>
        </a:p>
      </dgm:t>
    </dgm:pt>
    <dgm:pt modelId="{A18F85BD-9CEF-6D44-87E4-08A64007882A}" type="parTrans" cxnId="{6B688C85-71F9-8D4B-8B9F-E25E79FDB480}">
      <dgm:prSet/>
      <dgm:spPr/>
      <dgm:t>
        <a:bodyPr/>
        <a:lstStyle/>
        <a:p>
          <a:endParaRPr lang="zh-CN" altLang="en-US"/>
        </a:p>
      </dgm:t>
    </dgm:pt>
    <dgm:pt modelId="{B682C4FC-24DC-094F-9103-EF1D9AB08990}" type="sibTrans" cxnId="{6B688C85-71F9-8D4B-8B9F-E25E79FDB480}">
      <dgm:prSet/>
      <dgm:spPr/>
      <dgm:t>
        <a:bodyPr/>
        <a:lstStyle/>
        <a:p>
          <a:endParaRPr lang="zh-CN" altLang="en-US"/>
        </a:p>
      </dgm:t>
    </dgm:pt>
    <dgm:pt modelId="{45144FD2-D95F-4C48-9645-64701855BF07}" type="pres">
      <dgm:prSet presAssocID="{8B5033BF-D213-7A4A-AEDD-FB4B4DB3286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A78798F-6EDA-C545-837E-61386A26FFA0}" type="pres">
      <dgm:prSet presAssocID="{9DB1A024-8D8A-1048-A7B1-DB86EA7DD825}" presName="hierRoot1" presStyleCnt="0"/>
      <dgm:spPr/>
    </dgm:pt>
    <dgm:pt modelId="{5329DE65-CF38-E94E-97A0-9547EE2C03EA}" type="pres">
      <dgm:prSet presAssocID="{9DB1A024-8D8A-1048-A7B1-DB86EA7DD825}" presName="composite" presStyleCnt="0"/>
      <dgm:spPr/>
    </dgm:pt>
    <dgm:pt modelId="{F5D0AC2F-FB7C-DA4A-9FB5-9535899B0EA2}" type="pres">
      <dgm:prSet presAssocID="{9DB1A024-8D8A-1048-A7B1-DB86EA7DD825}" presName="background" presStyleLbl="node0" presStyleIdx="0" presStyleCnt="1"/>
      <dgm:spPr/>
    </dgm:pt>
    <dgm:pt modelId="{41E7441F-309E-6E43-9A4C-871907F7A266}" type="pres">
      <dgm:prSet presAssocID="{9DB1A024-8D8A-1048-A7B1-DB86EA7DD825}" presName="text" presStyleLbl="fgAcc0" presStyleIdx="0" presStyleCnt="1">
        <dgm:presLayoutVars>
          <dgm:chPref val="3"/>
        </dgm:presLayoutVars>
      </dgm:prSet>
      <dgm:spPr/>
    </dgm:pt>
    <dgm:pt modelId="{E5DCD624-4953-0640-8933-540625B2C9E8}" type="pres">
      <dgm:prSet presAssocID="{9DB1A024-8D8A-1048-A7B1-DB86EA7DD825}" presName="hierChild2" presStyleCnt="0"/>
      <dgm:spPr/>
    </dgm:pt>
    <dgm:pt modelId="{81062DB7-80CF-8E44-B453-AF966ACD1F37}" type="pres">
      <dgm:prSet presAssocID="{DCB2C0B9-55BD-AD44-94D9-D9E7C8D07739}" presName="Name10" presStyleLbl="parChTrans1D2" presStyleIdx="0" presStyleCnt="5"/>
      <dgm:spPr/>
    </dgm:pt>
    <dgm:pt modelId="{786C1B92-5B6F-B547-B0A5-7D8FA6A6623E}" type="pres">
      <dgm:prSet presAssocID="{B4C2A039-EC07-AA4D-B7A2-B3EA7F32FCA9}" presName="hierRoot2" presStyleCnt="0"/>
      <dgm:spPr/>
    </dgm:pt>
    <dgm:pt modelId="{F0C99EC8-280B-7340-AFFD-FE2F9C87E49A}" type="pres">
      <dgm:prSet presAssocID="{B4C2A039-EC07-AA4D-B7A2-B3EA7F32FCA9}" presName="composite2" presStyleCnt="0"/>
      <dgm:spPr/>
    </dgm:pt>
    <dgm:pt modelId="{8A68D945-3636-E74C-8FF2-921369A4DED2}" type="pres">
      <dgm:prSet presAssocID="{B4C2A039-EC07-AA4D-B7A2-B3EA7F32FCA9}" presName="background2" presStyleLbl="node2" presStyleIdx="0" presStyleCnt="5"/>
      <dgm:spPr/>
    </dgm:pt>
    <dgm:pt modelId="{B4534D07-BBC7-3F4E-89E9-B827644F34EE}" type="pres">
      <dgm:prSet presAssocID="{B4C2A039-EC07-AA4D-B7A2-B3EA7F32FCA9}" presName="text2" presStyleLbl="fgAcc2" presStyleIdx="0" presStyleCnt="5">
        <dgm:presLayoutVars>
          <dgm:chPref val="3"/>
        </dgm:presLayoutVars>
      </dgm:prSet>
      <dgm:spPr/>
    </dgm:pt>
    <dgm:pt modelId="{D3326C82-5592-6F45-A53F-795A2D0F2075}" type="pres">
      <dgm:prSet presAssocID="{B4C2A039-EC07-AA4D-B7A2-B3EA7F32FCA9}" presName="hierChild3" presStyleCnt="0"/>
      <dgm:spPr/>
    </dgm:pt>
    <dgm:pt modelId="{C4A98924-B208-294B-88B6-00A3B9B23525}" type="pres">
      <dgm:prSet presAssocID="{BCDA42B6-B95E-E04E-B019-2FCD91808DCA}" presName="Name10" presStyleLbl="parChTrans1D2" presStyleIdx="1" presStyleCnt="5"/>
      <dgm:spPr/>
    </dgm:pt>
    <dgm:pt modelId="{57424D1E-20B9-1545-B97B-B07945260136}" type="pres">
      <dgm:prSet presAssocID="{4CC9AC49-5736-6140-93D9-87BE6364D83B}" presName="hierRoot2" presStyleCnt="0"/>
      <dgm:spPr/>
    </dgm:pt>
    <dgm:pt modelId="{A4688622-546A-D741-979C-EEE5B95FD094}" type="pres">
      <dgm:prSet presAssocID="{4CC9AC49-5736-6140-93D9-87BE6364D83B}" presName="composite2" presStyleCnt="0"/>
      <dgm:spPr/>
    </dgm:pt>
    <dgm:pt modelId="{BB5987B9-36E2-1542-869C-C02E4BD8E04C}" type="pres">
      <dgm:prSet presAssocID="{4CC9AC49-5736-6140-93D9-87BE6364D83B}" presName="background2" presStyleLbl="node2" presStyleIdx="1" presStyleCnt="5"/>
      <dgm:spPr/>
    </dgm:pt>
    <dgm:pt modelId="{F35294B6-5DCF-FE41-A464-C1F76FEBBD96}" type="pres">
      <dgm:prSet presAssocID="{4CC9AC49-5736-6140-93D9-87BE6364D83B}" presName="text2" presStyleLbl="fgAcc2" presStyleIdx="1" presStyleCnt="5">
        <dgm:presLayoutVars>
          <dgm:chPref val="3"/>
        </dgm:presLayoutVars>
      </dgm:prSet>
      <dgm:spPr/>
    </dgm:pt>
    <dgm:pt modelId="{A9C9F4D9-E948-E544-A293-6BA2BA53B0DC}" type="pres">
      <dgm:prSet presAssocID="{4CC9AC49-5736-6140-93D9-87BE6364D83B}" presName="hierChild3" presStyleCnt="0"/>
      <dgm:spPr/>
    </dgm:pt>
    <dgm:pt modelId="{E3040301-9F00-E64C-B174-64F530C78599}" type="pres">
      <dgm:prSet presAssocID="{B50E6FE4-9600-3541-98BD-3D52AA5490DA}" presName="Name10" presStyleLbl="parChTrans1D2" presStyleIdx="2" presStyleCnt="5"/>
      <dgm:spPr/>
    </dgm:pt>
    <dgm:pt modelId="{D65902FD-548B-B646-B0DC-6129C181D370}" type="pres">
      <dgm:prSet presAssocID="{A5685DAE-7625-0047-99CE-9A5CE19E8135}" presName="hierRoot2" presStyleCnt="0"/>
      <dgm:spPr/>
    </dgm:pt>
    <dgm:pt modelId="{9D60EF55-F367-6743-BE33-8C1FCA9F50AA}" type="pres">
      <dgm:prSet presAssocID="{A5685DAE-7625-0047-99CE-9A5CE19E8135}" presName="composite2" presStyleCnt="0"/>
      <dgm:spPr/>
    </dgm:pt>
    <dgm:pt modelId="{42666773-121D-3D49-9068-A192519882BA}" type="pres">
      <dgm:prSet presAssocID="{A5685DAE-7625-0047-99CE-9A5CE19E8135}" presName="background2" presStyleLbl="node2" presStyleIdx="2" presStyleCnt="5"/>
      <dgm:spPr/>
    </dgm:pt>
    <dgm:pt modelId="{56947A8A-8CB0-0948-AFFA-30D1CB0F1C89}" type="pres">
      <dgm:prSet presAssocID="{A5685DAE-7625-0047-99CE-9A5CE19E8135}" presName="text2" presStyleLbl="fgAcc2" presStyleIdx="2" presStyleCnt="5">
        <dgm:presLayoutVars>
          <dgm:chPref val="3"/>
        </dgm:presLayoutVars>
      </dgm:prSet>
      <dgm:spPr/>
    </dgm:pt>
    <dgm:pt modelId="{BC8C020F-DC9D-414C-8419-BFA4A7EC803E}" type="pres">
      <dgm:prSet presAssocID="{A5685DAE-7625-0047-99CE-9A5CE19E8135}" presName="hierChild3" presStyleCnt="0"/>
      <dgm:spPr/>
    </dgm:pt>
    <dgm:pt modelId="{59FD7883-DC22-F64C-A4BA-63298AAF6EAF}" type="pres">
      <dgm:prSet presAssocID="{615D6B19-8747-1649-9238-1B60E4A328D2}" presName="Name10" presStyleLbl="parChTrans1D2" presStyleIdx="3" presStyleCnt="5"/>
      <dgm:spPr/>
    </dgm:pt>
    <dgm:pt modelId="{CB3D9B9C-104E-5044-BB49-7C7B83522A04}" type="pres">
      <dgm:prSet presAssocID="{475668B9-F0E6-CA4A-BB09-6BB55DEBDF67}" presName="hierRoot2" presStyleCnt="0"/>
      <dgm:spPr/>
    </dgm:pt>
    <dgm:pt modelId="{30C7EA60-01AE-FB49-96BD-8748F623DC8C}" type="pres">
      <dgm:prSet presAssocID="{475668B9-F0E6-CA4A-BB09-6BB55DEBDF67}" presName="composite2" presStyleCnt="0"/>
      <dgm:spPr/>
    </dgm:pt>
    <dgm:pt modelId="{72FCE627-C878-EF41-8500-93A9965AC1A1}" type="pres">
      <dgm:prSet presAssocID="{475668B9-F0E6-CA4A-BB09-6BB55DEBDF67}" presName="background2" presStyleLbl="node2" presStyleIdx="3" presStyleCnt="5"/>
      <dgm:spPr/>
    </dgm:pt>
    <dgm:pt modelId="{E846A5B2-8BF0-334C-8D6E-5322216EC58B}" type="pres">
      <dgm:prSet presAssocID="{475668B9-F0E6-CA4A-BB09-6BB55DEBDF67}" presName="text2" presStyleLbl="fgAcc2" presStyleIdx="3" presStyleCnt="5">
        <dgm:presLayoutVars>
          <dgm:chPref val="3"/>
        </dgm:presLayoutVars>
      </dgm:prSet>
      <dgm:spPr/>
    </dgm:pt>
    <dgm:pt modelId="{6DF7C20D-7EC1-084F-820D-D663328D14CF}" type="pres">
      <dgm:prSet presAssocID="{475668B9-F0E6-CA4A-BB09-6BB55DEBDF67}" presName="hierChild3" presStyleCnt="0"/>
      <dgm:spPr/>
    </dgm:pt>
    <dgm:pt modelId="{87D53172-F938-0B41-AE5F-AA7ECADD5ED4}" type="pres">
      <dgm:prSet presAssocID="{A18F85BD-9CEF-6D44-87E4-08A64007882A}" presName="Name10" presStyleLbl="parChTrans1D2" presStyleIdx="4" presStyleCnt="5"/>
      <dgm:spPr/>
    </dgm:pt>
    <dgm:pt modelId="{A12D39E4-A8E9-0641-B2EC-BE3C1EA84132}" type="pres">
      <dgm:prSet presAssocID="{F8686D80-5BA2-3E4B-98F7-362C4F08F71B}" presName="hierRoot2" presStyleCnt="0"/>
      <dgm:spPr/>
    </dgm:pt>
    <dgm:pt modelId="{84EBF8FD-B028-3A45-A542-965696EB40AC}" type="pres">
      <dgm:prSet presAssocID="{F8686D80-5BA2-3E4B-98F7-362C4F08F71B}" presName="composite2" presStyleCnt="0"/>
      <dgm:spPr/>
    </dgm:pt>
    <dgm:pt modelId="{936BB667-F012-504D-8DA5-3C6F42A65DE1}" type="pres">
      <dgm:prSet presAssocID="{F8686D80-5BA2-3E4B-98F7-362C4F08F71B}" presName="background2" presStyleLbl="node2" presStyleIdx="4" presStyleCnt="5"/>
      <dgm:spPr/>
    </dgm:pt>
    <dgm:pt modelId="{8677CD05-6D1E-0448-A662-57D0FBC4D193}" type="pres">
      <dgm:prSet presAssocID="{F8686D80-5BA2-3E4B-98F7-362C4F08F71B}" presName="text2" presStyleLbl="fgAcc2" presStyleIdx="4" presStyleCnt="5">
        <dgm:presLayoutVars>
          <dgm:chPref val="3"/>
        </dgm:presLayoutVars>
      </dgm:prSet>
      <dgm:spPr/>
    </dgm:pt>
    <dgm:pt modelId="{8AE781EB-D1C8-3948-8A42-1221BAD5B310}" type="pres">
      <dgm:prSet presAssocID="{F8686D80-5BA2-3E4B-98F7-362C4F08F71B}" presName="hierChild3" presStyleCnt="0"/>
      <dgm:spPr/>
    </dgm:pt>
  </dgm:ptLst>
  <dgm:cxnLst>
    <dgm:cxn modelId="{A4C0530D-B5AD-1E43-98A0-979140878920}" type="presOf" srcId="{B4C2A039-EC07-AA4D-B7A2-B3EA7F32FCA9}" destId="{B4534D07-BBC7-3F4E-89E9-B827644F34EE}" srcOrd="0" destOrd="0" presId="urn:microsoft.com/office/officeart/2005/8/layout/hierarchy1"/>
    <dgm:cxn modelId="{B0D84F11-3436-1248-9689-4DBE628C2D78}" type="presOf" srcId="{DCB2C0B9-55BD-AD44-94D9-D9E7C8D07739}" destId="{81062DB7-80CF-8E44-B453-AF966ACD1F37}" srcOrd="0" destOrd="0" presId="urn:microsoft.com/office/officeart/2005/8/layout/hierarchy1"/>
    <dgm:cxn modelId="{212CE416-BCC5-0D42-939D-EB77FBF19E2F}" type="presOf" srcId="{9DB1A024-8D8A-1048-A7B1-DB86EA7DD825}" destId="{41E7441F-309E-6E43-9A4C-871907F7A266}" srcOrd="0" destOrd="0" presId="urn:microsoft.com/office/officeart/2005/8/layout/hierarchy1"/>
    <dgm:cxn modelId="{6B4C0721-E866-D240-8E29-9EB18BB670DC}" type="presOf" srcId="{F8686D80-5BA2-3E4B-98F7-362C4F08F71B}" destId="{8677CD05-6D1E-0448-A662-57D0FBC4D193}" srcOrd="0" destOrd="0" presId="urn:microsoft.com/office/officeart/2005/8/layout/hierarchy1"/>
    <dgm:cxn modelId="{DB392121-2086-6443-BACD-E57B442BEA00}" type="presOf" srcId="{BCDA42B6-B95E-E04E-B019-2FCD91808DCA}" destId="{C4A98924-B208-294B-88B6-00A3B9B23525}" srcOrd="0" destOrd="0" presId="urn:microsoft.com/office/officeart/2005/8/layout/hierarchy1"/>
    <dgm:cxn modelId="{BAA7CB26-9AD2-544B-BD5E-39FA980E4C41}" type="presOf" srcId="{4CC9AC49-5736-6140-93D9-87BE6364D83B}" destId="{F35294B6-5DCF-FE41-A464-C1F76FEBBD96}" srcOrd="0" destOrd="0" presId="urn:microsoft.com/office/officeart/2005/8/layout/hierarchy1"/>
    <dgm:cxn modelId="{E409BE36-EAC5-FB47-B026-3D469DCCEFD9}" srcId="{9DB1A024-8D8A-1048-A7B1-DB86EA7DD825}" destId="{A5685DAE-7625-0047-99CE-9A5CE19E8135}" srcOrd="2" destOrd="0" parTransId="{B50E6FE4-9600-3541-98BD-3D52AA5490DA}" sibTransId="{B6C97517-FEB9-294B-8FAD-BEEB0D58C282}"/>
    <dgm:cxn modelId="{67F6CD4D-2B81-DB4F-B0A0-2BE42FFAE95B}" srcId="{9DB1A024-8D8A-1048-A7B1-DB86EA7DD825}" destId="{B4C2A039-EC07-AA4D-B7A2-B3EA7F32FCA9}" srcOrd="0" destOrd="0" parTransId="{DCB2C0B9-55BD-AD44-94D9-D9E7C8D07739}" sibTransId="{52F0D0D4-CE75-8A44-B6A3-8C33DDA130B2}"/>
    <dgm:cxn modelId="{FF25D55E-9C5B-D048-949B-56069450366B}" type="presOf" srcId="{A18F85BD-9CEF-6D44-87E4-08A64007882A}" destId="{87D53172-F938-0B41-AE5F-AA7ECADD5ED4}" srcOrd="0" destOrd="0" presId="urn:microsoft.com/office/officeart/2005/8/layout/hierarchy1"/>
    <dgm:cxn modelId="{42C8FF6D-FBDA-A946-B94E-7C484DD3D256}" srcId="{9DB1A024-8D8A-1048-A7B1-DB86EA7DD825}" destId="{4CC9AC49-5736-6140-93D9-87BE6364D83B}" srcOrd="1" destOrd="0" parTransId="{BCDA42B6-B95E-E04E-B019-2FCD91808DCA}" sibTransId="{297DD14D-0781-8847-AB0F-1A7B7C20BEA3}"/>
    <dgm:cxn modelId="{22CBCA70-3694-D94B-AE96-9CC7B76C9D74}" type="presOf" srcId="{A5685DAE-7625-0047-99CE-9A5CE19E8135}" destId="{56947A8A-8CB0-0948-AFFA-30D1CB0F1C89}" srcOrd="0" destOrd="0" presId="urn:microsoft.com/office/officeart/2005/8/layout/hierarchy1"/>
    <dgm:cxn modelId="{A2CEAF82-9183-F54C-9CD2-92376A346EC0}" type="presOf" srcId="{B50E6FE4-9600-3541-98BD-3D52AA5490DA}" destId="{E3040301-9F00-E64C-B174-64F530C78599}" srcOrd="0" destOrd="0" presId="urn:microsoft.com/office/officeart/2005/8/layout/hierarchy1"/>
    <dgm:cxn modelId="{6B688C85-71F9-8D4B-8B9F-E25E79FDB480}" srcId="{9DB1A024-8D8A-1048-A7B1-DB86EA7DD825}" destId="{F8686D80-5BA2-3E4B-98F7-362C4F08F71B}" srcOrd="4" destOrd="0" parTransId="{A18F85BD-9CEF-6D44-87E4-08A64007882A}" sibTransId="{B682C4FC-24DC-094F-9103-EF1D9AB08990}"/>
    <dgm:cxn modelId="{3C928D96-0023-624E-B9A0-1500C2DFADBA}" type="presOf" srcId="{615D6B19-8747-1649-9238-1B60E4A328D2}" destId="{59FD7883-DC22-F64C-A4BA-63298AAF6EAF}" srcOrd="0" destOrd="0" presId="urn:microsoft.com/office/officeart/2005/8/layout/hierarchy1"/>
    <dgm:cxn modelId="{55DBABA5-742C-2048-9221-8EA86F774C31}" type="presOf" srcId="{475668B9-F0E6-CA4A-BB09-6BB55DEBDF67}" destId="{E846A5B2-8BF0-334C-8D6E-5322216EC58B}" srcOrd="0" destOrd="0" presId="urn:microsoft.com/office/officeart/2005/8/layout/hierarchy1"/>
    <dgm:cxn modelId="{931201AC-927E-E64F-8769-21157F345DFF}" srcId="{8B5033BF-D213-7A4A-AEDD-FB4B4DB32869}" destId="{9DB1A024-8D8A-1048-A7B1-DB86EA7DD825}" srcOrd="0" destOrd="0" parTransId="{8CC52DA6-1EAA-C240-8459-94E423ED107F}" sibTransId="{F1ECE0B1-DC89-774F-8E13-4250E245AEB4}"/>
    <dgm:cxn modelId="{A445F9E5-ED8C-4C42-949C-2108A02F8D3B}" type="presOf" srcId="{8B5033BF-D213-7A4A-AEDD-FB4B4DB32869}" destId="{45144FD2-D95F-4C48-9645-64701855BF07}" srcOrd="0" destOrd="0" presId="urn:microsoft.com/office/officeart/2005/8/layout/hierarchy1"/>
    <dgm:cxn modelId="{F6496AF2-8E72-5340-AAD9-36CC7266087D}" srcId="{9DB1A024-8D8A-1048-A7B1-DB86EA7DD825}" destId="{475668B9-F0E6-CA4A-BB09-6BB55DEBDF67}" srcOrd="3" destOrd="0" parTransId="{615D6B19-8747-1649-9238-1B60E4A328D2}" sibTransId="{36FD379E-B936-624D-96F9-F1FB4F20C1EF}"/>
    <dgm:cxn modelId="{1DB3027F-2D91-D24B-9CFF-8CA1E5938C8F}" type="presParOf" srcId="{45144FD2-D95F-4C48-9645-64701855BF07}" destId="{5A78798F-6EDA-C545-837E-61386A26FFA0}" srcOrd="0" destOrd="0" presId="urn:microsoft.com/office/officeart/2005/8/layout/hierarchy1"/>
    <dgm:cxn modelId="{E9A7F369-CDB5-6549-947F-156FCE601627}" type="presParOf" srcId="{5A78798F-6EDA-C545-837E-61386A26FFA0}" destId="{5329DE65-CF38-E94E-97A0-9547EE2C03EA}" srcOrd="0" destOrd="0" presId="urn:microsoft.com/office/officeart/2005/8/layout/hierarchy1"/>
    <dgm:cxn modelId="{17A47951-35E1-F748-892D-D947792BDDBE}" type="presParOf" srcId="{5329DE65-CF38-E94E-97A0-9547EE2C03EA}" destId="{F5D0AC2F-FB7C-DA4A-9FB5-9535899B0EA2}" srcOrd="0" destOrd="0" presId="urn:microsoft.com/office/officeart/2005/8/layout/hierarchy1"/>
    <dgm:cxn modelId="{FB9ED0AE-F505-4F49-8900-512845396045}" type="presParOf" srcId="{5329DE65-CF38-E94E-97A0-9547EE2C03EA}" destId="{41E7441F-309E-6E43-9A4C-871907F7A266}" srcOrd="1" destOrd="0" presId="urn:microsoft.com/office/officeart/2005/8/layout/hierarchy1"/>
    <dgm:cxn modelId="{B789D75C-9859-2443-884C-B27085391183}" type="presParOf" srcId="{5A78798F-6EDA-C545-837E-61386A26FFA0}" destId="{E5DCD624-4953-0640-8933-540625B2C9E8}" srcOrd="1" destOrd="0" presId="urn:microsoft.com/office/officeart/2005/8/layout/hierarchy1"/>
    <dgm:cxn modelId="{C04B61E6-7A10-964B-8FB8-3E10213746A4}" type="presParOf" srcId="{E5DCD624-4953-0640-8933-540625B2C9E8}" destId="{81062DB7-80CF-8E44-B453-AF966ACD1F37}" srcOrd="0" destOrd="0" presId="urn:microsoft.com/office/officeart/2005/8/layout/hierarchy1"/>
    <dgm:cxn modelId="{17C74A43-65A5-8940-B5CF-80226961CA6D}" type="presParOf" srcId="{E5DCD624-4953-0640-8933-540625B2C9E8}" destId="{786C1B92-5B6F-B547-B0A5-7D8FA6A6623E}" srcOrd="1" destOrd="0" presId="urn:microsoft.com/office/officeart/2005/8/layout/hierarchy1"/>
    <dgm:cxn modelId="{93F335C6-89A8-814E-9BCB-CEC964D51FFC}" type="presParOf" srcId="{786C1B92-5B6F-B547-B0A5-7D8FA6A6623E}" destId="{F0C99EC8-280B-7340-AFFD-FE2F9C87E49A}" srcOrd="0" destOrd="0" presId="urn:microsoft.com/office/officeart/2005/8/layout/hierarchy1"/>
    <dgm:cxn modelId="{1A6E9F75-D68C-ED4E-B820-0403B5B7D156}" type="presParOf" srcId="{F0C99EC8-280B-7340-AFFD-FE2F9C87E49A}" destId="{8A68D945-3636-E74C-8FF2-921369A4DED2}" srcOrd="0" destOrd="0" presId="urn:microsoft.com/office/officeart/2005/8/layout/hierarchy1"/>
    <dgm:cxn modelId="{BA46EF63-6A68-6B46-BEC6-95D10FCA0D19}" type="presParOf" srcId="{F0C99EC8-280B-7340-AFFD-FE2F9C87E49A}" destId="{B4534D07-BBC7-3F4E-89E9-B827644F34EE}" srcOrd="1" destOrd="0" presId="urn:microsoft.com/office/officeart/2005/8/layout/hierarchy1"/>
    <dgm:cxn modelId="{B8D9E75E-C8A4-F041-83C4-5D1C86BE2D0D}" type="presParOf" srcId="{786C1B92-5B6F-B547-B0A5-7D8FA6A6623E}" destId="{D3326C82-5592-6F45-A53F-795A2D0F2075}" srcOrd="1" destOrd="0" presId="urn:microsoft.com/office/officeart/2005/8/layout/hierarchy1"/>
    <dgm:cxn modelId="{E3195811-4BFC-D34A-94A3-ED5E252AD7B4}" type="presParOf" srcId="{E5DCD624-4953-0640-8933-540625B2C9E8}" destId="{C4A98924-B208-294B-88B6-00A3B9B23525}" srcOrd="2" destOrd="0" presId="urn:microsoft.com/office/officeart/2005/8/layout/hierarchy1"/>
    <dgm:cxn modelId="{B77F61C2-CB9D-B249-9B20-2F291D453D47}" type="presParOf" srcId="{E5DCD624-4953-0640-8933-540625B2C9E8}" destId="{57424D1E-20B9-1545-B97B-B07945260136}" srcOrd="3" destOrd="0" presId="urn:microsoft.com/office/officeart/2005/8/layout/hierarchy1"/>
    <dgm:cxn modelId="{7885C2C1-A75E-7743-B9A6-1CB55D3BEDEC}" type="presParOf" srcId="{57424D1E-20B9-1545-B97B-B07945260136}" destId="{A4688622-546A-D741-979C-EEE5B95FD094}" srcOrd="0" destOrd="0" presId="urn:microsoft.com/office/officeart/2005/8/layout/hierarchy1"/>
    <dgm:cxn modelId="{95AC245F-E8E7-FE4E-8D46-69D7A489D7BA}" type="presParOf" srcId="{A4688622-546A-D741-979C-EEE5B95FD094}" destId="{BB5987B9-36E2-1542-869C-C02E4BD8E04C}" srcOrd="0" destOrd="0" presId="urn:microsoft.com/office/officeart/2005/8/layout/hierarchy1"/>
    <dgm:cxn modelId="{989922DA-B3A0-3E42-931D-62EC7FEB21D8}" type="presParOf" srcId="{A4688622-546A-D741-979C-EEE5B95FD094}" destId="{F35294B6-5DCF-FE41-A464-C1F76FEBBD96}" srcOrd="1" destOrd="0" presId="urn:microsoft.com/office/officeart/2005/8/layout/hierarchy1"/>
    <dgm:cxn modelId="{9AF7A0E1-A989-9842-8C25-37A52F64ECD5}" type="presParOf" srcId="{57424D1E-20B9-1545-B97B-B07945260136}" destId="{A9C9F4D9-E948-E544-A293-6BA2BA53B0DC}" srcOrd="1" destOrd="0" presId="urn:microsoft.com/office/officeart/2005/8/layout/hierarchy1"/>
    <dgm:cxn modelId="{8E0C07D1-2E59-7D4D-84BB-5D2C6EC2085F}" type="presParOf" srcId="{E5DCD624-4953-0640-8933-540625B2C9E8}" destId="{E3040301-9F00-E64C-B174-64F530C78599}" srcOrd="4" destOrd="0" presId="urn:microsoft.com/office/officeart/2005/8/layout/hierarchy1"/>
    <dgm:cxn modelId="{1D532553-A545-874A-8266-7E1F7E3DFA21}" type="presParOf" srcId="{E5DCD624-4953-0640-8933-540625B2C9E8}" destId="{D65902FD-548B-B646-B0DC-6129C181D370}" srcOrd="5" destOrd="0" presId="urn:microsoft.com/office/officeart/2005/8/layout/hierarchy1"/>
    <dgm:cxn modelId="{68880DA9-D294-E24B-BF71-C559315CBEA9}" type="presParOf" srcId="{D65902FD-548B-B646-B0DC-6129C181D370}" destId="{9D60EF55-F367-6743-BE33-8C1FCA9F50AA}" srcOrd="0" destOrd="0" presId="urn:microsoft.com/office/officeart/2005/8/layout/hierarchy1"/>
    <dgm:cxn modelId="{EEB05555-9E32-6C44-A50A-7E2DADC123B3}" type="presParOf" srcId="{9D60EF55-F367-6743-BE33-8C1FCA9F50AA}" destId="{42666773-121D-3D49-9068-A192519882BA}" srcOrd="0" destOrd="0" presId="urn:microsoft.com/office/officeart/2005/8/layout/hierarchy1"/>
    <dgm:cxn modelId="{865D56BE-DE01-884C-BF04-9CBAA8CBF51E}" type="presParOf" srcId="{9D60EF55-F367-6743-BE33-8C1FCA9F50AA}" destId="{56947A8A-8CB0-0948-AFFA-30D1CB0F1C89}" srcOrd="1" destOrd="0" presId="urn:microsoft.com/office/officeart/2005/8/layout/hierarchy1"/>
    <dgm:cxn modelId="{C38CD6EA-39E8-394D-BF0F-8D9C3C8FAA1A}" type="presParOf" srcId="{D65902FD-548B-B646-B0DC-6129C181D370}" destId="{BC8C020F-DC9D-414C-8419-BFA4A7EC803E}" srcOrd="1" destOrd="0" presId="urn:microsoft.com/office/officeart/2005/8/layout/hierarchy1"/>
    <dgm:cxn modelId="{5FD1CF73-8DFA-D040-A446-E7216917E0AA}" type="presParOf" srcId="{E5DCD624-4953-0640-8933-540625B2C9E8}" destId="{59FD7883-DC22-F64C-A4BA-63298AAF6EAF}" srcOrd="6" destOrd="0" presId="urn:microsoft.com/office/officeart/2005/8/layout/hierarchy1"/>
    <dgm:cxn modelId="{BE4383C8-A34C-5147-92C0-37E30D44F649}" type="presParOf" srcId="{E5DCD624-4953-0640-8933-540625B2C9E8}" destId="{CB3D9B9C-104E-5044-BB49-7C7B83522A04}" srcOrd="7" destOrd="0" presId="urn:microsoft.com/office/officeart/2005/8/layout/hierarchy1"/>
    <dgm:cxn modelId="{79420B3B-2E87-F846-AE58-C8052D9EB254}" type="presParOf" srcId="{CB3D9B9C-104E-5044-BB49-7C7B83522A04}" destId="{30C7EA60-01AE-FB49-96BD-8748F623DC8C}" srcOrd="0" destOrd="0" presId="urn:microsoft.com/office/officeart/2005/8/layout/hierarchy1"/>
    <dgm:cxn modelId="{7DA16066-2C4D-CD49-9552-6D499AAA3CE4}" type="presParOf" srcId="{30C7EA60-01AE-FB49-96BD-8748F623DC8C}" destId="{72FCE627-C878-EF41-8500-93A9965AC1A1}" srcOrd="0" destOrd="0" presId="urn:microsoft.com/office/officeart/2005/8/layout/hierarchy1"/>
    <dgm:cxn modelId="{738FA712-2943-4E48-8601-9D208A8BD373}" type="presParOf" srcId="{30C7EA60-01AE-FB49-96BD-8748F623DC8C}" destId="{E846A5B2-8BF0-334C-8D6E-5322216EC58B}" srcOrd="1" destOrd="0" presId="urn:microsoft.com/office/officeart/2005/8/layout/hierarchy1"/>
    <dgm:cxn modelId="{D621BA9C-EEB3-A047-A3CC-1AB68FD29404}" type="presParOf" srcId="{CB3D9B9C-104E-5044-BB49-7C7B83522A04}" destId="{6DF7C20D-7EC1-084F-820D-D663328D14CF}" srcOrd="1" destOrd="0" presId="urn:microsoft.com/office/officeart/2005/8/layout/hierarchy1"/>
    <dgm:cxn modelId="{4003B3F1-3748-C142-9047-AF9D5FD962D8}" type="presParOf" srcId="{E5DCD624-4953-0640-8933-540625B2C9E8}" destId="{87D53172-F938-0B41-AE5F-AA7ECADD5ED4}" srcOrd="8" destOrd="0" presId="urn:microsoft.com/office/officeart/2005/8/layout/hierarchy1"/>
    <dgm:cxn modelId="{C69C1F7E-19ED-A249-AC50-04E4937A7C78}" type="presParOf" srcId="{E5DCD624-4953-0640-8933-540625B2C9E8}" destId="{A12D39E4-A8E9-0641-B2EC-BE3C1EA84132}" srcOrd="9" destOrd="0" presId="urn:microsoft.com/office/officeart/2005/8/layout/hierarchy1"/>
    <dgm:cxn modelId="{D4719FBB-45AB-CD45-B49C-D0C4343E4A21}" type="presParOf" srcId="{A12D39E4-A8E9-0641-B2EC-BE3C1EA84132}" destId="{84EBF8FD-B028-3A45-A542-965696EB40AC}" srcOrd="0" destOrd="0" presId="urn:microsoft.com/office/officeart/2005/8/layout/hierarchy1"/>
    <dgm:cxn modelId="{C0942051-DF76-4043-91B9-DD5B86C56E56}" type="presParOf" srcId="{84EBF8FD-B028-3A45-A542-965696EB40AC}" destId="{936BB667-F012-504D-8DA5-3C6F42A65DE1}" srcOrd="0" destOrd="0" presId="urn:microsoft.com/office/officeart/2005/8/layout/hierarchy1"/>
    <dgm:cxn modelId="{5FE77E21-4571-274A-8EEB-040113878911}" type="presParOf" srcId="{84EBF8FD-B028-3A45-A542-965696EB40AC}" destId="{8677CD05-6D1E-0448-A662-57D0FBC4D193}" srcOrd="1" destOrd="0" presId="urn:microsoft.com/office/officeart/2005/8/layout/hierarchy1"/>
    <dgm:cxn modelId="{6F9D048A-6815-7046-B2BA-FA8672A368FD}" type="presParOf" srcId="{A12D39E4-A8E9-0641-B2EC-BE3C1EA84132}" destId="{8AE781EB-D1C8-3948-8A42-1221BAD5B31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FA9DFF5-6830-3249-A6E1-D02E3E1E5F10}" type="doc">
      <dgm:prSet loTypeId="urn:microsoft.com/office/officeart/2005/8/layout/hierarchy2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32C1F7F2-9A66-1C42-BE4D-6E4BDE16951D}">
      <dgm:prSet/>
      <dgm:spPr/>
      <dgm:t>
        <a:bodyPr/>
        <a:lstStyle/>
        <a:p>
          <a:r>
            <a:rPr kumimoji="1" lang="en-US" altLang="zh-CN" dirty="0"/>
            <a:t>1.</a:t>
          </a:r>
          <a:r>
            <a:rPr kumimoji="1" lang="zh-CN" dirty="0"/>
            <a:t>修改个人信息</a:t>
          </a:r>
          <a:endParaRPr lang="zh-CN" dirty="0"/>
        </a:p>
      </dgm:t>
    </dgm:pt>
    <dgm:pt modelId="{3AD33158-F826-1C4D-91CA-4CFBD60714AB}" type="parTrans" cxnId="{E72658E2-1F95-A846-B677-E77F2EB3D72E}">
      <dgm:prSet/>
      <dgm:spPr/>
      <dgm:t>
        <a:bodyPr/>
        <a:lstStyle/>
        <a:p>
          <a:endParaRPr lang="zh-CN" altLang="en-US"/>
        </a:p>
      </dgm:t>
    </dgm:pt>
    <dgm:pt modelId="{F0CD6341-182D-F449-AC43-D95EF656A878}" type="sibTrans" cxnId="{E72658E2-1F95-A846-B677-E77F2EB3D72E}">
      <dgm:prSet/>
      <dgm:spPr/>
      <dgm:t>
        <a:bodyPr/>
        <a:lstStyle/>
        <a:p>
          <a:endParaRPr lang="zh-CN" altLang="en-US"/>
        </a:p>
      </dgm:t>
    </dgm:pt>
    <dgm:pt modelId="{4F5A2085-1D9D-8F47-BC64-28D52DFD1237}">
      <dgm:prSet/>
      <dgm:spPr/>
      <dgm:t>
        <a:bodyPr/>
        <a:lstStyle/>
        <a:p>
          <a:r>
            <a:rPr kumimoji="1" lang="zh-CN"/>
            <a:t>修改用户名、密码、姓名等</a:t>
          </a:r>
          <a:endParaRPr lang="zh-CN"/>
        </a:p>
      </dgm:t>
    </dgm:pt>
    <dgm:pt modelId="{CD552CD3-ED86-504B-A09A-43A84719BA6B}" type="parTrans" cxnId="{42BC5150-F620-B146-9F39-2045735A305A}">
      <dgm:prSet/>
      <dgm:spPr/>
      <dgm:t>
        <a:bodyPr/>
        <a:lstStyle/>
        <a:p>
          <a:endParaRPr lang="zh-CN" altLang="en-US"/>
        </a:p>
      </dgm:t>
    </dgm:pt>
    <dgm:pt modelId="{E4DB1F8B-FAF5-2F48-B651-A8B26C2936B9}" type="sibTrans" cxnId="{42BC5150-F620-B146-9F39-2045735A305A}">
      <dgm:prSet/>
      <dgm:spPr/>
      <dgm:t>
        <a:bodyPr/>
        <a:lstStyle/>
        <a:p>
          <a:endParaRPr lang="zh-CN" altLang="en-US"/>
        </a:p>
      </dgm:t>
    </dgm:pt>
    <dgm:pt modelId="{47EEBC59-3EA2-ED48-9F7E-EAD4867ACF78}">
      <dgm:prSet/>
      <dgm:spPr/>
      <dgm:t>
        <a:bodyPr/>
        <a:lstStyle/>
        <a:p>
          <a:r>
            <a:rPr kumimoji="1" lang="zh-CN"/>
            <a:t>新增收货地址</a:t>
          </a:r>
          <a:endParaRPr lang="zh-CN"/>
        </a:p>
      </dgm:t>
    </dgm:pt>
    <dgm:pt modelId="{541DF34D-9486-4C42-A5DD-315D361C7025}" type="parTrans" cxnId="{DC282E65-B916-6E47-A9E4-BF00B34F8EC3}">
      <dgm:prSet/>
      <dgm:spPr/>
      <dgm:t>
        <a:bodyPr/>
        <a:lstStyle/>
        <a:p>
          <a:endParaRPr lang="zh-CN" altLang="en-US"/>
        </a:p>
      </dgm:t>
    </dgm:pt>
    <dgm:pt modelId="{0D52D207-B1B3-7448-ABC1-B07B016A840E}" type="sibTrans" cxnId="{DC282E65-B916-6E47-A9E4-BF00B34F8EC3}">
      <dgm:prSet/>
      <dgm:spPr/>
      <dgm:t>
        <a:bodyPr/>
        <a:lstStyle/>
        <a:p>
          <a:endParaRPr lang="zh-CN" altLang="en-US"/>
        </a:p>
      </dgm:t>
    </dgm:pt>
    <dgm:pt modelId="{6ABD0382-49BB-8241-BEDE-E5AA97D2904A}">
      <dgm:prSet/>
      <dgm:spPr/>
      <dgm:t>
        <a:bodyPr/>
        <a:lstStyle/>
        <a:p>
          <a:r>
            <a:rPr kumimoji="1" lang="zh-CN"/>
            <a:t>新增收藏图书</a:t>
          </a:r>
          <a:endParaRPr lang="zh-CN"/>
        </a:p>
      </dgm:t>
    </dgm:pt>
    <dgm:pt modelId="{B7ED7150-47F2-CA4C-B5E5-965C12D9C9F5}" type="parTrans" cxnId="{55A3BE3E-4DAE-AF4F-A246-0AB3379425F5}">
      <dgm:prSet/>
      <dgm:spPr/>
      <dgm:t>
        <a:bodyPr/>
        <a:lstStyle/>
        <a:p>
          <a:endParaRPr lang="zh-CN" altLang="en-US"/>
        </a:p>
      </dgm:t>
    </dgm:pt>
    <dgm:pt modelId="{E2456271-CE05-B447-AC3F-EE60B3E00076}" type="sibTrans" cxnId="{55A3BE3E-4DAE-AF4F-A246-0AB3379425F5}">
      <dgm:prSet/>
      <dgm:spPr/>
      <dgm:t>
        <a:bodyPr/>
        <a:lstStyle/>
        <a:p>
          <a:endParaRPr lang="zh-CN" altLang="en-US"/>
        </a:p>
      </dgm:t>
    </dgm:pt>
    <dgm:pt modelId="{3E710CB2-F859-644F-9CCC-BE7B46DEA64C}" type="pres">
      <dgm:prSet presAssocID="{8FA9DFF5-6830-3249-A6E1-D02E3E1E5F1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3FCEC6C-9AA6-3C44-A014-9C670DB4FBEC}" type="pres">
      <dgm:prSet presAssocID="{32C1F7F2-9A66-1C42-BE4D-6E4BDE16951D}" presName="root1" presStyleCnt="0"/>
      <dgm:spPr/>
    </dgm:pt>
    <dgm:pt modelId="{7BBE3FFA-6F05-A842-942E-C0268D4FFD33}" type="pres">
      <dgm:prSet presAssocID="{32C1F7F2-9A66-1C42-BE4D-6E4BDE16951D}" presName="LevelOneTextNode" presStyleLbl="node0" presStyleIdx="0" presStyleCnt="1">
        <dgm:presLayoutVars>
          <dgm:chPref val="3"/>
        </dgm:presLayoutVars>
      </dgm:prSet>
      <dgm:spPr/>
    </dgm:pt>
    <dgm:pt modelId="{01B175A3-A57C-5A4E-85CD-CAABEB32CDAC}" type="pres">
      <dgm:prSet presAssocID="{32C1F7F2-9A66-1C42-BE4D-6E4BDE16951D}" presName="level2hierChild" presStyleCnt="0"/>
      <dgm:spPr/>
    </dgm:pt>
    <dgm:pt modelId="{42A8B9CA-9EA2-EC4F-B4D0-22A2C03CABDF}" type="pres">
      <dgm:prSet presAssocID="{CD552CD3-ED86-504B-A09A-43A84719BA6B}" presName="conn2-1" presStyleLbl="parChTrans1D2" presStyleIdx="0" presStyleCnt="3"/>
      <dgm:spPr/>
    </dgm:pt>
    <dgm:pt modelId="{82786030-3D0D-7D46-AE44-845C375B7AF1}" type="pres">
      <dgm:prSet presAssocID="{CD552CD3-ED86-504B-A09A-43A84719BA6B}" presName="connTx" presStyleLbl="parChTrans1D2" presStyleIdx="0" presStyleCnt="3"/>
      <dgm:spPr/>
    </dgm:pt>
    <dgm:pt modelId="{8620C538-E1F3-FD47-A3D4-6F059F09EBDA}" type="pres">
      <dgm:prSet presAssocID="{4F5A2085-1D9D-8F47-BC64-28D52DFD1237}" presName="root2" presStyleCnt="0"/>
      <dgm:spPr/>
    </dgm:pt>
    <dgm:pt modelId="{67D84966-E839-1443-956B-946FA61E157D}" type="pres">
      <dgm:prSet presAssocID="{4F5A2085-1D9D-8F47-BC64-28D52DFD1237}" presName="LevelTwoTextNode" presStyleLbl="node2" presStyleIdx="0" presStyleCnt="3">
        <dgm:presLayoutVars>
          <dgm:chPref val="3"/>
        </dgm:presLayoutVars>
      </dgm:prSet>
      <dgm:spPr/>
    </dgm:pt>
    <dgm:pt modelId="{23D7D06A-EBD3-254B-99F3-7839FC5EC9BF}" type="pres">
      <dgm:prSet presAssocID="{4F5A2085-1D9D-8F47-BC64-28D52DFD1237}" presName="level3hierChild" presStyleCnt="0"/>
      <dgm:spPr/>
    </dgm:pt>
    <dgm:pt modelId="{1460A598-FA19-B641-8FBA-C0ADD1624253}" type="pres">
      <dgm:prSet presAssocID="{541DF34D-9486-4C42-A5DD-315D361C7025}" presName="conn2-1" presStyleLbl="parChTrans1D2" presStyleIdx="1" presStyleCnt="3"/>
      <dgm:spPr/>
    </dgm:pt>
    <dgm:pt modelId="{582D6A70-1CC7-9040-B862-22C0908171CC}" type="pres">
      <dgm:prSet presAssocID="{541DF34D-9486-4C42-A5DD-315D361C7025}" presName="connTx" presStyleLbl="parChTrans1D2" presStyleIdx="1" presStyleCnt="3"/>
      <dgm:spPr/>
    </dgm:pt>
    <dgm:pt modelId="{C4B6A002-F455-944D-B0CA-82E4D267FEB7}" type="pres">
      <dgm:prSet presAssocID="{47EEBC59-3EA2-ED48-9F7E-EAD4867ACF78}" presName="root2" presStyleCnt="0"/>
      <dgm:spPr/>
    </dgm:pt>
    <dgm:pt modelId="{D919F6A9-7C6C-F44B-99C1-AEC7ABE9B657}" type="pres">
      <dgm:prSet presAssocID="{47EEBC59-3EA2-ED48-9F7E-EAD4867ACF78}" presName="LevelTwoTextNode" presStyleLbl="node2" presStyleIdx="1" presStyleCnt="3">
        <dgm:presLayoutVars>
          <dgm:chPref val="3"/>
        </dgm:presLayoutVars>
      </dgm:prSet>
      <dgm:spPr/>
    </dgm:pt>
    <dgm:pt modelId="{165C661C-76B9-0749-BDE0-5FF3C0D0436F}" type="pres">
      <dgm:prSet presAssocID="{47EEBC59-3EA2-ED48-9F7E-EAD4867ACF78}" presName="level3hierChild" presStyleCnt="0"/>
      <dgm:spPr/>
    </dgm:pt>
    <dgm:pt modelId="{1BB87960-ABF2-3040-B250-8E0AE590C012}" type="pres">
      <dgm:prSet presAssocID="{B7ED7150-47F2-CA4C-B5E5-965C12D9C9F5}" presName="conn2-1" presStyleLbl="parChTrans1D2" presStyleIdx="2" presStyleCnt="3"/>
      <dgm:spPr/>
    </dgm:pt>
    <dgm:pt modelId="{1F58BCEA-A4E4-AA49-9659-E0F84663CF6F}" type="pres">
      <dgm:prSet presAssocID="{B7ED7150-47F2-CA4C-B5E5-965C12D9C9F5}" presName="connTx" presStyleLbl="parChTrans1D2" presStyleIdx="2" presStyleCnt="3"/>
      <dgm:spPr/>
    </dgm:pt>
    <dgm:pt modelId="{D5695D6D-2E30-1743-99D8-3C66853F2D45}" type="pres">
      <dgm:prSet presAssocID="{6ABD0382-49BB-8241-BEDE-E5AA97D2904A}" presName="root2" presStyleCnt="0"/>
      <dgm:spPr/>
    </dgm:pt>
    <dgm:pt modelId="{D48E6706-B48B-DE4A-BE08-E26CA8DB8DDB}" type="pres">
      <dgm:prSet presAssocID="{6ABD0382-49BB-8241-BEDE-E5AA97D2904A}" presName="LevelTwoTextNode" presStyleLbl="node2" presStyleIdx="2" presStyleCnt="3">
        <dgm:presLayoutVars>
          <dgm:chPref val="3"/>
        </dgm:presLayoutVars>
      </dgm:prSet>
      <dgm:spPr/>
    </dgm:pt>
    <dgm:pt modelId="{1F8F4D71-3354-F04E-B925-E78093DA220D}" type="pres">
      <dgm:prSet presAssocID="{6ABD0382-49BB-8241-BEDE-E5AA97D2904A}" presName="level3hierChild" presStyleCnt="0"/>
      <dgm:spPr/>
    </dgm:pt>
  </dgm:ptLst>
  <dgm:cxnLst>
    <dgm:cxn modelId="{0C48520E-6881-C64D-BDE2-92080FEA82AD}" type="presOf" srcId="{32C1F7F2-9A66-1C42-BE4D-6E4BDE16951D}" destId="{7BBE3FFA-6F05-A842-942E-C0268D4FFD33}" srcOrd="0" destOrd="0" presId="urn:microsoft.com/office/officeart/2005/8/layout/hierarchy2"/>
    <dgm:cxn modelId="{CC1C2B16-21E3-7341-A8C3-A833F7ECAD62}" type="presOf" srcId="{541DF34D-9486-4C42-A5DD-315D361C7025}" destId="{1460A598-FA19-B641-8FBA-C0ADD1624253}" srcOrd="0" destOrd="0" presId="urn:microsoft.com/office/officeart/2005/8/layout/hierarchy2"/>
    <dgm:cxn modelId="{7C74EA17-E5DA-3E40-8892-2D49FBD0E991}" type="presOf" srcId="{6ABD0382-49BB-8241-BEDE-E5AA97D2904A}" destId="{D48E6706-B48B-DE4A-BE08-E26CA8DB8DDB}" srcOrd="0" destOrd="0" presId="urn:microsoft.com/office/officeart/2005/8/layout/hierarchy2"/>
    <dgm:cxn modelId="{55A3BE3E-4DAE-AF4F-A246-0AB3379425F5}" srcId="{32C1F7F2-9A66-1C42-BE4D-6E4BDE16951D}" destId="{6ABD0382-49BB-8241-BEDE-E5AA97D2904A}" srcOrd="2" destOrd="0" parTransId="{B7ED7150-47F2-CA4C-B5E5-965C12D9C9F5}" sibTransId="{E2456271-CE05-B447-AC3F-EE60B3E00076}"/>
    <dgm:cxn modelId="{73C24350-FBAF-644C-9BAC-6B8E7AB41E13}" type="presOf" srcId="{47EEBC59-3EA2-ED48-9F7E-EAD4867ACF78}" destId="{D919F6A9-7C6C-F44B-99C1-AEC7ABE9B657}" srcOrd="0" destOrd="0" presId="urn:microsoft.com/office/officeart/2005/8/layout/hierarchy2"/>
    <dgm:cxn modelId="{42BC5150-F620-B146-9F39-2045735A305A}" srcId="{32C1F7F2-9A66-1C42-BE4D-6E4BDE16951D}" destId="{4F5A2085-1D9D-8F47-BC64-28D52DFD1237}" srcOrd="0" destOrd="0" parTransId="{CD552CD3-ED86-504B-A09A-43A84719BA6B}" sibTransId="{E4DB1F8B-FAF5-2F48-B651-A8B26C2936B9}"/>
    <dgm:cxn modelId="{F1F75156-5C7D-114F-86FD-DF38C4A6C053}" type="presOf" srcId="{B7ED7150-47F2-CA4C-B5E5-965C12D9C9F5}" destId="{1F58BCEA-A4E4-AA49-9659-E0F84663CF6F}" srcOrd="1" destOrd="0" presId="urn:microsoft.com/office/officeart/2005/8/layout/hierarchy2"/>
    <dgm:cxn modelId="{286A5C58-3BE9-524B-8494-B4E0FD82C23B}" type="presOf" srcId="{B7ED7150-47F2-CA4C-B5E5-965C12D9C9F5}" destId="{1BB87960-ABF2-3040-B250-8E0AE590C012}" srcOrd="0" destOrd="0" presId="urn:microsoft.com/office/officeart/2005/8/layout/hierarchy2"/>
    <dgm:cxn modelId="{DC282E65-B916-6E47-A9E4-BF00B34F8EC3}" srcId="{32C1F7F2-9A66-1C42-BE4D-6E4BDE16951D}" destId="{47EEBC59-3EA2-ED48-9F7E-EAD4867ACF78}" srcOrd="1" destOrd="0" parTransId="{541DF34D-9486-4C42-A5DD-315D361C7025}" sibTransId="{0D52D207-B1B3-7448-ABC1-B07B016A840E}"/>
    <dgm:cxn modelId="{E72658E2-1F95-A846-B677-E77F2EB3D72E}" srcId="{8FA9DFF5-6830-3249-A6E1-D02E3E1E5F10}" destId="{32C1F7F2-9A66-1C42-BE4D-6E4BDE16951D}" srcOrd="0" destOrd="0" parTransId="{3AD33158-F826-1C4D-91CA-4CFBD60714AB}" sibTransId="{F0CD6341-182D-F449-AC43-D95EF656A878}"/>
    <dgm:cxn modelId="{8B60ECE9-F1E9-6C45-83C5-00C93DDD5762}" type="presOf" srcId="{541DF34D-9486-4C42-A5DD-315D361C7025}" destId="{582D6A70-1CC7-9040-B862-22C0908171CC}" srcOrd="1" destOrd="0" presId="urn:microsoft.com/office/officeart/2005/8/layout/hierarchy2"/>
    <dgm:cxn modelId="{6A92B3F2-9EC5-C14B-AD42-B1C9AEE6F23F}" type="presOf" srcId="{8FA9DFF5-6830-3249-A6E1-D02E3E1E5F10}" destId="{3E710CB2-F859-644F-9CCC-BE7B46DEA64C}" srcOrd="0" destOrd="0" presId="urn:microsoft.com/office/officeart/2005/8/layout/hierarchy2"/>
    <dgm:cxn modelId="{3DA733F3-D444-E74D-8E89-EDC57878E988}" type="presOf" srcId="{4F5A2085-1D9D-8F47-BC64-28D52DFD1237}" destId="{67D84966-E839-1443-956B-946FA61E157D}" srcOrd="0" destOrd="0" presId="urn:microsoft.com/office/officeart/2005/8/layout/hierarchy2"/>
    <dgm:cxn modelId="{A34BEEFD-FF8A-724E-A479-AB4FE3EA54AF}" type="presOf" srcId="{CD552CD3-ED86-504B-A09A-43A84719BA6B}" destId="{42A8B9CA-9EA2-EC4F-B4D0-22A2C03CABDF}" srcOrd="0" destOrd="0" presId="urn:microsoft.com/office/officeart/2005/8/layout/hierarchy2"/>
    <dgm:cxn modelId="{D8C1C9FF-02F0-DA49-B625-F0167DDD5F41}" type="presOf" srcId="{CD552CD3-ED86-504B-A09A-43A84719BA6B}" destId="{82786030-3D0D-7D46-AE44-845C375B7AF1}" srcOrd="1" destOrd="0" presId="urn:microsoft.com/office/officeart/2005/8/layout/hierarchy2"/>
    <dgm:cxn modelId="{455A94D4-7273-804C-B587-92825F2449E8}" type="presParOf" srcId="{3E710CB2-F859-644F-9CCC-BE7B46DEA64C}" destId="{73FCEC6C-9AA6-3C44-A014-9C670DB4FBEC}" srcOrd="0" destOrd="0" presId="urn:microsoft.com/office/officeart/2005/8/layout/hierarchy2"/>
    <dgm:cxn modelId="{AF6C2D4F-3D2B-2541-9E54-78906D82A665}" type="presParOf" srcId="{73FCEC6C-9AA6-3C44-A014-9C670DB4FBEC}" destId="{7BBE3FFA-6F05-A842-942E-C0268D4FFD33}" srcOrd="0" destOrd="0" presId="urn:microsoft.com/office/officeart/2005/8/layout/hierarchy2"/>
    <dgm:cxn modelId="{98C4E4EB-068B-8349-9B96-A18A026593FB}" type="presParOf" srcId="{73FCEC6C-9AA6-3C44-A014-9C670DB4FBEC}" destId="{01B175A3-A57C-5A4E-85CD-CAABEB32CDAC}" srcOrd="1" destOrd="0" presId="urn:microsoft.com/office/officeart/2005/8/layout/hierarchy2"/>
    <dgm:cxn modelId="{19BFBA39-B7FB-3740-B4CE-1F4190CEC7AC}" type="presParOf" srcId="{01B175A3-A57C-5A4E-85CD-CAABEB32CDAC}" destId="{42A8B9CA-9EA2-EC4F-B4D0-22A2C03CABDF}" srcOrd="0" destOrd="0" presId="urn:microsoft.com/office/officeart/2005/8/layout/hierarchy2"/>
    <dgm:cxn modelId="{AE42E951-1E32-4145-B441-D704E561C74F}" type="presParOf" srcId="{42A8B9CA-9EA2-EC4F-B4D0-22A2C03CABDF}" destId="{82786030-3D0D-7D46-AE44-845C375B7AF1}" srcOrd="0" destOrd="0" presId="urn:microsoft.com/office/officeart/2005/8/layout/hierarchy2"/>
    <dgm:cxn modelId="{00AEF9D6-0F76-874E-A5B3-1D61D56E5FD6}" type="presParOf" srcId="{01B175A3-A57C-5A4E-85CD-CAABEB32CDAC}" destId="{8620C538-E1F3-FD47-A3D4-6F059F09EBDA}" srcOrd="1" destOrd="0" presId="urn:microsoft.com/office/officeart/2005/8/layout/hierarchy2"/>
    <dgm:cxn modelId="{183AFECB-37F0-4543-B818-F5CD22900349}" type="presParOf" srcId="{8620C538-E1F3-FD47-A3D4-6F059F09EBDA}" destId="{67D84966-E839-1443-956B-946FA61E157D}" srcOrd="0" destOrd="0" presId="urn:microsoft.com/office/officeart/2005/8/layout/hierarchy2"/>
    <dgm:cxn modelId="{AC386B78-A3E9-1647-BCE3-44ECE62618AE}" type="presParOf" srcId="{8620C538-E1F3-FD47-A3D4-6F059F09EBDA}" destId="{23D7D06A-EBD3-254B-99F3-7839FC5EC9BF}" srcOrd="1" destOrd="0" presId="urn:microsoft.com/office/officeart/2005/8/layout/hierarchy2"/>
    <dgm:cxn modelId="{1C0D0690-E2AA-1146-BDC8-9E9CFD3D55B5}" type="presParOf" srcId="{01B175A3-A57C-5A4E-85CD-CAABEB32CDAC}" destId="{1460A598-FA19-B641-8FBA-C0ADD1624253}" srcOrd="2" destOrd="0" presId="urn:microsoft.com/office/officeart/2005/8/layout/hierarchy2"/>
    <dgm:cxn modelId="{2403B799-68DE-F240-BC2E-6EDEE80934CF}" type="presParOf" srcId="{1460A598-FA19-B641-8FBA-C0ADD1624253}" destId="{582D6A70-1CC7-9040-B862-22C0908171CC}" srcOrd="0" destOrd="0" presId="urn:microsoft.com/office/officeart/2005/8/layout/hierarchy2"/>
    <dgm:cxn modelId="{362F0F8C-89F4-984E-8C63-7EA250B177E7}" type="presParOf" srcId="{01B175A3-A57C-5A4E-85CD-CAABEB32CDAC}" destId="{C4B6A002-F455-944D-B0CA-82E4D267FEB7}" srcOrd="3" destOrd="0" presId="urn:microsoft.com/office/officeart/2005/8/layout/hierarchy2"/>
    <dgm:cxn modelId="{9B2C7D54-C8D1-8649-A2F9-061A6D4493D0}" type="presParOf" srcId="{C4B6A002-F455-944D-B0CA-82E4D267FEB7}" destId="{D919F6A9-7C6C-F44B-99C1-AEC7ABE9B657}" srcOrd="0" destOrd="0" presId="urn:microsoft.com/office/officeart/2005/8/layout/hierarchy2"/>
    <dgm:cxn modelId="{C4CBF9D0-ABB4-1442-A955-AD73EA8C1DC2}" type="presParOf" srcId="{C4B6A002-F455-944D-B0CA-82E4D267FEB7}" destId="{165C661C-76B9-0749-BDE0-5FF3C0D0436F}" srcOrd="1" destOrd="0" presId="urn:microsoft.com/office/officeart/2005/8/layout/hierarchy2"/>
    <dgm:cxn modelId="{4E0B5F41-AB6D-AB46-A0D8-E7A28BDF6F88}" type="presParOf" srcId="{01B175A3-A57C-5A4E-85CD-CAABEB32CDAC}" destId="{1BB87960-ABF2-3040-B250-8E0AE590C012}" srcOrd="4" destOrd="0" presId="urn:microsoft.com/office/officeart/2005/8/layout/hierarchy2"/>
    <dgm:cxn modelId="{54E19990-B53C-9748-A170-2574EF800B28}" type="presParOf" srcId="{1BB87960-ABF2-3040-B250-8E0AE590C012}" destId="{1F58BCEA-A4E4-AA49-9659-E0F84663CF6F}" srcOrd="0" destOrd="0" presId="urn:microsoft.com/office/officeart/2005/8/layout/hierarchy2"/>
    <dgm:cxn modelId="{95D97D69-D128-5D48-859E-24F3067D0000}" type="presParOf" srcId="{01B175A3-A57C-5A4E-85CD-CAABEB32CDAC}" destId="{D5695D6D-2E30-1743-99D8-3C66853F2D45}" srcOrd="5" destOrd="0" presId="urn:microsoft.com/office/officeart/2005/8/layout/hierarchy2"/>
    <dgm:cxn modelId="{D6183F1E-C354-1A45-B132-F952A380A589}" type="presParOf" srcId="{D5695D6D-2E30-1743-99D8-3C66853F2D45}" destId="{D48E6706-B48B-DE4A-BE08-E26CA8DB8DDB}" srcOrd="0" destOrd="0" presId="urn:microsoft.com/office/officeart/2005/8/layout/hierarchy2"/>
    <dgm:cxn modelId="{1E909A84-C1A4-674F-AA30-063563D40246}" type="presParOf" srcId="{D5695D6D-2E30-1743-99D8-3C66853F2D45}" destId="{1F8F4D71-3354-F04E-B925-E78093DA220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3E93360-F536-8E42-9B80-01CE31AB5EA2}" type="doc">
      <dgm:prSet loTypeId="urn:microsoft.com/office/officeart/2005/8/layout/hierarchy2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67808F8F-E2E4-AD42-9159-ECB84D5FF8BC}">
      <dgm:prSet/>
      <dgm:spPr/>
      <dgm:t>
        <a:bodyPr/>
        <a:lstStyle/>
        <a:p>
          <a:r>
            <a:rPr kumimoji="1" lang="en-US" dirty="0"/>
            <a:t>2.</a:t>
          </a:r>
          <a:r>
            <a:rPr kumimoji="1" lang="zh-CN" dirty="0"/>
            <a:t>查看</a:t>
          </a:r>
          <a:r>
            <a:rPr kumimoji="1" lang="zh-CN" altLang="en-US" dirty="0"/>
            <a:t>、评论</a:t>
          </a:r>
          <a:endParaRPr lang="zh-CN" dirty="0"/>
        </a:p>
      </dgm:t>
    </dgm:pt>
    <dgm:pt modelId="{3FC8F124-21AE-5E44-93FC-E474C4CDB692}" type="parTrans" cxnId="{8AC8F8E4-048A-BF46-85AA-753D22D2D0D6}">
      <dgm:prSet/>
      <dgm:spPr/>
      <dgm:t>
        <a:bodyPr/>
        <a:lstStyle/>
        <a:p>
          <a:endParaRPr lang="zh-CN" altLang="en-US"/>
        </a:p>
      </dgm:t>
    </dgm:pt>
    <dgm:pt modelId="{D84C55FD-7ED5-8E4F-86EA-C7337ADBDE8A}" type="sibTrans" cxnId="{8AC8F8E4-048A-BF46-85AA-753D22D2D0D6}">
      <dgm:prSet/>
      <dgm:spPr/>
      <dgm:t>
        <a:bodyPr/>
        <a:lstStyle/>
        <a:p>
          <a:endParaRPr lang="zh-CN" altLang="en-US"/>
        </a:p>
      </dgm:t>
    </dgm:pt>
    <dgm:pt modelId="{9FF82ECB-1C84-0642-8195-B5F526B6193B}">
      <dgm:prSet/>
      <dgm:spPr/>
      <dgm:t>
        <a:bodyPr/>
        <a:lstStyle/>
        <a:p>
          <a:r>
            <a:rPr kumimoji="1" lang="zh-CN"/>
            <a:t>查看在架图书详细信息</a:t>
          </a:r>
          <a:endParaRPr lang="zh-CN"/>
        </a:p>
      </dgm:t>
    </dgm:pt>
    <dgm:pt modelId="{44EEE743-E925-DF48-AD7D-0D6C64B5CA93}" type="parTrans" cxnId="{C4FF2ED8-9E3E-8147-8A1D-B23243455EC4}">
      <dgm:prSet/>
      <dgm:spPr/>
      <dgm:t>
        <a:bodyPr/>
        <a:lstStyle/>
        <a:p>
          <a:endParaRPr lang="zh-CN" altLang="en-US"/>
        </a:p>
      </dgm:t>
    </dgm:pt>
    <dgm:pt modelId="{B98244CF-B08E-2846-8FF3-543B00D7C8E9}" type="sibTrans" cxnId="{C4FF2ED8-9E3E-8147-8A1D-B23243455EC4}">
      <dgm:prSet/>
      <dgm:spPr/>
      <dgm:t>
        <a:bodyPr/>
        <a:lstStyle/>
        <a:p>
          <a:endParaRPr lang="zh-CN" altLang="en-US"/>
        </a:p>
      </dgm:t>
    </dgm:pt>
    <dgm:pt modelId="{698E6149-274A-FA4E-A7FF-C3F6B086FAE0}">
      <dgm:prSet/>
      <dgm:spPr/>
      <dgm:t>
        <a:bodyPr/>
        <a:lstStyle/>
        <a:p>
          <a:r>
            <a:rPr kumimoji="1" lang="zh-CN" dirty="0"/>
            <a:t>查看图书资讯</a:t>
          </a:r>
          <a:endParaRPr lang="zh-CN" dirty="0"/>
        </a:p>
      </dgm:t>
    </dgm:pt>
    <dgm:pt modelId="{55DEA6BF-851B-A247-8AFC-A1270DDA84DE}" type="parTrans" cxnId="{1A10B66A-E726-7B42-997B-D3A231945E4B}">
      <dgm:prSet/>
      <dgm:spPr/>
      <dgm:t>
        <a:bodyPr/>
        <a:lstStyle/>
        <a:p>
          <a:endParaRPr lang="zh-CN" altLang="en-US"/>
        </a:p>
      </dgm:t>
    </dgm:pt>
    <dgm:pt modelId="{9D12DC1A-CAC2-3544-87AD-2B2C9BB415EC}" type="sibTrans" cxnId="{1A10B66A-E726-7B42-997B-D3A231945E4B}">
      <dgm:prSet/>
      <dgm:spPr/>
      <dgm:t>
        <a:bodyPr/>
        <a:lstStyle/>
        <a:p>
          <a:endParaRPr lang="zh-CN" altLang="en-US"/>
        </a:p>
      </dgm:t>
    </dgm:pt>
    <dgm:pt modelId="{2757EDBF-D077-D140-91CD-AE2B6C6ED3FD}">
      <dgm:prSet/>
      <dgm:spPr/>
      <dgm:t>
        <a:bodyPr/>
        <a:lstStyle/>
        <a:p>
          <a:r>
            <a:rPr kumimoji="1" lang="zh-CN"/>
            <a:t>查看全部订单及其状态</a:t>
          </a:r>
          <a:endParaRPr lang="zh-CN"/>
        </a:p>
      </dgm:t>
    </dgm:pt>
    <dgm:pt modelId="{6301977F-0FFC-E44D-848F-AFFC68C2D7CA}" type="parTrans" cxnId="{335B5C5C-9ABE-0345-9A53-6A335731E5E6}">
      <dgm:prSet/>
      <dgm:spPr/>
      <dgm:t>
        <a:bodyPr/>
        <a:lstStyle/>
        <a:p>
          <a:endParaRPr lang="zh-CN" altLang="en-US"/>
        </a:p>
      </dgm:t>
    </dgm:pt>
    <dgm:pt modelId="{EEBE872C-068D-BD4D-82C1-0C3AD9143205}" type="sibTrans" cxnId="{335B5C5C-9ABE-0345-9A53-6A335731E5E6}">
      <dgm:prSet/>
      <dgm:spPr/>
      <dgm:t>
        <a:bodyPr/>
        <a:lstStyle/>
        <a:p>
          <a:endParaRPr lang="zh-CN" altLang="en-US"/>
        </a:p>
      </dgm:t>
    </dgm:pt>
    <dgm:pt modelId="{1BC22F29-B863-3D4C-BE53-B728ADEAA1A2}">
      <dgm:prSet/>
      <dgm:spPr/>
      <dgm:t>
        <a:bodyPr/>
        <a:lstStyle/>
        <a:p>
          <a:r>
            <a:rPr kumimoji="1" lang="zh-CN" dirty="0"/>
            <a:t>查看购物车</a:t>
          </a:r>
          <a:endParaRPr lang="zh-CN" dirty="0"/>
        </a:p>
      </dgm:t>
    </dgm:pt>
    <dgm:pt modelId="{072FA170-7CD8-2B45-8459-BD4A8E0012D0}" type="parTrans" cxnId="{A6728E14-7F1F-CA47-BB89-35C1ABCEB397}">
      <dgm:prSet/>
      <dgm:spPr/>
      <dgm:t>
        <a:bodyPr/>
        <a:lstStyle/>
        <a:p>
          <a:endParaRPr lang="zh-CN" altLang="en-US"/>
        </a:p>
      </dgm:t>
    </dgm:pt>
    <dgm:pt modelId="{97967532-1931-8D49-A678-D59AAA892272}" type="sibTrans" cxnId="{A6728E14-7F1F-CA47-BB89-35C1ABCEB397}">
      <dgm:prSet/>
      <dgm:spPr/>
      <dgm:t>
        <a:bodyPr/>
        <a:lstStyle/>
        <a:p>
          <a:endParaRPr lang="zh-CN" altLang="en-US"/>
        </a:p>
      </dgm:t>
    </dgm:pt>
    <dgm:pt modelId="{55A96614-643D-344C-B7B5-AB3D53B91074}">
      <dgm:prSet/>
      <dgm:spPr/>
      <dgm:t>
        <a:bodyPr/>
        <a:lstStyle/>
        <a:p>
          <a:r>
            <a:rPr lang="zh-CN" altLang="en-US" dirty="0"/>
            <a:t>评论图书</a:t>
          </a:r>
          <a:endParaRPr lang="zh-CN" dirty="0"/>
        </a:p>
      </dgm:t>
    </dgm:pt>
    <dgm:pt modelId="{F3A08195-CA9E-6D49-A118-FC4DC7CC96B6}" type="parTrans" cxnId="{DB78398B-976E-F041-91F9-10F243824D97}">
      <dgm:prSet/>
      <dgm:spPr/>
      <dgm:t>
        <a:bodyPr/>
        <a:lstStyle/>
        <a:p>
          <a:endParaRPr lang="zh-CN" altLang="en-US"/>
        </a:p>
      </dgm:t>
    </dgm:pt>
    <dgm:pt modelId="{EF3922BD-D627-4C47-8C79-363D612C85A6}" type="sibTrans" cxnId="{DB78398B-976E-F041-91F9-10F243824D97}">
      <dgm:prSet/>
      <dgm:spPr/>
      <dgm:t>
        <a:bodyPr/>
        <a:lstStyle/>
        <a:p>
          <a:endParaRPr lang="zh-CN" altLang="en-US"/>
        </a:p>
      </dgm:t>
    </dgm:pt>
    <dgm:pt modelId="{FFC7378D-FE9F-F649-A7C0-CD072BE53DDC}" type="pres">
      <dgm:prSet presAssocID="{73E93360-F536-8E42-9B80-01CE31AB5EA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BA4F1FE-38D5-0A47-92DF-7681C9DD2B2F}" type="pres">
      <dgm:prSet presAssocID="{67808F8F-E2E4-AD42-9159-ECB84D5FF8BC}" presName="root1" presStyleCnt="0"/>
      <dgm:spPr/>
    </dgm:pt>
    <dgm:pt modelId="{7520F919-1F4A-2544-AFFA-BCBE4BE0A164}" type="pres">
      <dgm:prSet presAssocID="{67808F8F-E2E4-AD42-9159-ECB84D5FF8BC}" presName="LevelOneTextNode" presStyleLbl="node0" presStyleIdx="0" presStyleCnt="1">
        <dgm:presLayoutVars>
          <dgm:chPref val="3"/>
        </dgm:presLayoutVars>
      </dgm:prSet>
      <dgm:spPr/>
    </dgm:pt>
    <dgm:pt modelId="{0D713DAD-D228-174A-A4E8-924795C3076F}" type="pres">
      <dgm:prSet presAssocID="{67808F8F-E2E4-AD42-9159-ECB84D5FF8BC}" presName="level2hierChild" presStyleCnt="0"/>
      <dgm:spPr/>
    </dgm:pt>
    <dgm:pt modelId="{9C38738B-259F-C541-A962-4081E6ECF8EA}" type="pres">
      <dgm:prSet presAssocID="{44EEE743-E925-DF48-AD7D-0D6C64B5CA93}" presName="conn2-1" presStyleLbl="parChTrans1D2" presStyleIdx="0" presStyleCnt="5"/>
      <dgm:spPr/>
    </dgm:pt>
    <dgm:pt modelId="{224F7A2B-D70E-6D4F-A484-91E113EFFC8A}" type="pres">
      <dgm:prSet presAssocID="{44EEE743-E925-DF48-AD7D-0D6C64B5CA93}" presName="connTx" presStyleLbl="parChTrans1D2" presStyleIdx="0" presStyleCnt="5"/>
      <dgm:spPr/>
    </dgm:pt>
    <dgm:pt modelId="{9637FFE3-CB38-FA4B-AD87-ED02A383C50C}" type="pres">
      <dgm:prSet presAssocID="{9FF82ECB-1C84-0642-8195-B5F526B6193B}" presName="root2" presStyleCnt="0"/>
      <dgm:spPr/>
    </dgm:pt>
    <dgm:pt modelId="{0A3653ED-2321-604D-9F2E-8DCC20C6DE85}" type="pres">
      <dgm:prSet presAssocID="{9FF82ECB-1C84-0642-8195-B5F526B6193B}" presName="LevelTwoTextNode" presStyleLbl="node2" presStyleIdx="0" presStyleCnt="5">
        <dgm:presLayoutVars>
          <dgm:chPref val="3"/>
        </dgm:presLayoutVars>
      </dgm:prSet>
      <dgm:spPr/>
    </dgm:pt>
    <dgm:pt modelId="{B22DB1E6-5A56-2045-9A15-1317794477BD}" type="pres">
      <dgm:prSet presAssocID="{9FF82ECB-1C84-0642-8195-B5F526B6193B}" presName="level3hierChild" presStyleCnt="0"/>
      <dgm:spPr/>
    </dgm:pt>
    <dgm:pt modelId="{DA6C53AD-C316-EA4F-8F0A-FF02205873D9}" type="pres">
      <dgm:prSet presAssocID="{55DEA6BF-851B-A247-8AFC-A1270DDA84DE}" presName="conn2-1" presStyleLbl="parChTrans1D2" presStyleIdx="1" presStyleCnt="5"/>
      <dgm:spPr/>
    </dgm:pt>
    <dgm:pt modelId="{0E08DD1A-0958-B74E-B70D-B5A2203D6832}" type="pres">
      <dgm:prSet presAssocID="{55DEA6BF-851B-A247-8AFC-A1270DDA84DE}" presName="connTx" presStyleLbl="parChTrans1D2" presStyleIdx="1" presStyleCnt="5"/>
      <dgm:spPr/>
    </dgm:pt>
    <dgm:pt modelId="{AF9B1B53-E200-CA48-8034-2900DB0E56B9}" type="pres">
      <dgm:prSet presAssocID="{698E6149-274A-FA4E-A7FF-C3F6B086FAE0}" presName="root2" presStyleCnt="0"/>
      <dgm:spPr/>
    </dgm:pt>
    <dgm:pt modelId="{E850766D-CDD8-F747-97C8-E392BF4454F5}" type="pres">
      <dgm:prSet presAssocID="{698E6149-274A-FA4E-A7FF-C3F6B086FAE0}" presName="LevelTwoTextNode" presStyleLbl="node2" presStyleIdx="1" presStyleCnt="5">
        <dgm:presLayoutVars>
          <dgm:chPref val="3"/>
        </dgm:presLayoutVars>
      </dgm:prSet>
      <dgm:spPr/>
    </dgm:pt>
    <dgm:pt modelId="{071CBC5E-F9E5-254B-BE3E-80D099DB8199}" type="pres">
      <dgm:prSet presAssocID="{698E6149-274A-FA4E-A7FF-C3F6B086FAE0}" presName="level3hierChild" presStyleCnt="0"/>
      <dgm:spPr/>
    </dgm:pt>
    <dgm:pt modelId="{52F66A4A-A324-8848-9A29-3C132F809197}" type="pres">
      <dgm:prSet presAssocID="{6301977F-0FFC-E44D-848F-AFFC68C2D7CA}" presName="conn2-1" presStyleLbl="parChTrans1D2" presStyleIdx="2" presStyleCnt="5"/>
      <dgm:spPr/>
    </dgm:pt>
    <dgm:pt modelId="{78CB9565-CB22-9044-8349-EC2754B1917B}" type="pres">
      <dgm:prSet presAssocID="{6301977F-0FFC-E44D-848F-AFFC68C2D7CA}" presName="connTx" presStyleLbl="parChTrans1D2" presStyleIdx="2" presStyleCnt="5"/>
      <dgm:spPr/>
    </dgm:pt>
    <dgm:pt modelId="{7DECF5B6-7A44-5B4B-8E41-8226462DC0D1}" type="pres">
      <dgm:prSet presAssocID="{2757EDBF-D077-D140-91CD-AE2B6C6ED3FD}" presName="root2" presStyleCnt="0"/>
      <dgm:spPr/>
    </dgm:pt>
    <dgm:pt modelId="{F18E5B49-2FD5-CC4C-9E3E-54EBC7C34056}" type="pres">
      <dgm:prSet presAssocID="{2757EDBF-D077-D140-91CD-AE2B6C6ED3FD}" presName="LevelTwoTextNode" presStyleLbl="node2" presStyleIdx="2" presStyleCnt="5">
        <dgm:presLayoutVars>
          <dgm:chPref val="3"/>
        </dgm:presLayoutVars>
      </dgm:prSet>
      <dgm:spPr/>
    </dgm:pt>
    <dgm:pt modelId="{A5774D99-4592-BF4B-BEF8-24672151B0DC}" type="pres">
      <dgm:prSet presAssocID="{2757EDBF-D077-D140-91CD-AE2B6C6ED3FD}" presName="level3hierChild" presStyleCnt="0"/>
      <dgm:spPr/>
    </dgm:pt>
    <dgm:pt modelId="{3EAF8478-7AFC-2D49-A5C7-04386427704D}" type="pres">
      <dgm:prSet presAssocID="{072FA170-7CD8-2B45-8459-BD4A8E0012D0}" presName="conn2-1" presStyleLbl="parChTrans1D2" presStyleIdx="3" presStyleCnt="5"/>
      <dgm:spPr/>
    </dgm:pt>
    <dgm:pt modelId="{6632B700-A595-E944-8DE1-36A8BF0BD024}" type="pres">
      <dgm:prSet presAssocID="{072FA170-7CD8-2B45-8459-BD4A8E0012D0}" presName="connTx" presStyleLbl="parChTrans1D2" presStyleIdx="3" presStyleCnt="5"/>
      <dgm:spPr/>
    </dgm:pt>
    <dgm:pt modelId="{5F27D6D9-3FD9-B640-971E-1C0FA37F85F0}" type="pres">
      <dgm:prSet presAssocID="{1BC22F29-B863-3D4C-BE53-B728ADEAA1A2}" presName="root2" presStyleCnt="0"/>
      <dgm:spPr/>
    </dgm:pt>
    <dgm:pt modelId="{1F644788-460D-104A-A73E-8135BC9A2CB1}" type="pres">
      <dgm:prSet presAssocID="{1BC22F29-B863-3D4C-BE53-B728ADEAA1A2}" presName="LevelTwoTextNode" presStyleLbl="node2" presStyleIdx="3" presStyleCnt="5">
        <dgm:presLayoutVars>
          <dgm:chPref val="3"/>
        </dgm:presLayoutVars>
      </dgm:prSet>
      <dgm:spPr/>
    </dgm:pt>
    <dgm:pt modelId="{43F17514-D25D-0444-A903-9B74788D353A}" type="pres">
      <dgm:prSet presAssocID="{1BC22F29-B863-3D4C-BE53-B728ADEAA1A2}" presName="level3hierChild" presStyleCnt="0"/>
      <dgm:spPr/>
    </dgm:pt>
    <dgm:pt modelId="{569E1423-5D95-CF47-8F72-7CBB1180185A}" type="pres">
      <dgm:prSet presAssocID="{F3A08195-CA9E-6D49-A118-FC4DC7CC96B6}" presName="conn2-1" presStyleLbl="parChTrans1D2" presStyleIdx="4" presStyleCnt="5"/>
      <dgm:spPr/>
    </dgm:pt>
    <dgm:pt modelId="{8415FFA4-4B05-3A40-8245-4CEEA7AF8DB2}" type="pres">
      <dgm:prSet presAssocID="{F3A08195-CA9E-6D49-A118-FC4DC7CC96B6}" presName="connTx" presStyleLbl="parChTrans1D2" presStyleIdx="4" presStyleCnt="5"/>
      <dgm:spPr/>
    </dgm:pt>
    <dgm:pt modelId="{EB9C9D2C-478C-684B-B71E-C7C8D5CDC7B9}" type="pres">
      <dgm:prSet presAssocID="{55A96614-643D-344C-B7B5-AB3D53B91074}" presName="root2" presStyleCnt="0"/>
      <dgm:spPr/>
    </dgm:pt>
    <dgm:pt modelId="{6B2D19E2-AF12-AD4A-967F-DB4795C75CF4}" type="pres">
      <dgm:prSet presAssocID="{55A96614-643D-344C-B7B5-AB3D53B91074}" presName="LevelTwoTextNode" presStyleLbl="node2" presStyleIdx="4" presStyleCnt="5">
        <dgm:presLayoutVars>
          <dgm:chPref val="3"/>
        </dgm:presLayoutVars>
      </dgm:prSet>
      <dgm:spPr/>
    </dgm:pt>
    <dgm:pt modelId="{C5504BD1-1D92-C149-AFA2-AE639C1CD623}" type="pres">
      <dgm:prSet presAssocID="{55A96614-643D-344C-B7B5-AB3D53B91074}" presName="level3hierChild" presStyleCnt="0"/>
      <dgm:spPr/>
    </dgm:pt>
  </dgm:ptLst>
  <dgm:cxnLst>
    <dgm:cxn modelId="{A6728E14-7F1F-CA47-BB89-35C1ABCEB397}" srcId="{67808F8F-E2E4-AD42-9159-ECB84D5FF8BC}" destId="{1BC22F29-B863-3D4C-BE53-B728ADEAA1A2}" srcOrd="3" destOrd="0" parTransId="{072FA170-7CD8-2B45-8459-BD4A8E0012D0}" sibTransId="{97967532-1931-8D49-A678-D59AAA892272}"/>
    <dgm:cxn modelId="{1EBCB938-FADA-B344-8B02-E47CB2B9C6FF}" type="presOf" srcId="{F3A08195-CA9E-6D49-A118-FC4DC7CC96B6}" destId="{569E1423-5D95-CF47-8F72-7CBB1180185A}" srcOrd="0" destOrd="0" presId="urn:microsoft.com/office/officeart/2005/8/layout/hierarchy2"/>
    <dgm:cxn modelId="{1B64AB3B-18F1-3442-9B80-11141FD346EE}" type="presOf" srcId="{6301977F-0FFC-E44D-848F-AFFC68C2D7CA}" destId="{78CB9565-CB22-9044-8349-EC2754B1917B}" srcOrd="1" destOrd="0" presId="urn:microsoft.com/office/officeart/2005/8/layout/hierarchy2"/>
    <dgm:cxn modelId="{4C0C2B3C-6AD3-9643-9190-6E7C93B85C5F}" type="presOf" srcId="{6301977F-0FFC-E44D-848F-AFFC68C2D7CA}" destId="{52F66A4A-A324-8848-9A29-3C132F809197}" srcOrd="0" destOrd="0" presId="urn:microsoft.com/office/officeart/2005/8/layout/hierarchy2"/>
    <dgm:cxn modelId="{62351A40-126C-614A-93CE-439ABB57DCED}" type="presOf" srcId="{1BC22F29-B863-3D4C-BE53-B728ADEAA1A2}" destId="{1F644788-460D-104A-A73E-8135BC9A2CB1}" srcOrd="0" destOrd="0" presId="urn:microsoft.com/office/officeart/2005/8/layout/hierarchy2"/>
    <dgm:cxn modelId="{DC210548-2A41-6B43-BA32-E837014636E3}" type="presOf" srcId="{698E6149-274A-FA4E-A7FF-C3F6B086FAE0}" destId="{E850766D-CDD8-F747-97C8-E392BF4454F5}" srcOrd="0" destOrd="0" presId="urn:microsoft.com/office/officeart/2005/8/layout/hierarchy2"/>
    <dgm:cxn modelId="{D5E2385C-E0BB-B24B-A29D-5228AF3B645A}" type="presOf" srcId="{55DEA6BF-851B-A247-8AFC-A1270DDA84DE}" destId="{DA6C53AD-C316-EA4F-8F0A-FF02205873D9}" srcOrd="0" destOrd="0" presId="urn:microsoft.com/office/officeart/2005/8/layout/hierarchy2"/>
    <dgm:cxn modelId="{335B5C5C-9ABE-0345-9A53-6A335731E5E6}" srcId="{67808F8F-E2E4-AD42-9159-ECB84D5FF8BC}" destId="{2757EDBF-D077-D140-91CD-AE2B6C6ED3FD}" srcOrd="2" destOrd="0" parTransId="{6301977F-0FFC-E44D-848F-AFFC68C2D7CA}" sibTransId="{EEBE872C-068D-BD4D-82C1-0C3AD9143205}"/>
    <dgm:cxn modelId="{1A10B66A-E726-7B42-997B-D3A231945E4B}" srcId="{67808F8F-E2E4-AD42-9159-ECB84D5FF8BC}" destId="{698E6149-274A-FA4E-A7FF-C3F6B086FAE0}" srcOrd="1" destOrd="0" parTransId="{55DEA6BF-851B-A247-8AFC-A1270DDA84DE}" sibTransId="{9D12DC1A-CAC2-3544-87AD-2B2C9BB415EC}"/>
    <dgm:cxn modelId="{55CFE56F-1A7F-0442-B0F0-A9D520714CB0}" type="presOf" srcId="{67808F8F-E2E4-AD42-9159-ECB84D5FF8BC}" destId="{7520F919-1F4A-2544-AFFA-BCBE4BE0A164}" srcOrd="0" destOrd="0" presId="urn:microsoft.com/office/officeart/2005/8/layout/hierarchy2"/>
    <dgm:cxn modelId="{F3064575-E4CA-044F-938E-28598FACAC47}" type="presOf" srcId="{9FF82ECB-1C84-0642-8195-B5F526B6193B}" destId="{0A3653ED-2321-604D-9F2E-8DCC20C6DE85}" srcOrd="0" destOrd="0" presId="urn:microsoft.com/office/officeart/2005/8/layout/hierarchy2"/>
    <dgm:cxn modelId="{DB78398B-976E-F041-91F9-10F243824D97}" srcId="{67808F8F-E2E4-AD42-9159-ECB84D5FF8BC}" destId="{55A96614-643D-344C-B7B5-AB3D53B91074}" srcOrd="4" destOrd="0" parTransId="{F3A08195-CA9E-6D49-A118-FC4DC7CC96B6}" sibTransId="{EF3922BD-D627-4C47-8C79-363D612C85A6}"/>
    <dgm:cxn modelId="{DEEBB393-4F7F-8540-AD5F-1A07E93285B0}" type="presOf" srcId="{73E93360-F536-8E42-9B80-01CE31AB5EA2}" destId="{FFC7378D-FE9F-F649-A7C0-CD072BE53DDC}" srcOrd="0" destOrd="0" presId="urn:microsoft.com/office/officeart/2005/8/layout/hierarchy2"/>
    <dgm:cxn modelId="{22D24BB2-5591-B647-9518-1B1B64B9EFEC}" type="presOf" srcId="{2757EDBF-D077-D140-91CD-AE2B6C6ED3FD}" destId="{F18E5B49-2FD5-CC4C-9E3E-54EBC7C34056}" srcOrd="0" destOrd="0" presId="urn:microsoft.com/office/officeart/2005/8/layout/hierarchy2"/>
    <dgm:cxn modelId="{8EA165B6-B896-A947-969D-B90897E4E3DC}" type="presOf" srcId="{072FA170-7CD8-2B45-8459-BD4A8E0012D0}" destId="{3EAF8478-7AFC-2D49-A5C7-04386427704D}" srcOrd="0" destOrd="0" presId="urn:microsoft.com/office/officeart/2005/8/layout/hierarchy2"/>
    <dgm:cxn modelId="{396167B7-5B61-B342-A91E-81527F0A5AC0}" type="presOf" srcId="{44EEE743-E925-DF48-AD7D-0D6C64B5CA93}" destId="{9C38738B-259F-C541-A962-4081E6ECF8EA}" srcOrd="0" destOrd="0" presId="urn:microsoft.com/office/officeart/2005/8/layout/hierarchy2"/>
    <dgm:cxn modelId="{7EC7C3B7-FA22-7748-B8BF-C200DD7A3719}" type="presOf" srcId="{072FA170-7CD8-2B45-8459-BD4A8E0012D0}" destId="{6632B700-A595-E944-8DE1-36A8BF0BD024}" srcOrd="1" destOrd="0" presId="urn:microsoft.com/office/officeart/2005/8/layout/hierarchy2"/>
    <dgm:cxn modelId="{27B295BD-3903-1E4F-A9A0-3E3CFD43D8C9}" type="presOf" srcId="{55A96614-643D-344C-B7B5-AB3D53B91074}" destId="{6B2D19E2-AF12-AD4A-967F-DB4795C75CF4}" srcOrd="0" destOrd="0" presId="urn:microsoft.com/office/officeart/2005/8/layout/hierarchy2"/>
    <dgm:cxn modelId="{C4FF2ED8-9E3E-8147-8A1D-B23243455EC4}" srcId="{67808F8F-E2E4-AD42-9159-ECB84D5FF8BC}" destId="{9FF82ECB-1C84-0642-8195-B5F526B6193B}" srcOrd="0" destOrd="0" parTransId="{44EEE743-E925-DF48-AD7D-0D6C64B5CA93}" sibTransId="{B98244CF-B08E-2846-8FF3-543B00D7C8E9}"/>
    <dgm:cxn modelId="{E129DFE1-6DC6-6F4B-A8F8-0931B9F857B0}" type="presOf" srcId="{44EEE743-E925-DF48-AD7D-0D6C64B5CA93}" destId="{224F7A2B-D70E-6D4F-A484-91E113EFFC8A}" srcOrd="1" destOrd="0" presId="urn:microsoft.com/office/officeart/2005/8/layout/hierarchy2"/>
    <dgm:cxn modelId="{8AC8F8E4-048A-BF46-85AA-753D22D2D0D6}" srcId="{73E93360-F536-8E42-9B80-01CE31AB5EA2}" destId="{67808F8F-E2E4-AD42-9159-ECB84D5FF8BC}" srcOrd="0" destOrd="0" parTransId="{3FC8F124-21AE-5E44-93FC-E474C4CDB692}" sibTransId="{D84C55FD-7ED5-8E4F-86EA-C7337ADBDE8A}"/>
    <dgm:cxn modelId="{D2CCE3FA-4C27-9F46-B0AA-098CBE46F021}" type="presOf" srcId="{55DEA6BF-851B-A247-8AFC-A1270DDA84DE}" destId="{0E08DD1A-0958-B74E-B70D-B5A2203D6832}" srcOrd="1" destOrd="0" presId="urn:microsoft.com/office/officeart/2005/8/layout/hierarchy2"/>
    <dgm:cxn modelId="{2F9AF8FB-AAD9-FE44-8827-C02376760B8E}" type="presOf" srcId="{F3A08195-CA9E-6D49-A118-FC4DC7CC96B6}" destId="{8415FFA4-4B05-3A40-8245-4CEEA7AF8DB2}" srcOrd="1" destOrd="0" presId="urn:microsoft.com/office/officeart/2005/8/layout/hierarchy2"/>
    <dgm:cxn modelId="{151D7988-45F3-7C4D-9193-69A8D7D4E231}" type="presParOf" srcId="{FFC7378D-FE9F-F649-A7C0-CD072BE53DDC}" destId="{4BA4F1FE-38D5-0A47-92DF-7681C9DD2B2F}" srcOrd="0" destOrd="0" presId="urn:microsoft.com/office/officeart/2005/8/layout/hierarchy2"/>
    <dgm:cxn modelId="{A78A72D8-05D9-F244-8E63-3AE2FE149F7D}" type="presParOf" srcId="{4BA4F1FE-38D5-0A47-92DF-7681C9DD2B2F}" destId="{7520F919-1F4A-2544-AFFA-BCBE4BE0A164}" srcOrd="0" destOrd="0" presId="urn:microsoft.com/office/officeart/2005/8/layout/hierarchy2"/>
    <dgm:cxn modelId="{81BA12AD-E6C3-2B41-89EA-9BFA94654F9A}" type="presParOf" srcId="{4BA4F1FE-38D5-0A47-92DF-7681C9DD2B2F}" destId="{0D713DAD-D228-174A-A4E8-924795C3076F}" srcOrd="1" destOrd="0" presId="urn:microsoft.com/office/officeart/2005/8/layout/hierarchy2"/>
    <dgm:cxn modelId="{A6A7F5A7-8741-D741-A465-A944067449AA}" type="presParOf" srcId="{0D713DAD-D228-174A-A4E8-924795C3076F}" destId="{9C38738B-259F-C541-A962-4081E6ECF8EA}" srcOrd="0" destOrd="0" presId="urn:microsoft.com/office/officeart/2005/8/layout/hierarchy2"/>
    <dgm:cxn modelId="{6DFB85FE-9EC8-D342-BDB2-3B9334C7FB3A}" type="presParOf" srcId="{9C38738B-259F-C541-A962-4081E6ECF8EA}" destId="{224F7A2B-D70E-6D4F-A484-91E113EFFC8A}" srcOrd="0" destOrd="0" presId="urn:microsoft.com/office/officeart/2005/8/layout/hierarchy2"/>
    <dgm:cxn modelId="{626E71F8-4042-CC4A-AA7C-0B6B72B5E234}" type="presParOf" srcId="{0D713DAD-D228-174A-A4E8-924795C3076F}" destId="{9637FFE3-CB38-FA4B-AD87-ED02A383C50C}" srcOrd="1" destOrd="0" presId="urn:microsoft.com/office/officeart/2005/8/layout/hierarchy2"/>
    <dgm:cxn modelId="{7CA944A5-6838-7247-A315-28F182C156FA}" type="presParOf" srcId="{9637FFE3-CB38-FA4B-AD87-ED02A383C50C}" destId="{0A3653ED-2321-604D-9F2E-8DCC20C6DE85}" srcOrd="0" destOrd="0" presId="urn:microsoft.com/office/officeart/2005/8/layout/hierarchy2"/>
    <dgm:cxn modelId="{99A10839-246A-A04C-8827-D9A6E95F8990}" type="presParOf" srcId="{9637FFE3-CB38-FA4B-AD87-ED02A383C50C}" destId="{B22DB1E6-5A56-2045-9A15-1317794477BD}" srcOrd="1" destOrd="0" presId="urn:microsoft.com/office/officeart/2005/8/layout/hierarchy2"/>
    <dgm:cxn modelId="{54451F04-196B-2F46-B845-F3641270895A}" type="presParOf" srcId="{0D713DAD-D228-174A-A4E8-924795C3076F}" destId="{DA6C53AD-C316-EA4F-8F0A-FF02205873D9}" srcOrd="2" destOrd="0" presId="urn:microsoft.com/office/officeart/2005/8/layout/hierarchy2"/>
    <dgm:cxn modelId="{E774BD82-E9B5-C84E-916D-7C97CB03894C}" type="presParOf" srcId="{DA6C53AD-C316-EA4F-8F0A-FF02205873D9}" destId="{0E08DD1A-0958-B74E-B70D-B5A2203D6832}" srcOrd="0" destOrd="0" presId="urn:microsoft.com/office/officeart/2005/8/layout/hierarchy2"/>
    <dgm:cxn modelId="{FFE3774F-ABDC-BE48-A106-523499F1999C}" type="presParOf" srcId="{0D713DAD-D228-174A-A4E8-924795C3076F}" destId="{AF9B1B53-E200-CA48-8034-2900DB0E56B9}" srcOrd="3" destOrd="0" presId="urn:microsoft.com/office/officeart/2005/8/layout/hierarchy2"/>
    <dgm:cxn modelId="{B640366F-1952-A04D-9C37-7BD69D2285ED}" type="presParOf" srcId="{AF9B1B53-E200-CA48-8034-2900DB0E56B9}" destId="{E850766D-CDD8-F747-97C8-E392BF4454F5}" srcOrd="0" destOrd="0" presId="urn:microsoft.com/office/officeart/2005/8/layout/hierarchy2"/>
    <dgm:cxn modelId="{5DC821B8-595F-2E46-96C0-7F5E572424A6}" type="presParOf" srcId="{AF9B1B53-E200-CA48-8034-2900DB0E56B9}" destId="{071CBC5E-F9E5-254B-BE3E-80D099DB8199}" srcOrd="1" destOrd="0" presId="urn:microsoft.com/office/officeart/2005/8/layout/hierarchy2"/>
    <dgm:cxn modelId="{44131F45-F6F5-DF41-9C9B-D4BED9B3C52B}" type="presParOf" srcId="{0D713DAD-D228-174A-A4E8-924795C3076F}" destId="{52F66A4A-A324-8848-9A29-3C132F809197}" srcOrd="4" destOrd="0" presId="urn:microsoft.com/office/officeart/2005/8/layout/hierarchy2"/>
    <dgm:cxn modelId="{5C3CE5A1-E8A0-154C-9F71-E6B22FF1A445}" type="presParOf" srcId="{52F66A4A-A324-8848-9A29-3C132F809197}" destId="{78CB9565-CB22-9044-8349-EC2754B1917B}" srcOrd="0" destOrd="0" presId="urn:microsoft.com/office/officeart/2005/8/layout/hierarchy2"/>
    <dgm:cxn modelId="{1DA08C26-8031-CE40-A0AA-7AE795B3D5D0}" type="presParOf" srcId="{0D713DAD-D228-174A-A4E8-924795C3076F}" destId="{7DECF5B6-7A44-5B4B-8E41-8226462DC0D1}" srcOrd="5" destOrd="0" presId="urn:microsoft.com/office/officeart/2005/8/layout/hierarchy2"/>
    <dgm:cxn modelId="{B277BFBB-F7F2-6647-8C86-C04B11B7C2A1}" type="presParOf" srcId="{7DECF5B6-7A44-5B4B-8E41-8226462DC0D1}" destId="{F18E5B49-2FD5-CC4C-9E3E-54EBC7C34056}" srcOrd="0" destOrd="0" presId="urn:microsoft.com/office/officeart/2005/8/layout/hierarchy2"/>
    <dgm:cxn modelId="{19BACB53-0617-9E45-A6E1-9F1D51685CA8}" type="presParOf" srcId="{7DECF5B6-7A44-5B4B-8E41-8226462DC0D1}" destId="{A5774D99-4592-BF4B-BEF8-24672151B0DC}" srcOrd="1" destOrd="0" presId="urn:microsoft.com/office/officeart/2005/8/layout/hierarchy2"/>
    <dgm:cxn modelId="{B0089B80-44A3-1140-821E-6AEE98B0C68D}" type="presParOf" srcId="{0D713DAD-D228-174A-A4E8-924795C3076F}" destId="{3EAF8478-7AFC-2D49-A5C7-04386427704D}" srcOrd="6" destOrd="0" presId="urn:microsoft.com/office/officeart/2005/8/layout/hierarchy2"/>
    <dgm:cxn modelId="{11B4E85D-F0FD-2B40-9024-E3C7EF8648C4}" type="presParOf" srcId="{3EAF8478-7AFC-2D49-A5C7-04386427704D}" destId="{6632B700-A595-E944-8DE1-36A8BF0BD024}" srcOrd="0" destOrd="0" presId="urn:microsoft.com/office/officeart/2005/8/layout/hierarchy2"/>
    <dgm:cxn modelId="{F9648D16-3CA6-7842-9CAE-50CAE424A4CE}" type="presParOf" srcId="{0D713DAD-D228-174A-A4E8-924795C3076F}" destId="{5F27D6D9-3FD9-B640-971E-1C0FA37F85F0}" srcOrd="7" destOrd="0" presId="urn:microsoft.com/office/officeart/2005/8/layout/hierarchy2"/>
    <dgm:cxn modelId="{A359051D-E0F4-6545-A307-05289296B5BB}" type="presParOf" srcId="{5F27D6D9-3FD9-B640-971E-1C0FA37F85F0}" destId="{1F644788-460D-104A-A73E-8135BC9A2CB1}" srcOrd="0" destOrd="0" presId="urn:microsoft.com/office/officeart/2005/8/layout/hierarchy2"/>
    <dgm:cxn modelId="{AD75F65C-FD05-4342-BCD3-C832BFE777E8}" type="presParOf" srcId="{5F27D6D9-3FD9-B640-971E-1C0FA37F85F0}" destId="{43F17514-D25D-0444-A903-9B74788D353A}" srcOrd="1" destOrd="0" presId="urn:microsoft.com/office/officeart/2005/8/layout/hierarchy2"/>
    <dgm:cxn modelId="{142583FF-9643-CF49-BEA2-D608BCD79D6B}" type="presParOf" srcId="{0D713DAD-D228-174A-A4E8-924795C3076F}" destId="{569E1423-5D95-CF47-8F72-7CBB1180185A}" srcOrd="8" destOrd="0" presId="urn:microsoft.com/office/officeart/2005/8/layout/hierarchy2"/>
    <dgm:cxn modelId="{5D3964DC-6CB7-5D4E-BB13-E97A8C2ED6FD}" type="presParOf" srcId="{569E1423-5D95-CF47-8F72-7CBB1180185A}" destId="{8415FFA4-4B05-3A40-8245-4CEEA7AF8DB2}" srcOrd="0" destOrd="0" presId="urn:microsoft.com/office/officeart/2005/8/layout/hierarchy2"/>
    <dgm:cxn modelId="{1DC4671C-F880-0945-BD71-609F5623399C}" type="presParOf" srcId="{0D713DAD-D228-174A-A4E8-924795C3076F}" destId="{EB9C9D2C-478C-684B-B71E-C7C8D5CDC7B9}" srcOrd="9" destOrd="0" presId="urn:microsoft.com/office/officeart/2005/8/layout/hierarchy2"/>
    <dgm:cxn modelId="{CC668F77-F96F-8A41-BAB3-8543D5D968A8}" type="presParOf" srcId="{EB9C9D2C-478C-684B-B71E-C7C8D5CDC7B9}" destId="{6B2D19E2-AF12-AD4A-967F-DB4795C75CF4}" srcOrd="0" destOrd="0" presId="urn:microsoft.com/office/officeart/2005/8/layout/hierarchy2"/>
    <dgm:cxn modelId="{4D783955-514C-404C-9687-168A21363B8D}" type="presParOf" srcId="{EB9C9D2C-478C-684B-B71E-C7C8D5CDC7B9}" destId="{C5504BD1-1D92-C149-AFA2-AE639C1CD62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1AF6CDA-95EC-2541-B2DD-CBA9DA23C8FC}" type="doc">
      <dgm:prSet loTypeId="urn:microsoft.com/office/officeart/2005/8/layout/hierarchy2" loCatId="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zh-CN" altLang="en-US"/>
        </a:p>
      </dgm:t>
    </dgm:pt>
    <dgm:pt modelId="{6F77EEC3-F04A-E74D-A1B4-780F163C282E}">
      <dgm:prSet/>
      <dgm:spPr/>
      <dgm:t>
        <a:bodyPr/>
        <a:lstStyle/>
        <a:p>
          <a:r>
            <a:rPr kumimoji="1" lang="en-US"/>
            <a:t>3.</a:t>
          </a:r>
          <a:r>
            <a:rPr kumimoji="1" lang="zh-CN"/>
            <a:t>购买图书</a:t>
          </a:r>
          <a:endParaRPr lang="zh-CN"/>
        </a:p>
      </dgm:t>
    </dgm:pt>
    <dgm:pt modelId="{0C3E3F6E-C1F5-014C-B768-05F8765B05FD}" type="parTrans" cxnId="{C188BE72-7852-4046-BEAD-8A5C087E085D}">
      <dgm:prSet/>
      <dgm:spPr/>
      <dgm:t>
        <a:bodyPr/>
        <a:lstStyle/>
        <a:p>
          <a:endParaRPr lang="zh-CN" altLang="en-US"/>
        </a:p>
      </dgm:t>
    </dgm:pt>
    <dgm:pt modelId="{6A80DD37-3696-424B-8B93-ACC0CB4A1C87}" type="sibTrans" cxnId="{C188BE72-7852-4046-BEAD-8A5C087E085D}">
      <dgm:prSet/>
      <dgm:spPr/>
      <dgm:t>
        <a:bodyPr/>
        <a:lstStyle/>
        <a:p>
          <a:endParaRPr lang="zh-CN" altLang="en-US"/>
        </a:p>
      </dgm:t>
    </dgm:pt>
    <dgm:pt modelId="{FD3C46C5-CF9B-4147-8B0D-783E366CA0FE}">
      <dgm:prSet/>
      <dgm:spPr/>
      <dgm:t>
        <a:bodyPr/>
        <a:lstStyle/>
        <a:p>
          <a:r>
            <a:rPr kumimoji="1" lang="zh-CN"/>
            <a:t>添加购物车</a:t>
          </a:r>
          <a:endParaRPr lang="zh-CN"/>
        </a:p>
      </dgm:t>
    </dgm:pt>
    <dgm:pt modelId="{1F3299D3-DB43-434F-8CF0-B97A74333BF2}" type="parTrans" cxnId="{C5CF8387-9CA2-7D44-84D4-29E28331C7EB}">
      <dgm:prSet/>
      <dgm:spPr/>
      <dgm:t>
        <a:bodyPr/>
        <a:lstStyle/>
        <a:p>
          <a:endParaRPr lang="zh-CN" altLang="en-US"/>
        </a:p>
      </dgm:t>
    </dgm:pt>
    <dgm:pt modelId="{6C64D0AF-77B5-D745-8A31-139ABCCE5456}" type="sibTrans" cxnId="{C5CF8387-9CA2-7D44-84D4-29E28331C7EB}">
      <dgm:prSet/>
      <dgm:spPr/>
      <dgm:t>
        <a:bodyPr/>
        <a:lstStyle/>
        <a:p>
          <a:endParaRPr lang="zh-CN" altLang="en-US"/>
        </a:p>
      </dgm:t>
    </dgm:pt>
    <dgm:pt modelId="{8A08854F-DBBC-D644-AF67-81334A5105D3}">
      <dgm:prSet/>
      <dgm:spPr/>
      <dgm:t>
        <a:bodyPr/>
        <a:lstStyle/>
        <a:p>
          <a:r>
            <a:rPr kumimoji="1" lang="zh-CN"/>
            <a:t>发起订单</a:t>
          </a:r>
          <a:endParaRPr lang="zh-CN"/>
        </a:p>
      </dgm:t>
    </dgm:pt>
    <dgm:pt modelId="{6C2DC373-9399-8A4F-9DEF-DD38E51AB332}" type="parTrans" cxnId="{653FA56C-B9F5-DC46-B793-558791D84339}">
      <dgm:prSet/>
      <dgm:spPr/>
      <dgm:t>
        <a:bodyPr/>
        <a:lstStyle/>
        <a:p>
          <a:endParaRPr lang="zh-CN" altLang="en-US"/>
        </a:p>
      </dgm:t>
    </dgm:pt>
    <dgm:pt modelId="{2E557C27-2F03-1A43-86D1-F369D1337C26}" type="sibTrans" cxnId="{653FA56C-B9F5-DC46-B793-558791D84339}">
      <dgm:prSet/>
      <dgm:spPr/>
      <dgm:t>
        <a:bodyPr/>
        <a:lstStyle/>
        <a:p>
          <a:endParaRPr lang="zh-CN" altLang="en-US"/>
        </a:p>
      </dgm:t>
    </dgm:pt>
    <dgm:pt modelId="{36B12017-89E8-194D-991D-8EDBD8B7DA12}">
      <dgm:prSet/>
      <dgm:spPr/>
      <dgm:t>
        <a:bodyPr/>
        <a:lstStyle/>
        <a:p>
          <a:r>
            <a:rPr kumimoji="1" lang="zh-CN"/>
            <a:t>支付订单</a:t>
          </a:r>
          <a:endParaRPr lang="zh-CN"/>
        </a:p>
      </dgm:t>
    </dgm:pt>
    <dgm:pt modelId="{B33F1937-3E16-0544-B180-1B1FDEE64BD8}" type="parTrans" cxnId="{06CD8CA4-F446-BF4D-A034-70FBF07F3683}">
      <dgm:prSet/>
      <dgm:spPr/>
      <dgm:t>
        <a:bodyPr/>
        <a:lstStyle/>
        <a:p>
          <a:endParaRPr lang="zh-CN" altLang="en-US"/>
        </a:p>
      </dgm:t>
    </dgm:pt>
    <dgm:pt modelId="{AC2FD3A9-E93D-5A40-947A-306ADC03283F}" type="sibTrans" cxnId="{06CD8CA4-F446-BF4D-A034-70FBF07F3683}">
      <dgm:prSet/>
      <dgm:spPr/>
      <dgm:t>
        <a:bodyPr/>
        <a:lstStyle/>
        <a:p>
          <a:endParaRPr lang="zh-CN" altLang="en-US"/>
        </a:p>
      </dgm:t>
    </dgm:pt>
    <dgm:pt modelId="{1801A587-BDA6-C94C-B826-23716C3BC290}">
      <dgm:prSet/>
      <dgm:spPr/>
      <dgm:t>
        <a:bodyPr/>
        <a:lstStyle/>
        <a:p>
          <a:r>
            <a:rPr kumimoji="1" lang="zh-CN"/>
            <a:t>确认收货</a:t>
          </a:r>
          <a:endParaRPr lang="zh-CN"/>
        </a:p>
      </dgm:t>
    </dgm:pt>
    <dgm:pt modelId="{4AAA7D2E-3349-5546-9760-FAF0E6CBA794}" type="parTrans" cxnId="{F7B50936-07E8-E643-9C38-7474CA049190}">
      <dgm:prSet/>
      <dgm:spPr/>
      <dgm:t>
        <a:bodyPr/>
        <a:lstStyle/>
        <a:p>
          <a:endParaRPr lang="zh-CN" altLang="en-US"/>
        </a:p>
      </dgm:t>
    </dgm:pt>
    <dgm:pt modelId="{3FBD4A24-AAF3-BF49-BCE2-FC03F551230C}" type="sibTrans" cxnId="{F7B50936-07E8-E643-9C38-7474CA049190}">
      <dgm:prSet/>
      <dgm:spPr/>
      <dgm:t>
        <a:bodyPr/>
        <a:lstStyle/>
        <a:p>
          <a:endParaRPr lang="zh-CN" altLang="en-US"/>
        </a:p>
      </dgm:t>
    </dgm:pt>
    <dgm:pt modelId="{FFD9648F-C6DB-1C45-B959-3BC554BF6337}">
      <dgm:prSet/>
      <dgm:spPr/>
      <dgm:t>
        <a:bodyPr/>
        <a:lstStyle/>
        <a:p>
          <a:r>
            <a:rPr kumimoji="1" lang="zh-CN"/>
            <a:t>退款</a:t>
          </a:r>
          <a:endParaRPr lang="zh-CN"/>
        </a:p>
      </dgm:t>
    </dgm:pt>
    <dgm:pt modelId="{8F677E57-8879-E744-B609-C516F83C3879}" type="parTrans" cxnId="{CB14FD53-F0F6-5847-BA12-21F0EF3BDEB4}">
      <dgm:prSet/>
      <dgm:spPr/>
      <dgm:t>
        <a:bodyPr/>
        <a:lstStyle/>
        <a:p>
          <a:endParaRPr lang="zh-CN" altLang="en-US"/>
        </a:p>
      </dgm:t>
    </dgm:pt>
    <dgm:pt modelId="{3DA2566D-E032-5545-8A7A-D6984ED5D8C5}" type="sibTrans" cxnId="{CB14FD53-F0F6-5847-BA12-21F0EF3BDEB4}">
      <dgm:prSet/>
      <dgm:spPr/>
      <dgm:t>
        <a:bodyPr/>
        <a:lstStyle/>
        <a:p>
          <a:endParaRPr lang="zh-CN" altLang="en-US"/>
        </a:p>
      </dgm:t>
    </dgm:pt>
    <dgm:pt modelId="{61343532-120C-D84E-9334-D99F2B6D7519}" type="pres">
      <dgm:prSet presAssocID="{A1AF6CDA-95EC-2541-B2DD-CBA9DA23C8F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60580B2-0C6B-A74D-92CE-F3530F5F3567}" type="pres">
      <dgm:prSet presAssocID="{6F77EEC3-F04A-E74D-A1B4-780F163C282E}" presName="root1" presStyleCnt="0"/>
      <dgm:spPr/>
    </dgm:pt>
    <dgm:pt modelId="{DE242327-2D11-A14E-85B7-11BB70EC1E47}" type="pres">
      <dgm:prSet presAssocID="{6F77EEC3-F04A-E74D-A1B4-780F163C282E}" presName="LevelOneTextNode" presStyleLbl="node0" presStyleIdx="0" presStyleCnt="1">
        <dgm:presLayoutVars>
          <dgm:chPref val="3"/>
        </dgm:presLayoutVars>
      </dgm:prSet>
      <dgm:spPr/>
    </dgm:pt>
    <dgm:pt modelId="{803066B1-4931-7448-85E2-84EFDCC00900}" type="pres">
      <dgm:prSet presAssocID="{6F77EEC3-F04A-E74D-A1B4-780F163C282E}" presName="level2hierChild" presStyleCnt="0"/>
      <dgm:spPr/>
    </dgm:pt>
    <dgm:pt modelId="{A862DF62-ABA4-F741-8F5F-716ACAD87865}" type="pres">
      <dgm:prSet presAssocID="{1F3299D3-DB43-434F-8CF0-B97A74333BF2}" presName="conn2-1" presStyleLbl="parChTrans1D2" presStyleIdx="0" presStyleCnt="5"/>
      <dgm:spPr/>
    </dgm:pt>
    <dgm:pt modelId="{5FC6C02A-346B-8B47-ABD0-97921C54ADFE}" type="pres">
      <dgm:prSet presAssocID="{1F3299D3-DB43-434F-8CF0-B97A74333BF2}" presName="connTx" presStyleLbl="parChTrans1D2" presStyleIdx="0" presStyleCnt="5"/>
      <dgm:spPr/>
    </dgm:pt>
    <dgm:pt modelId="{F04756C4-B110-7F44-8D81-9F9F678EEAA6}" type="pres">
      <dgm:prSet presAssocID="{FD3C46C5-CF9B-4147-8B0D-783E366CA0FE}" presName="root2" presStyleCnt="0"/>
      <dgm:spPr/>
    </dgm:pt>
    <dgm:pt modelId="{9D30DA9C-6A59-7E44-B4D8-B5E6F887262B}" type="pres">
      <dgm:prSet presAssocID="{FD3C46C5-CF9B-4147-8B0D-783E366CA0FE}" presName="LevelTwoTextNode" presStyleLbl="node2" presStyleIdx="0" presStyleCnt="5">
        <dgm:presLayoutVars>
          <dgm:chPref val="3"/>
        </dgm:presLayoutVars>
      </dgm:prSet>
      <dgm:spPr/>
    </dgm:pt>
    <dgm:pt modelId="{395425DB-7C39-8641-A4B3-5D0C1A8F9E03}" type="pres">
      <dgm:prSet presAssocID="{FD3C46C5-CF9B-4147-8B0D-783E366CA0FE}" presName="level3hierChild" presStyleCnt="0"/>
      <dgm:spPr/>
    </dgm:pt>
    <dgm:pt modelId="{49E386B8-DA31-2140-B5B5-AF518A7AC7BC}" type="pres">
      <dgm:prSet presAssocID="{6C2DC373-9399-8A4F-9DEF-DD38E51AB332}" presName="conn2-1" presStyleLbl="parChTrans1D2" presStyleIdx="1" presStyleCnt="5"/>
      <dgm:spPr/>
    </dgm:pt>
    <dgm:pt modelId="{A7C2F04B-7F02-A84B-B764-1B0D6DD20841}" type="pres">
      <dgm:prSet presAssocID="{6C2DC373-9399-8A4F-9DEF-DD38E51AB332}" presName="connTx" presStyleLbl="parChTrans1D2" presStyleIdx="1" presStyleCnt="5"/>
      <dgm:spPr/>
    </dgm:pt>
    <dgm:pt modelId="{A3114854-058B-AD42-9009-7F3C07E95B9C}" type="pres">
      <dgm:prSet presAssocID="{8A08854F-DBBC-D644-AF67-81334A5105D3}" presName="root2" presStyleCnt="0"/>
      <dgm:spPr/>
    </dgm:pt>
    <dgm:pt modelId="{811BAEB6-2105-C246-BBD7-F476C15D6850}" type="pres">
      <dgm:prSet presAssocID="{8A08854F-DBBC-D644-AF67-81334A5105D3}" presName="LevelTwoTextNode" presStyleLbl="node2" presStyleIdx="1" presStyleCnt="5">
        <dgm:presLayoutVars>
          <dgm:chPref val="3"/>
        </dgm:presLayoutVars>
      </dgm:prSet>
      <dgm:spPr/>
    </dgm:pt>
    <dgm:pt modelId="{176E6EB8-7905-F848-B3CA-61AE0EF95BC0}" type="pres">
      <dgm:prSet presAssocID="{8A08854F-DBBC-D644-AF67-81334A5105D3}" presName="level3hierChild" presStyleCnt="0"/>
      <dgm:spPr/>
    </dgm:pt>
    <dgm:pt modelId="{2B4AC490-2E3A-D349-B644-2EB8C926E7FA}" type="pres">
      <dgm:prSet presAssocID="{B33F1937-3E16-0544-B180-1B1FDEE64BD8}" presName="conn2-1" presStyleLbl="parChTrans1D2" presStyleIdx="2" presStyleCnt="5"/>
      <dgm:spPr/>
    </dgm:pt>
    <dgm:pt modelId="{C583CAA9-2FC2-704B-AC56-D45BE3D92411}" type="pres">
      <dgm:prSet presAssocID="{B33F1937-3E16-0544-B180-1B1FDEE64BD8}" presName="connTx" presStyleLbl="parChTrans1D2" presStyleIdx="2" presStyleCnt="5"/>
      <dgm:spPr/>
    </dgm:pt>
    <dgm:pt modelId="{38522152-3DB3-3640-9877-6EF72D9F8FFE}" type="pres">
      <dgm:prSet presAssocID="{36B12017-89E8-194D-991D-8EDBD8B7DA12}" presName="root2" presStyleCnt="0"/>
      <dgm:spPr/>
    </dgm:pt>
    <dgm:pt modelId="{0560D556-7DB9-3F44-9F95-26290CA9E0B7}" type="pres">
      <dgm:prSet presAssocID="{36B12017-89E8-194D-991D-8EDBD8B7DA12}" presName="LevelTwoTextNode" presStyleLbl="node2" presStyleIdx="2" presStyleCnt="5">
        <dgm:presLayoutVars>
          <dgm:chPref val="3"/>
        </dgm:presLayoutVars>
      </dgm:prSet>
      <dgm:spPr/>
    </dgm:pt>
    <dgm:pt modelId="{C6DCED46-7D60-EC42-8D74-DC3916353E79}" type="pres">
      <dgm:prSet presAssocID="{36B12017-89E8-194D-991D-8EDBD8B7DA12}" presName="level3hierChild" presStyleCnt="0"/>
      <dgm:spPr/>
    </dgm:pt>
    <dgm:pt modelId="{B49D271C-1C4E-9C45-BFCD-908973A76C7E}" type="pres">
      <dgm:prSet presAssocID="{4AAA7D2E-3349-5546-9760-FAF0E6CBA794}" presName="conn2-1" presStyleLbl="parChTrans1D2" presStyleIdx="3" presStyleCnt="5"/>
      <dgm:spPr/>
    </dgm:pt>
    <dgm:pt modelId="{F9A2910F-CAC9-144A-BDD2-9FAE5B907EBF}" type="pres">
      <dgm:prSet presAssocID="{4AAA7D2E-3349-5546-9760-FAF0E6CBA794}" presName="connTx" presStyleLbl="parChTrans1D2" presStyleIdx="3" presStyleCnt="5"/>
      <dgm:spPr/>
    </dgm:pt>
    <dgm:pt modelId="{7890FBFA-1528-B141-A32D-EEF86E349187}" type="pres">
      <dgm:prSet presAssocID="{1801A587-BDA6-C94C-B826-23716C3BC290}" presName="root2" presStyleCnt="0"/>
      <dgm:spPr/>
    </dgm:pt>
    <dgm:pt modelId="{9CE11BBE-5ED5-9B4F-969D-6A9D799957E2}" type="pres">
      <dgm:prSet presAssocID="{1801A587-BDA6-C94C-B826-23716C3BC290}" presName="LevelTwoTextNode" presStyleLbl="node2" presStyleIdx="3" presStyleCnt="5">
        <dgm:presLayoutVars>
          <dgm:chPref val="3"/>
        </dgm:presLayoutVars>
      </dgm:prSet>
      <dgm:spPr/>
    </dgm:pt>
    <dgm:pt modelId="{9FAE2B28-929D-1B40-AAD8-DC1352BF52FD}" type="pres">
      <dgm:prSet presAssocID="{1801A587-BDA6-C94C-B826-23716C3BC290}" presName="level3hierChild" presStyleCnt="0"/>
      <dgm:spPr/>
    </dgm:pt>
    <dgm:pt modelId="{0E463688-6AF4-BD44-B4F8-CC0CB6A19049}" type="pres">
      <dgm:prSet presAssocID="{8F677E57-8879-E744-B609-C516F83C3879}" presName="conn2-1" presStyleLbl="parChTrans1D2" presStyleIdx="4" presStyleCnt="5"/>
      <dgm:spPr/>
    </dgm:pt>
    <dgm:pt modelId="{68247D9D-F60B-1D4A-9560-975CFCD3D055}" type="pres">
      <dgm:prSet presAssocID="{8F677E57-8879-E744-B609-C516F83C3879}" presName="connTx" presStyleLbl="parChTrans1D2" presStyleIdx="4" presStyleCnt="5"/>
      <dgm:spPr/>
    </dgm:pt>
    <dgm:pt modelId="{3EF0DFB2-CF13-2346-8CAF-3D1DB6BC83AD}" type="pres">
      <dgm:prSet presAssocID="{FFD9648F-C6DB-1C45-B959-3BC554BF6337}" presName="root2" presStyleCnt="0"/>
      <dgm:spPr/>
    </dgm:pt>
    <dgm:pt modelId="{B082BE32-8FAA-EB4F-B90A-4DDDC1ADE699}" type="pres">
      <dgm:prSet presAssocID="{FFD9648F-C6DB-1C45-B959-3BC554BF6337}" presName="LevelTwoTextNode" presStyleLbl="node2" presStyleIdx="4" presStyleCnt="5">
        <dgm:presLayoutVars>
          <dgm:chPref val="3"/>
        </dgm:presLayoutVars>
      </dgm:prSet>
      <dgm:spPr/>
    </dgm:pt>
    <dgm:pt modelId="{EB42889B-D1D4-4C4C-B211-27BF6CD66CDE}" type="pres">
      <dgm:prSet presAssocID="{FFD9648F-C6DB-1C45-B959-3BC554BF6337}" presName="level3hierChild" presStyleCnt="0"/>
      <dgm:spPr/>
    </dgm:pt>
  </dgm:ptLst>
  <dgm:cxnLst>
    <dgm:cxn modelId="{93B5021A-716B-934E-9A8F-E4B34A4BFF70}" type="presOf" srcId="{8F677E57-8879-E744-B609-C516F83C3879}" destId="{0E463688-6AF4-BD44-B4F8-CC0CB6A19049}" srcOrd="0" destOrd="0" presId="urn:microsoft.com/office/officeart/2005/8/layout/hierarchy2"/>
    <dgm:cxn modelId="{52632923-A21B-DC4D-9CB0-EE774D5E84D2}" type="presOf" srcId="{1801A587-BDA6-C94C-B826-23716C3BC290}" destId="{9CE11BBE-5ED5-9B4F-969D-6A9D799957E2}" srcOrd="0" destOrd="0" presId="urn:microsoft.com/office/officeart/2005/8/layout/hierarchy2"/>
    <dgm:cxn modelId="{8DF58531-A9F0-494F-A438-01C098B6F4B9}" type="presOf" srcId="{FFD9648F-C6DB-1C45-B959-3BC554BF6337}" destId="{B082BE32-8FAA-EB4F-B90A-4DDDC1ADE699}" srcOrd="0" destOrd="0" presId="urn:microsoft.com/office/officeart/2005/8/layout/hierarchy2"/>
    <dgm:cxn modelId="{BC099831-9143-904D-AA86-7C793E00A2C4}" type="presOf" srcId="{8F677E57-8879-E744-B609-C516F83C3879}" destId="{68247D9D-F60B-1D4A-9560-975CFCD3D055}" srcOrd="1" destOrd="0" presId="urn:microsoft.com/office/officeart/2005/8/layout/hierarchy2"/>
    <dgm:cxn modelId="{F7B50936-07E8-E643-9C38-7474CA049190}" srcId="{6F77EEC3-F04A-E74D-A1B4-780F163C282E}" destId="{1801A587-BDA6-C94C-B826-23716C3BC290}" srcOrd="3" destOrd="0" parTransId="{4AAA7D2E-3349-5546-9760-FAF0E6CBA794}" sibTransId="{3FBD4A24-AAF3-BF49-BCE2-FC03F551230C}"/>
    <dgm:cxn modelId="{05FE5338-776E-2242-BC7C-B893E9BDF94E}" type="presOf" srcId="{4AAA7D2E-3349-5546-9760-FAF0E6CBA794}" destId="{F9A2910F-CAC9-144A-BDD2-9FAE5B907EBF}" srcOrd="1" destOrd="0" presId="urn:microsoft.com/office/officeart/2005/8/layout/hierarchy2"/>
    <dgm:cxn modelId="{E2275739-607D-3D48-9692-F3451FDD4D70}" type="presOf" srcId="{4AAA7D2E-3349-5546-9760-FAF0E6CBA794}" destId="{B49D271C-1C4E-9C45-BFCD-908973A76C7E}" srcOrd="0" destOrd="0" presId="urn:microsoft.com/office/officeart/2005/8/layout/hierarchy2"/>
    <dgm:cxn modelId="{F3E7214F-C4CA-714A-8453-A05FEEBEC8F7}" type="presOf" srcId="{6C2DC373-9399-8A4F-9DEF-DD38E51AB332}" destId="{A7C2F04B-7F02-A84B-B764-1B0D6DD20841}" srcOrd="1" destOrd="0" presId="urn:microsoft.com/office/officeart/2005/8/layout/hierarchy2"/>
    <dgm:cxn modelId="{258B7951-8512-3148-A15E-1EDBB0A9889C}" type="presOf" srcId="{B33F1937-3E16-0544-B180-1B1FDEE64BD8}" destId="{2B4AC490-2E3A-D349-B644-2EB8C926E7FA}" srcOrd="0" destOrd="0" presId="urn:microsoft.com/office/officeart/2005/8/layout/hierarchy2"/>
    <dgm:cxn modelId="{CB14FD53-F0F6-5847-BA12-21F0EF3BDEB4}" srcId="{6F77EEC3-F04A-E74D-A1B4-780F163C282E}" destId="{FFD9648F-C6DB-1C45-B959-3BC554BF6337}" srcOrd="4" destOrd="0" parTransId="{8F677E57-8879-E744-B609-C516F83C3879}" sibTransId="{3DA2566D-E032-5545-8A7A-D6984ED5D8C5}"/>
    <dgm:cxn modelId="{80257264-D28C-B948-B316-10D3D490D0B4}" type="presOf" srcId="{1F3299D3-DB43-434F-8CF0-B97A74333BF2}" destId="{A862DF62-ABA4-F741-8F5F-716ACAD87865}" srcOrd="0" destOrd="0" presId="urn:microsoft.com/office/officeart/2005/8/layout/hierarchy2"/>
    <dgm:cxn modelId="{ADE84866-A3B2-4C43-A65D-9DB0C3FC4870}" type="presOf" srcId="{36B12017-89E8-194D-991D-8EDBD8B7DA12}" destId="{0560D556-7DB9-3F44-9F95-26290CA9E0B7}" srcOrd="0" destOrd="0" presId="urn:microsoft.com/office/officeart/2005/8/layout/hierarchy2"/>
    <dgm:cxn modelId="{653FA56C-B9F5-DC46-B793-558791D84339}" srcId="{6F77EEC3-F04A-E74D-A1B4-780F163C282E}" destId="{8A08854F-DBBC-D644-AF67-81334A5105D3}" srcOrd="1" destOrd="0" parTransId="{6C2DC373-9399-8A4F-9DEF-DD38E51AB332}" sibTransId="{2E557C27-2F03-1A43-86D1-F369D1337C26}"/>
    <dgm:cxn modelId="{C188BE72-7852-4046-BEAD-8A5C087E085D}" srcId="{A1AF6CDA-95EC-2541-B2DD-CBA9DA23C8FC}" destId="{6F77EEC3-F04A-E74D-A1B4-780F163C282E}" srcOrd="0" destOrd="0" parTransId="{0C3E3F6E-C1F5-014C-B768-05F8765B05FD}" sibTransId="{6A80DD37-3696-424B-8B93-ACC0CB4A1C87}"/>
    <dgm:cxn modelId="{F062617A-5609-6B47-873F-0E78AA94431A}" type="presOf" srcId="{8A08854F-DBBC-D644-AF67-81334A5105D3}" destId="{811BAEB6-2105-C246-BBD7-F476C15D6850}" srcOrd="0" destOrd="0" presId="urn:microsoft.com/office/officeart/2005/8/layout/hierarchy2"/>
    <dgm:cxn modelId="{4345E87D-7987-894A-81F3-6DB0E1860D83}" type="presOf" srcId="{1F3299D3-DB43-434F-8CF0-B97A74333BF2}" destId="{5FC6C02A-346B-8B47-ABD0-97921C54ADFE}" srcOrd="1" destOrd="0" presId="urn:microsoft.com/office/officeart/2005/8/layout/hierarchy2"/>
    <dgm:cxn modelId="{C5CF8387-9CA2-7D44-84D4-29E28331C7EB}" srcId="{6F77EEC3-F04A-E74D-A1B4-780F163C282E}" destId="{FD3C46C5-CF9B-4147-8B0D-783E366CA0FE}" srcOrd="0" destOrd="0" parTransId="{1F3299D3-DB43-434F-8CF0-B97A74333BF2}" sibTransId="{6C64D0AF-77B5-D745-8A31-139ABCCE5456}"/>
    <dgm:cxn modelId="{36910692-BB88-9949-B458-C01189900A5D}" type="presOf" srcId="{6F77EEC3-F04A-E74D-A1B4-780F163C282E}" destId="{DE242327-2D11-A14E-85B7-11BB70EC1E47}" srcOrd="0" destOrd="0" presId="urn:microsoft.com/office/officeart/2005/8/layout/hierarchy2"/>
    <dgm:cxn modelId="{48FE7C98-5DBD-4544-8E56-1166723B9AA9}" type="presOf" srcId="{6C2DC373-9399-8A4F-9DEF-DD38E51AB332}" destId="{49E386B8-DA31-2140-B5B5-AF518A7AC7BC}" srcOrd="0" destOrd="0" presId="urn:microsoft.com/office/officeart/2005/8/layout/hierarchy2"/>
    <dgm:cxn modelId="{06CD8CA4-F446-BF4D-A034-70FBF07F3683}" srcId="{6F77EEC3-F04A-E74D-A1B4-780F163C282E}" destId="{36B12017-89E8-194D-991D-8EDBD8B7DA12}" srcOrd="2" destOrd="0" parTransId="{B33F1937-3E16-0544-B180-1B1FDEE64BD8}" sibTransId="{AC2FD3A9-E93D-5A40-947A-306ADC03283F}"/>
    <dgm:cxn modelId="{7A6FEDBF-D7FC-9948-8C54-B638BCC76DC9}" type="presOf" srcId="{B33F1937-3E16-0544-B180-1B1FDEE64BD8}" destId="{C583CAA9-2FC2-704B-AC56-D45BE3D92411}" srcOrd="1" destOrd="0" presId="urn:microsoft.com/office/officeart/2005/8/layout/hierarchy2"/>
    <dgm:cxn modelId="{3ECCF8D3-D5A6-A840-B392-4F33E40E1ECA}" type="presOf" srcId="{FD3C46C5-CF9B-4147-8B0D-783E366CA0FE}" destId="{9D30DA9C-6A59-7E44-B4D8-B5E6F887262B}" srcOrd="0" destOrd="0" presId="urn:microsoft.com/office/officeart/2005/8/layout/hierarchy2"/>
    <dgm:cxn modelId="{9F18E7F6-B19B-8544-8320-6CF0BB2133E1}" type="presOf" srcId="{A1AF6CDA-95EC-2541-B2DD-CBA9DA23C8FC}" destId="{61343532-120C-D84E-9334-D99F2B6D7519}" srcOrd="0" destOrd="0" presId="urn:microsoft.com/office/officeart/2005/8/layout/hierarchy2"/>
    <dgm:cxn modelId="{D0D3CC5A-5A64-354F-8495-16B13AD49FA8}" type="presParOf" srcId="{61343532-120C-D84E-9334-D99F2B6D7519}" destId="{160580B2-0C6B-A74D-92CE-F3530F5F3567}" srcOrd="0" destOrd="0" presId="urn:microsoft.com/office/officeart/2005/8/layout/hierarchy2"/>
    <dgm:cxn modelId="{DF63DB0B-B9E4-6F48-8AFD-DBC67973F8D1}" type="presParOf" srcId="{160580B2-0C6B-A74D-92CE-F3530F5F3567}" destId="{DE242327-2D11-A14E-85B7-11BB70EC1E47}" srcOrd="0" destOrd="0" presId="urn:microsoft.com/office/officeart/2005/8/layout/hierarchy2"/>
    <dgm:cxn modelId="{D0E31604-7341-C24F-B96B-01395EB78115}" type="presParOf" srcId="{160580B2-0C6B-A74D-92CE-F3530F5F3567}" destId="{803066B1-4931-7448-85E2-84EFDCC00900}" srcOrd="1" destOrd="0" presId="urn:microsoft.com/office/officeart/2005/8/layout/hierarchy2"/>
    <dgm:cxn modelId="{A7F0280A-FBF6-E948-AF78-EBC74C7E9BD2}" type="presParOf" srcId="{803066B1-4931-7448-85E2-84EFDCC00900}" destId="{A862DF62-ABA4-F741-8F5F-716ACAD87865}" srcOrd="0" destOrd="0" presId="urn:microsoft.com/office/officeart/2005/8/layout/hierarchy2"/>
    <dgm:cxn modelId="{964FBFCF-9CFB-C946-8D4D-AE2BBB1152DC}" type="presParOf" srcId="{A862DF62-ABA4-F741-8F5F-716ACAD87865}" destId="{5FC6C02A-346B-8B47-ABD0-97921C54ADFE}" srcOrd="0" destOrd="0" presId="urn:microsoft.com/office/officeart/2005/8/layout/hierarchy2"/>
    <dgm:cxn modelId="{F0E2ED9E-4B93-8D43-BC9E-551E7DD8B06C}" type="presParOf" srcId="{803066B1-4931-7448-85E2-84EFDCC00900}" destId="{F04756C4-B110-7F44-8D81-9F9F678EEAA6}" srcOrd="1" destOrd="0" presId="urn:microsoft.com/office/officeart/2005/8/layout/hierarchy2"/>
    <dgm:cxn modelId="{23EAD525-8657-714A-99C8-9B21B5E2408C}" type="presParOf" srcId="{F04756C4-B110-7F44-8D81-9F9F678EEAA6}" destId="{9D30DA9C-6A59-7E44-B4D8-B5E6F887262B}" srcOrd="0" destOrd="0" presId="urn:microsoft.com/office/officeart/2005/8/layout/hierarchy2"/>
    <dgm:cxn modelId="{FBDF2A87-67D0-C241-A2A6-B69F95428419}" type="presParOf" srcId="{F04756C4-B110-7F44-8D81-9F9F678EEAA6}" destId="{395425DB-7C39-8641-A4B3-5D0C1A8F9E03}" srcOrd="1" destOrd="0" presId="urn:microsoft.com/office/officeart/2005/8/layout/hierarchy2"/>
    <dgm:cxn modelId="{FFCC956D-2E83-9F4C-8A5E-8A82E0ABEAFF}" type="presParOf" srcId="{803066B1-4931-7448-85E2-84EFDCC00900}" destId="{49E386B8-DA31-2140-B5B5-AF518A7AC7BC}" srcOrd="2" destOrd="0" presId="urn:microsoft.com/office/officeart/2005/8/layout/hierarchy2"/>
    <dgm:cxn modelId="{6EABD4D8-E563-544D-A4E7-192AF15D11D7}" type="presParOf" srcId="{49E386B8-DA31-2140-B5B5-AF518A7AC7BC}" destId="{A7C2F04B-7F02-A84B-B764-1B0D6DD20841}" srcOrd="0" destOrd="0" presId="urn:microsoft.com/office/officeart/2005/8/layout/hierarchy2"/>
    <dgm:cxn modelId="{C8CAAE8E-EB8F-DF45-A477-BD5D1C3669DD}" type="presParOf" srcId="{803066B1-4931-7448-85E2-84EFDCC00900}" destId="{A3114854-058B-AD42-9009-7F3C07E95B9C}" srcOrd="3" destOrd="0" presId="urn:microsoft.com/office/officeart/2005/8/layout/hierarchy2"/>
    <dgm:cxn modelId="{BC09644C-E577-9847-B6BC-D292583CDA42}" type="presParOf" srcId="{A3114854-058B-AD42-9009-7F3C07E95B9C}" destId="{811BAEB6-2105-C246-BBD7-F476C15D6850}" srcOrd="0" destOrd="0" presId="urn:microsoft.com/office/officeart/2005/8/layout/hierarchy2"/>
    <dgm:cxn modelId="{C8C27DA0-20C5-DC40-9E76-22F6FE1033EC}" type="presParOf" srcId="{A3114854-058B-AD42-9009-7F3C07E95B9C}" destId="{176E6EB8-7905-F848-B3CA-61AE0EF95BC0}" srcOrd="1" destOrd="0" presId="urn:microsoft.com/office/officeart/2005/8/layout/hierarchy2"/>
    <dgm:cxn modelId="{70292C18-619A-B349-BF55-DF8E37F012FD}" type="presParOf" srcId="{803066B1-4931-7448-85E2-84EFDCC00900}" destId="{2B4AC490-2E3A-D349-B644-2EB8C926E7FA}" srcOrd="4" destOrd="0" presId="urn:microsoft.com/office/officeart/2005/8/layout/hierarchy2"/>
    <dgm:cxn modelId="{1E3FE988-6CB1-014F-97D2-4C6B71656707}" type="presParOf" srcId="{2B4AC490-2E3A-D349-B644-2EB8C926E7FA}" destId="{C583CAA9-2FC2-704B-AC56-D45BE3D92411}" srcOrd="0" destOrd="0" presId="urn:microsoft.com/office/officeart/2005/8/layout/hierarchy2"/>
    <dgm:cxn modelId="{8E0B1656-F946-5E45-B6DB-B3CF0F9DB09C}" type="presParOf" srcId="{803066B1-4931-7448-85E2-84EFDCC00900}" destId="{38522152-3DB3-3640-9877-6EF72D9F8FFE}" srcOrd="5" destOrd="0" presId="urn:microsoft.com/office/officeart/2005/8/layout/hierarchy2"/>
    <dgm:cxn modelId="{3132B56B-C2B6-9943-AC6A-94F987BE90A3}" type="presParOf" srcId="{38522152-3DB3-3640-9877-6EF72D9F8FFE}" destId="{0560D556-7DB9-3F44-9F95-26290CA9E0B7}" srcOrd="0" destOrd="0" presId="urn:microsoft.com/office/officeart/2005/8/layout/hierarchy2"/>
    <dgm:cxn modelId="{BD3F60D7-7B89-4343-871A-FCCC5D5EA573}" type="presParOf" srcId="{38522152-3DB3-3640-9877-6EF72D9F8FFE}" destId="{C6DCED46-7D60-EC42-8D74-DC3916353E79}" srcOrd="1" destOrd="0" presId="urn:microsoft.com/office/officeart/2005/8/layout/hierarchy2"/>
    <dgm:cxn modelId="{4ADF62FB-705B-664A-8C5A-4DBA23DBE2FB}" type="presParOf" srcId="{803066B1-4931-7448-85E2-84EFDCC00900}" destId="{B49D271C-1C4E-9C45-BFCD-908973A76C7E}" srcOrd="6" destOrd="0" presId="urn:microsoft.com/office/officeart/2005/8/layout/hierarchy2"/>
    <dgm:cxn modelId="{61063F5A-8FFE-554C-BB70-9EAF92043D16}" type="presParOf" srcId="{B49D271C-1C4E-9C45-BFCD-908973A76C7E}" destId="{F9A2910F-CAC9-144A-BDD2-9FAE5B907EBF}" srcOrd="0" destOrd="0" presId="urn:microsoft.com/office/officeart/2005/8/layout/hierarchy2"/>
    <dgm:cxn modelId="{F98C278B-07CB-F64E-AF7A-605D61FDF515}" type="presParOf" srcId="{803066B1-4931-7448-85E2-84EFDCC00900}" destId="{7890FBFA-1528-B141-A32D-EEF86E349187}" srcOrd="7" destOrd="0" presId="urn:microsoft.com/office/officeart/2005/8/layout/hierarchy2"/>
    <dgm:cxn modelId="{52846EB6-87D3-CD49-896A-E25EB3D7F48D}" type="presParOf" srcId="{7890FBFA-1528-B141-A32D-EEF86E349187}" destId="{9CE11BBE-5ED5-9B4F-969D-6A9D799957E2}" srcOrd="0" destOrd="0" presId="urn:microsoft.com/office/officeart/2005/8/layout/hierarchy2"/>
    <dgm:cxn modelId="{AAAD1DB1-6634-AB4C-BF8D-68D33A18D937}" type="presParOf" srcId="{7890FBFA-1528-B141-A32D-EEF86E349187}" destId="{9FAE2B28-929D-1B40-AAD8-DC1352BF52FD}" srcOrd="1" destOrd="0" presId="urn:microsoft.com/office/officeart/2005/8/layout/hierarchy2"/>
    <dgm:cxn modelId="{6E346301-F281-0040-9633-894A3667F617}" type="presParOf" srcId="{803066B1-4931-7448-85E2-84EFDCC00900}" destId="{0E463688-6AF4-BD44-B4F8-CC0CB6A19049}" srcOrd="8" destOrd="0" presId="urn:microsoft.com/office/officeart/2005/8/layout/hierarchy2"/>
    <dgm:cxn modelId="{AE0E49B0-659E-964A-BDAC-3EF8860B6DC8}" type="presParOf" srcId="{0E463688-6AF4-BD44-B4F8-CC0CB6A19049}" destId="{68247D9D-F60B-1D4A-9560-975CFCD3D055}" srcOrd="0" destOrd="0" presId="urn:microsoft.com/office/officeart/2005/8/layout/hierarchy2"/>
    <dgm:cxn modelId="{551EB134-1310-BE48-A1B4-018822C87996}" type="presParOf" srcId="{803066B1-4931-7448-85E2-84EFDCC00900}" destId="{3EF0DFB2-CF13-2346-8CAF-3D1DB6BC83AD}" srcOrd="9" destOrd="0" presId="urn:microsoft.com/office/officeart/2005/8/layout/hierarchy2"/>
    <dgm:cxn modelId="{33352ECD-F801-1D4C-8162-DF24B3A5D2A5}" type="presParOf" srcId="{3EF0DFB2-CF13-2346-8CAF-3D1DB6BC83AD}" destId="{B082BE32-8FAA-EB4F-B90A-4DDDC1ADE699}" srcOrd="0" destOrd="0" presId="urn:microsoft.com/office/officeart/2005/8/layout/hierarchy2"/>
    <dgm:cxn modelId="{230243AC-CB34-FF4E-8FD9-01D44BEE70F7}" type="presParOf" srcId="{3EF0DFB2-CF13-2346-8CAF-3D1DB6BC83AD}" destId="{EB42889B-D1D4-4C4C-B211-27BF6CD66CD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B281217-9CD9-494F-B293-BD40D180BEF0}" type="doc">
      <dgm:prSet loTypeId="urn:microsoft.com/office/officeart/2005/8/layout/hierarchy2" loCatId="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zh-CN" altLang="en-US"/>
        </a:p>
      </dgm:t>
    </dgm:pt>
    <dgm:pt modelId="{DD877191-D20B-A147-9CC7-F767A438D85B}">
      <dgm:prSet/>
      <dgm:spPr/>
      <dgm:t>
        <a:bodyPr/>
        <a:lstStyle/>
        <a:p>
          <a:r>
            <a:rPr kumimoji="1" lang="en-US"/>
            <a:t>4.</a:t>
          </a:r>
          <a:r>
            <a:rPr kumimoji="1" lang="zh-CN"/>
            <a:t>管理个人订单</a:t>
          </a:r>
          <a:endParaRPr lang="zh-CN"/>
        </a:p>
      </dgm:t>
    </dgm:pt>
    <dgm:pt modelId="{3E95D65C-BEEE-A948-BA89-CEAA08A4483D}" type="parTrans" cxnId="{4FE32FF0-DFBE-1448-937B-43DBF70831A3}">
      <dgm:prSet/>
      <dgm:spPr/>
      <dgm:t>
        <a:bodyPr/>
        <a:lstStyle/>
        <a:p>
          <a:endParaRPr lang="zh-CN" altLang="en-US"/>
        </a:p>
      </dgm:t>
    </dgm:pt>
    <dgm:pt modelId="{C12CFAF7-C581-684B-845C-EA43631D7F9F}" type="sibTrans" cxnId="{4FE32FF0-DFBE-1448-937B-43DBF70831A3}">
      <dgm:prSet/>
      <dgm:spPr/>
      <dgm:t>
        <a:bodyPr/>
        <a:lstStyle/>
        <a:p>
          <a:endParaRPr lang="zh-CN" altLang="en-US"/>
        </a:p>
      </dgm:t>
    </dgm:pt>
    <dgm:pt modelId="{E992CB67-E85E-3943-8BAA-7C0E7CA1DDB2}">
      <dgm:prSet/>
      <dgm:spPr/>
      <dgm:t>
        <a:bodyPr/>
        <a:lstStyle/>
        <a:p>
          <a:r>
            <a:rPr kumimoji="1" lang="zh-CN"/>
            <a:t>未支付订单</a:t>
          </a:r>
          <a:endParaRPr lang="zh-CN"/>
        </a:p>
      </dgm:t>
    </dgm:pt>
    <dgm:pt modelId="{48B7664C-5CDB-B947-87F5-ACCBA4BA511D}" type="parTrans" cxnId="{EB076433-E19E-9644-9EC5-B13400E1499E}">
      <dgm:prSet/>
      <dgm:spPr/>
      <dgm:t>
        <a:bodyPr/>
        <a:lstStyle/>
        <a:p>
          <a:endParaRPr lang="zh-CN" altLang="en-US"/>
        </a:p>
      </dgm:t>
    </dgm:pt>
    <dgm:pt modelId="{C1144623-2E30-D64A-973D-82047EF0FE82}" type="sibTrans" cxnId="{EB076433-E19E-9644-9EC5-B13400E1499E}">
      <dgm:prSet/>
      <dgm:spPr/>
      <dgm:t>
        <a:bodyPr/>
        <a:lstStyle/>
        <a:p>
          <a:endParaRPr lang="zh-CN" altLang="en-US"/>
        </a:p>
      </dgm:t>
    </dgm:pt>
    <dgm:pt modelId="{9BE51AA1-FBAB-EF4A-9102-C9D0BFABD633}">
      <dgm:prSet/>
      <dgm:spPr/>
      <dgm:t>
        <a:bodyPr/>
        <a:lstStyle/>
        <a:p>
          <a:r>
            <a:rPr kumimoji="1" lang="zh-CN"/>
            <a:t>已支付订单</a:t>
          </a:r>
          <a:endParaRPr lang="zh-CN"/>
        </a:p>
      </dgm:t>
    </dgm:pt>
    <dgm:pt modelId="{C06285B8-489C-BA46-ABF7-D5507074E8D2}" type="parTrans" cxnId="{8B53FD8A-2D44-8743-A0D8-C4066D19BD7B}">
      <dgm:prSet/>
      <dgm:spPr/>
      <dgm:t>
        <a:bodyPr/>
        <a:lstStyle/>
        <a:p>
          <a:endParaRPr lang="zh-CN" altLang="en-US"/>
        </a:p>
      </dgm:t>
    </dgm:pt>
    <dgm:pt modelId="{88ED6B7F-E987-4A44-87CB-D7DE1ED1C9EB}" type="sibTrans" cxnId="{8B53FD8A-2D44-8743-A0D8-C4066D19BD7B}">
      <dgm:prSet/>
      <dgm:spPr/>
      <dgm:t>
        <a:bodyPr/>
        <a:lstStyle/>
        <a:p>
          <a:endParaRPr lang="zh-CN" altLang="en-US"/>
        </a:p>
      </dgm:t>
    </dgm:pt>
    <dgm:pt modelId="{1A5A1055-D5F2-9840-B05C-BC7705AE44C8}">
      <dgm:prSet/>
      <dgm:spPr/>
      <dgm:t>
        <a:bodyPr/>
        <a:lstStyle/>
        <a:p>
          <a:r>
            <a:rPr kumimoji="1" lang="zh-CN"/>
            <a:t>已发货订单</a:t>
          </a:r>
          <a:endParaRPr lang="zh-CN"/>
        </a:p>
      </dgm:t>
    </dgm:pt>
    <dgm:pt modelId="{6D783AE3-4668-F64B-8348-2A646362A428}" type="parTrans" cxnId="{4A9DB871-6A49-5E4E-B271-A77A175806FF}">
      <dgm:prSet/>
      <dgm:spPr/>
      <dgm:t>
        <a:bodyPr/>
        <a:lstStyle/>
        <a:p>
          <a:endParaRPr lang="zh-CN" altLang="en-US"/>
        </a:p>
      </dgm:t>
    </dgm:pt>
    <dgm:pt modelId="{93268EC1-5E29-244A-A75D-B50CFAD69952}" type="sibTrans" cxnId="{4A9DB871-6A49-5E4E-B271-A77A175806FF}">
      <dgm:prSet/>
      <dgm:spPr/>
      <dgm:t>
        <a:bodyPr/>
        <a:lstStyle/>
        <a:p>
          <a:endParaRPr lang="zh-CN" altLang="en-US"/>
        </a:p>
      </dgm:t>
    </dgm:pt>
    <dgm:pt modelId="{4EEA70E8-383A-014D-845F-C99BA9F9E63C}">
      <dgm:prSet/>
      <dgm:spPr/>
      <dgm:t>
        <a:bodyPr/>
        <a:lstStyle/>
        <a:p>
          <a:r>
            <a:rPr kumimoji="1" lang="zh-CN"/>
            <a:t>已完成订单</a:t>
          </a:r>
          <a:endParaRPr lang="zh-CN"/>
        </a:p>
      </dgm:t>
    </dgm:pt>
    <dgm:pt modelId="{88EE97DC-D355-894D-8BE5-BD8EDEDD874D}" type="parTrans" cxnId="{A335E080-A84F-9943-AC1D-793475C46A63}">
      <dgm:prSet/>
      <dgm:spPr/>
      <dgm:t>
        <a:bodyPr/>
        <a:lstStyle/>
        <a:p>
          <a:endParaRPr lang="zh-CN" altLang="en-US"/>
        </a:p>
      </dgm:t>
    </dgm:pt>
    <dgm:pt modelId="{71314F6F-0957-FB48-AD65-C08B5C5FD3F8}" type="sibTrans" cxnId="{A335E080-A84F-9943-AC1D-793475C46A63}">
      <dgm:prSet/>
      <dgm:spPr/>
      <dgm:t>
        <a:bodyPr/>
        <a:lstStyle/>
        <a:p>
          <a:endParaRPr lang="zh-CN" altLang="en-US"/>
        </a:p>
      </dgm:t>
    </dgm:pt>
    <dgm:pt modelId="{A29CC584-365E-C144-B046-882D8E953435}">
      <dgm:prSet/>
      <dgm:spPr/>
      <dgm:t>
        <a:bodyPr/>
        <a:lstStyle/>
        <a:p>
          <a:r>
            <a:rPr kumimoji="1" lang="zh-CN"/>
            <a:t>已退款订单</a:t>
          </a:r>
          <a:endParaRPr lang="zh-CN"/>
        </a:p>
      </dgm:t>
    </dgm:pt>
    <dgm:pt modelId="{B846D30E-F78D-BF48-8BA5-1D1F2D937211}" type="parTrans" cxnId="{CD58CA2D-BC35-C349-9908-9165589DF20A}">
      <dgm:prSet/>
      <dgm:spPr/>
      <dgm:t>
        <a:bodyPr/>
        <a:lstStyle/>
        <a:p>
          <a:endParaRPr lang="zh-CN" altLang="en-US"/>
        </a:p>
      </dgm:t>
    </dgm:pt>
    <dgm:pt modelId="{6FA6F7ED-5279-B347-9166-150F5649A379}" type="sibTrans" cxnId="{CD58CA2D-BC35-C349-9908-9165589DF20A}">
      <dgm:prSet/>
      <dgm:spPr/>
      <dgm:t>
        <a:bodyPr/>
        <a:lstStyle/>
        <a:p>
          <a:endParaRPr lang="zh-CN" altLang="en-US"/>
        </a:p>
      </dgm:t>
    </dgm:pt>
    <dgm:pt modelId="{088C1CBE-1F1C-B74A-8830-E4FD24ACB1AD}">
      <dgm:prSet/>
      <dgm:spPr/>
      <dgm:t>
        <a:bodyPr/>
        <a:lstStyle/>
        <a:p>
          <a:r>
            <a:rPr kumimoji="1" lang="zh-CN"/>
            <a:t>已取消订单</a:t>
          </a:r>
          <a:endParaRPr lang="zh-CN"/>
        </a:p>
      </dgm:t>
    </dgm:pt>
    <dgm:pt modelId="{E018626B-25CD-9147-BA24-EF01F2EDF446}" type="parTrans" cxnId="{F19BBC27-61C7-3544-98DA-6E7823949542}">
      <dgm:prSet/>
      <dgm:spPr/>
      <dgm:t>
        <a:bodyPr/>
        <a:lstStyle/>
        <a:p>
          <a:endParaRPr lang="zh-CN" altLang="en-US"/>
        </a:p>
      </dgm:t>
    </dgm:pt>
    <dgm:pt modelId="{15E51FC3-80AE-554D-B4AB-CF8457A860F5}" type="sibTrans" cxnId="{F19BBC27-61C7-3544-98DA-6E7823949542}">
      <dgm:prSet/>
      <dgm:spPr/>
      <dgm:t>
        <a:bodyPr/>
        <a:lstStyle/>
        <a:p>
          <a:endParaRPr lang="zh-CN" altLang="en-US"/>
        </a:p>
      </dgm:t>
    </dgm:pt>
    <dgm:pt modelId="{C6BA47AF-32FE-8C40-9019-86A3EFC9FCE7}" type="pres">
      <dgm:prSet presAssocID="{8B281217-9CD9-494F-B293-BD40D180BEF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CF3F3A5-592B-9044-B39E-65ACA0EC808A}" type="pres">
      <dgm:prSet presAssocID="{DD877191-D20B-A147-9CC7-F767A438D85B}" presName="root1" presStyleCnt="0"/>
      <dgm:spPr/>
    </dgm:pt>
    <dgm:pt modelId="{D690CD1C-7B2F-FB4B-A6EC-E61A401BF558}" type="pres">
      <dgm:prSet presAssocID="{DD877191-D20B-A147-9CC7-F767A438D85B}" presName="LevelOneTextNode" presStyleLbl="node0" presStyleIdx="0" presStyleCnt="1">
        <dgm:presLayoutVars>
          <dgm:chPref val="3"/>
        </dgm:presLayoutVars>
      </dgm:prSet>
      <dgm:spPr/>
    </dgm:pt>
    <dgm:pt modelId="{0EAF6852-0FEE-A541-A2E8-7A968946C581}" type="pres">
      <dgm:prSet presAssocID="{DD877191-D20B-A147-9CC7-F767A438D85B}" presName="level2hierChild" presStyleCnt="0"/>
      <dgm:spPr/>
    </dgm:pt>
    <dgm:pt modelId="{C74EE9DF-0297-D049-A9A2-2B0160247014}" type="pres">
      <dgm:prSet presAssocID="{48B7664C-5CDB-B947-87F5-ACCBA4BA511D}" presName="conn2-1" presStyleLbl="parChTrans1D2" presStyleIdx="0" presStyleCnt="6"/>
      <dgm:spPr/>
    </dgm:pt>
    <dgm:pt modelId="{A0757F27-2715-E34D-BB86-191B4F93264D}" type="pres">
      <dgm:prSet presAssocID="{48B7664C-5CDB-B947-87F5-ACCBA4BA511D}" presName="connTx" presStyleLbl="parChTrans1D2" presStyleIdx="0" presStyleCnt="6"/>
      <dgm:spPr/>
    </dgm:pt>
    <dgm:pt modelId="{018C27B7-A05C-4B40-8FD0-B1748868E37B}" type="pres">
      <dgm:prSet presAssocID="{E992CB67-E85E-3943-8BAA-7C0E7CA1DDB2}" presName="root2" presStyleCnt="0"/>
      <dgm:spPr/>
    </dgm:pt>
    <dgm:pt modelId="{5D64FAD2-E26C-4444-8A34-8CD411A47EC1}" type="pres">
      <dgm:prSet presAssocID="{E992CB67-E85E-3943-8BAA-7C0E7CA1DDB2}" presName="LevelTwoTextNode" presStyleLbl="node2" presStyleIdx="0" presStyleCnt="6">
        <dgm:presLayoutVars>
          <dgm:chPref val="3"/>
        </dgm:presLayoutVars>
      </dgm:prSet>
      <dgm:spPr/>
    </dgm:pt>
    <dgm:pt modelId="{28EB26E0-0533-FB43-8351-9887DEDEB58E}" type="pres">
      <dgm:prSet presAssocID="{E992CB67-E85E-3943-8BAA-7C0E7CA1DDB2}" presName="level3hierChild" presStyleCnt="0"/>
      <dgm:spPr/>
    </dgm:pt>
    <dgm:pt modelId="{BD8F4B60-42D4-E84E-A782-DA2115FBAE3A}" type="pres">
      <dgm:prSet presAssocID="{C06285B8-489C-BA46-ABF7-D5507074E8D2}" presName="conn2-1" presStyleLbl="parChTrans1D2" presStyleIdx="1" presStyleCnt="6"/>
      <dgm:spPr/>
    </dgm:pt>
    <dgm:pt modelId="{DC962E90-8661-0C49-AD7C-DD3BAE225FBC}" type="pres">
      <dgm:prSet presAssocID="{C06285B8-489C-BA46-ABF7-D5507074E8D2}" presName="connTx" presStyleLbl="parChTrans1D2" presStyleIdx="1" presStyleCnt="6"/>
      <dgm:spPr/>
    </dgm:pt>
    <dgm:pt modelId="{265FDA8A-2D8E-0A4C-84F7-2BDC7CB64AFC}" type="pres">
      <dgm:prSet presAssocID="{9BE51AA1-FBAB-EF4A-9102-C9D0BFABD633}" presName="root2" presStyleCnt="0"/>
      <dgm:spPr/>
    </dgm:pt>
    <dgm:pt modelId="{75274E41-1170-EE43-9920-9745885686B7}" type="pres">
      <dgm:prSet presAssocID="{9BE51AA1-FBAB-EF4A-9102-C9D0BFABD633}" presName="LevelTwoTextNode" presStyleLbl="node2" presStyleIdx="1" presStyleCnt="6">
        <dgm:presLayoutVars>
          <dgm:chPref val="3"/>
        </dgm:presLayoutVars>
      </dgm:prSet>
      <dgm:spPr/>
    </dgm:pt>
    <dgm:pt modelId="{FEB70532-1674-2C40-8240-8101A2C2BF39}" type="pres">
      <dgm:prSet presAssocID="{9BE51AA1-FBAB-EF4A-9102-C9D0BFABD633}" presName="level3hierChild" presStyleCnt="0"/>
      <dgm:spPr/>
    </dgm:pt>
    <dgm:pt modelId="{51152487-79FC-5344-8864-52070F12BAD6}" type="pres">
      <dgm:prSet presAssocID="{6D783AE3-4668-F64B-8348-2A646362A428}" presName="conn2-1" presStyleLbl="parChTrans1D2" presStyleIdx="2" presStyleCnt="6"/>
      <dgm:spPr/>
    </dgm:pt>
    <dgm:pt modelId="{4BF19E50-AE16-434B-962C-B109EAFBE874}" type="pres">
      <dgm:prSet presAssocID="{6D783AE3-4668-F64B-8348-2A646362A428}" presName="connTx" presStyleLbl="parChTrans1D2" presStyleIdx="2" presStyleCnt="6"/>
      <dgm:spPr/>
    </dgm:pt>
    <dgm:pt modelId="{40BB992D-B111-1F4E-8D93-B81D55FFDF79}" type="pres">
      <dgm:prSet presAssocID="{1A5A1055-D5F2-9840-B05C-BC7705AE44C8}" presName="root2" presStyleCnt="0"/>
      <dgm:spPr/>
    </dgm:pt>
    <dgm:pt modelId="{5CE103D0-04EF-324B-B179-0B3476DA8959}" type="pres">
      <dgm:prSet presAssocID="{1A5A1055-D5F2-9840-B05C-BC7705AE44C8}" presName="LevelTwoTextNode" presStyleLbl="node2" presStyleIdx="2" presStyleCnt="6">
        <dgm:presLayoutVars>
          <dgm:chPref val="3"/>
        </dgm:presLayoutVars>
      </dgm:prSet>
      <dgm:spPr/>
    </dgm:pt>
    <dgm:pt modelId="{BCC71A8A-91F2-564E-9791-7B60059DFEFB}" type="pres">
      <dgm:prSet presAssocID="{1A5A1055-D5F2-9840-B05C-BC7705AE44C8}" presName="level3hierChild" presStyleCnt="0"/>
      <dgm:spPr/>
    </dgm:pt>
    <dgm:pt modelId="{68E60FD2-0E62-9B43-8F04-4AD93FCA419A}" type="pres">
      <dgm:prSet presAssocID="{88EE97DC-D355-894D-8BE5-BD8EDEDD874D}" presName="conn2-1" presStyleLbl="parChTrans1D2" presStyleIdx="3" presStyleCnt="6"/>
      <dgm:spPr/>
    </dgm:pt>
    <dgm:pt modelId="{E2981617-B16D-6342-9676-896F6C281466}" type="pres">
      <dgm:prSet presAssocID="{88EE97DC-D355-894D-8BE5-BD8EDEDD874D}" presName="connTx" presStyleLbl="parChTrans1D2" presStyleIdx="3" presStyleCnt="6"/>
      <dgm:spPr/>
    </dgm:pt>
    <dgm:pt modelId="{211CC5A5-6640-334D-B205-CF1167EAA8E2}" type="pres">
      <dgm:prSet presAssocID="{4EEA70E8-383A-014D-845F-C99BA9F9E63C}" presName="root2" presStyleCnt="0"/>
      <dgm:spPr/>
    </dgm:pt>
    <dgm:pt modelId="{EB131093-1FFD-194F-90EE-84E34EA51302}" type="pres">
      <dgm:prSet presAssocID="{4EEA70E8-383A-014D-845F-C99BA9F9E63C}" presName="LevelTwoTextNode" presStyleLbl="node2" presStyleIdx="3" presStyleCnt="6">
        <dgm:presLayoutVars>
          <dgm:chPref val="3"/>
        </dgm:presLayoutVars>
      </dgm:prSet>
      <dgm:spPr/>
    </dgm:pt>
    <dgm:pt modelId="{64CF3D45-5124-9E42-802E-0EB9CCA474E6}" type="pres">
      <dgm:prSet presAssocID="{4EEA70E8-383A-014D-845F-C99BA9F9E63C}" presName="level3hierChild" presStyleCnt="0"/>
      <dgm:spPr/>
    </dgm:pt>
    <dgm:pt modelId="{3EFF8131-E4F9-264A-8425-C127815CB151}" type="pres">
      <dgm:prSet presAssocID="{B846D30E-F78D-BF48-8BA5-1D1F2D937211}" presName="conn2-1" presStyleLbl="parChTrans1D2" presStyleIdx="4" presStyleCnt="6"/>
      <dgm:spPr/>
    </dgm:pt>
    <dgm:pt modelId="{79F55867-8F94-FB46-855A-68B0F9FB049A}" type="pres">
      <dgm:prSet presAssocID="{B846D30E-F78D-BF48-8BA5-1D1F2D937211}" presName="connTx" presStyleLbl="parChTrans1D2" presStyleIdx="4" presStyleCnt="6"/>
      <dgm:spPr/>
    </dgm:pt>
    <dgm:pt modelId="{89111A5E-7A0E-2A41-8D8F-C69F2C1BA80F}" type="pres">
      <dgm:prSet presAssocID="{A29CC584-365E-C144-B046-882D8E953435}" presName="root2" presStyleCnt="0"/>
      <dgm:spPr/>
    </dgm:pt>
    <dgm:pt modelId="{0B17B9B6-C668-584A-ABD6-3A341D7955CD}" type="pres">
      <dgm:prSet presAssocID="{A29CC584-365E-C144-B046-882D8E953435}" presName="LevelTwoTextNode" presStyleLbl="node2" presStyleIdx="4" presStyleCnt="6">
        <dgm:presLayoutVars>
          <dgm:chPref val="3"/>
        </dgm:presLayoutVars>
      </dgm:prSet>
      <dgm:spPr/>
    </dgm:pt>
    <dgm:pt modelId="{64C979D8-DBBE-6F48-985E-FCB3275E4BBC}" type="pres">
      <dgm:prSet presAssocID="{A29CC584-365E-C144-B046-882D8E953435}" presName="level3hierChild" presStyleCnt="0"/>
      <dgm:spPr/>
    </dgm:pt>
    <dgm:pt modelId="{02529842-96D1-8C4F-924E-734F14004878}" type="pres">
      <dgm:prSet presAssocID="{E018626B-25CD-9147-BA24-EF01F2EDF446}" presName="conn2-1" presStyleLbl="parChTrans1D2" presStyleIdx="5" presStyleCnt="6"/>
      <dgm:spPr/>
    </dgm:pt>
    <dgm:pt modelId="{32B49A7C-20F0-2141-8FD2-ABBF6CC4D68F}" type="pres">
      <dgm:prSet presAssocID="{E018626B-25CD-9147-BA24-EF01F2EDF446}" presName="connTx" presStyleLbl="parChTrans1D2" presStyleIdx="5" presStyleCnt="6"/>
      <dgm:spPr/>
    </dgm:pt>
    <dgm:pt modelId="{172D049C-9137-C144-912F-22E73B16580D}" type="pres">
      <dgm:prSet presAssocID="{088C1CBE-1F1C-B74A-8830-E4FD24ACB1AD}" presName="root2" presStyleCnt="0"/>
      <dgm:spPr/>
    </dgm:pt>
    <dgm:pt modelId="{7DC61291-DAC7-3643-821D-725085C1996C}" type="pres">
      <dgm:prSet presAssocID="{088C1CBE-1F1C-B74A-8830-E4FD24ACB1AD}" presName="LevelTwoTextNode" presStyleLbl="node2" presStyleIdx="5" presStyleCnt="6">
        <dgm:presLayoutVars>
          <dgm:chPref val="3"/>
        </dgm:presLayoutVars>
      </dgm:prSet>
      <dgm:spPr/>
    </dgm:pt>
    <dgm:pt modelId="{37FCC3CE-A044-3C42-B948-0D38AEA5B086}" type="pres">
      <dgm:prSet presAssocID="{088C1CBE-1F1C-B74A-8830-E4FD24ACB1AD}" presName="level3hierChild" presStyleCnt="0"/>
      <dgm:spPr/>
    </dgm:pt>
  </dgm:ptLst>
  <dgm:cxnLst>
    <dgm:cxn modelId="{CB1F181B-1DF8-CD4A-BFD0-3A1C115D22EF}" type="presOf" srcId="{1A5A1055-D5F2-9840-B05C-BC7705AE44C8}" destId="{5CE103D0-04EF-324B-B179-0B3476DA8959}" srcOrd="0" destOrd="0" presId="urn:microsoft.com/office/officeart/2005/8/layout/hierarchy2"/>
    <dgm:cxn modelId="{92A56F1D-584B-2B4C-AF0A-3785787A9FD8}" type="presOf" srcId="{DD877191-D20B-A147-9CC7-F767A438D85B}" destId="{D690CD1C-7B2F-FB4B-A6EC-E61A401BF558}" srcOrd="0" destOrd="0" presId="urn:microsoft.com/office/officeart/2005/8/layout/hierarchy2"/>
    <dgm:cxn modelId="{2EDA591F-731A-9440-A840-0BA8FB9411EE}" type="presOf" srcId="{C06285B8-489C-BA46-ABF7-D5507074E8D2}" destId="{BD8F4B60-42D4-E84E-A782-DA2115FBAE3A}" srcOrd="0" destOrd="0" presId="urn:microsoft.com/office/officeart/2005/8/layout/hierarchy2"/>
    <dgm:cxn modelId="{F19BBC27-61C7-3544-98DA-6E7823949542}" srcId="{DD877191-D20B-A147-9CC7-F767A438D85B}" destId="{088C1CBE-1F1C-B74A-8830-E4FD24ACB1AD}" srcOrd="5" destOrd="0" parTransId="{E018626B-25CD-9147-BA24-EF01F2EDF446}" sibTransId="{15E51FC3-80AE-554D-B4AB-CF8457A860F5}"/>
    <dgm:cxn modelId="{8B7B7329-18C7-5E4D-8E9D-613D8343DB32}" type="presOf" srcId="{88EE97DC-D355-894D-8BE5-BD8EDEDD874D}" destId="{E2981617-B16D-6342-9676-896F6C281466}" srcOrd="1" destOrd="0" presId="urn:microsoft.com/office/officeart/2005/8/layout/hierarchy2"/>
    <dgm:cxn modelId="{CD58CA2D-BC35-C349-9908-9165589DF20A}" srcId="{DD877191-D20B-A147-9CC7-F767A438D85B}" destId="{A29CC584-365E-C144-B046-882D8E953435}" srcOrd="4" destOrd="0" parTransId="{B846D30E-F78D-BF48-8BA5-1D1F2D937211}" sibTransId="{6FA6F7ED-5279-B347-9166-150F5649A379}"/>
    <dgm:cxn modelId="{EB076433-E19E-9644-9EC5-B13400E1499E}" srcId="{DD877191-D20B-A147-9CC7-F767A438D85B}" destId="{E992CB67-E85E-3943-8BAA-7C0E7CA1DDB2}" srcOrd="0" destOrd="0" parTransId="{48B7664C-5CDB-B947-87F5-ACCBA4BA511D}" sibTransId="{C1144623-2E30-D64A-973D-82047EF0FE82}"/>
    <dgm:cxn modelId="{DB042538-2F29-9644-9252-76987D267CEC}" type="presOf" srcId="{E018626B-25CD-9147-BA24-EF01F2EDF446}" destId="{32B49A7C-20F0-2141-8FD2-ABBF6CC4D68F}" srcOrd="1" destOrd="0" presId="urn:microsoft.com/office/officeart/2005/8/layout/hierarchy2"/>
    <dgm:cxn modelId="{0E22563F-6704-FA4C-8585-E2E0504EA00E}" type="presOf" srcId="{48B7664C-5CDB-B947-87F5-ACCBA4BA511D}" destId="{A0757F27-2715-E34D-BB86-191B4F93264D}" srcOrd="1" destOrd="0" presId="urn:microsoft.com/office/officeart/2005/8/layout/hierarchy2"/>
    <dgm:cxn modelId="{B5F76D62-855B-0D44-B467-BB69F3A64B2D}" type="presOf" srcId="{088C1CBE-1F1C-B74A-8830-E4FD24ACB1AD}" destId="{7DC61291-DAC7-3643-821D-725085C1996C}" srcOrd="0" destOrd="0" presId="urn:microsoft.com/office/officeart/2005/8/layout/hierarchy2"/>
    <dgm:cxn modelId="{E055B271-5196-A341-9A44-B32A9F857249}" type="presOf" srcId="{B846D30E-F78D-BF48-8BA5-1D1F2D937211}" destId="{79F55867-8F94-FB46-855A-68B0F9FB049A}" srcOrd="1" destOrd="0" presId="urn:microsoft.com/office/officeart/2005/8/layout/hierarchy2"/>
    <dgm:cxn modelId="{4A9DB871-6A49-5E4E-B271-A77A175806FF}" srcId="{DD877191-D20B-A147-9CC7-F767A438D85B}" destId="{1A5A1055-D5F2-9840-B05C-BC7705AE44C8}" srcOrd="2" destOrd="0" parTransId="{6D783AE3-4668-F64B-8348-2A646362A428}" sibTransId="{93268EC1-5E29-244A-A75D-B50CFAD69952}"/>
    <dgm:cxn modelId="{A335E080-A84F-9943-AC1D-793475C46A63}" srcId="{DD877191-D20B-A147-9CC7-F767A438D85B}" destId="{4EEA70E8-383A-014D-845F-C99BA9F9E63C}" srcOrd="3" destOrd="0" parTransId="{88EE97DC-D355-894D-8BE5-BD8EDEDD874D}" sibTransId="{71314F6F-0957-FB48-AD65-C08B5C5FD3F8}"/>
    <dgm:cxn modelId="{6B6FF780-D1BA-6C4E-9373-97E256B4633C}" type="presOf" srcId="{E018626B-25CD-9147-BA24-EF01F2EDF446}" destId="{02529842-96D1-8C4F-924E-734F14004878}" srcOrd="0" destOrd="0" presId="urn:microsoft.com/office/officeart/2005/8/layout/hierarchy2"/>
    <dgm:cxn modelId="{66FB8689-FBB6-124E-857E-D209166EE022}" type="presOf" srcId="{4EEA70E8-383A-014D-845F-C99BA9F9E63C}" destId="{EB131093-1FFD-194F-90EE-84E34EA51302}" srcOrd="0" destOrd="0" presId="urn:microsoft.com/office/officeart/2005/8/layout/hierarchy2"/>
    <dgm:cxn modelId="{8B53FD8A-2D44-8743-A0D8-C4066D19BD7B}" srcId="{DD877191-D20B-A147-9CC7-F767A438D85B}" destId="{9BE51AA1-FBAB-EF4A-9102-C9D0BFABD633}" srcOrd="1" destOrd="0" parTransId="{C06285B8-489C-BA46-ABF7-D5507074E8D2}" sibTransId="{88ED6B7F-E987-4A44-87CB-D7DE1ED1C9EB}"/>
    <dgm:cxn modelId="{48A6A39D-0919-9B48-A8E6-61BC8810FB89}" type="presOf" srcId="{48B7664C-5CDB-B947-87F5-ACCBA4BA511D}" destId="{C74EE9DF-0297-D049-A9A2-2B0160247014}" srcOrd="0" destOrd="0" presId="urn:microsoft.com/office/officeart/2005/8/layout/hierarchy2"/>
    <dgm:cxn modelId="{D590CEA4-68ED-2F49-BEFE-78D8F6CC5875}" type="presOf" srcId="{A29CC584-365E-C144-B046-882D8E953435}" destId="{0B17B9B6-C668-584A-ABD6-3A341D7955CD}" srcOrd="0" destOrd="0" presId="urn:microsoft.com/office/officeart/2005/8/layout/hierarchy2"/>
    <dgm:cxn modelId="{3A88D0B6-1FAC-5B4D-8A9D-3F40BC346573}" type="presOf" srcId="{88EE97DC-D355-894D-8BE5-BD8EDEDD874D}" destId="{68E60FD2-0E62-9B43-8F04-4AD93FCA419A}" srcOrd="0" destOrd="0" presId="urn:microsoft.com/office/officeart/2005/8/layout/hierarchy2"/>
    <dgm:cxn modelId="{D2D1BEC5-EBBE-4E4F-99F6-38B161B74768}" type="presOf" srcId="{C06285B8-489C-BA46-ABF7-D5507074E8D2}" destId="{DC962E90-8661-0C49-AD7C-DD3BAE225FBC}" srcOrd="1" destOrd="0" presId="urn:microsoft.com/office/officeart/2005/8/layout/hierarchy2"/>
    <dgm:cxn modelId="{020A98D2-2A7F-EB48-8D8B-EC80C9AF4F12}" type="presOf" srcId="{6D783AE3-4668-F64B-8348-2A646362A428}" destId="{4BF19E50-AE16-434B-962C-B109EAFBE874}" srcOrd="1" destOrd="0" presId="urn:microsoft.com/office/officeart/2005/8/layout/hierarchy2"/>
    <dgm:cxn modelId="{BE693CE4-80B3-5641-A0C2-075290AD5DD7}" type="presOf" srcId="{6D783AE3-4668-F64B-8348-2A646362A428}" destId="{51152487-79FC-5344-8864-52070F12BAD6}" srcOrd="0" destOrd="0" presId="urn:microsoft.com/office/officeart/2005/8/layout/hierarchy2"/>
    <dgm:cxn modelId="{4FE32FF0-DFBE-1448-937B-43DBF70831A3}" srcId="{8B281217-9CD9-494F-B293-BD40D180BEF0}" destId="{DD877191-D20B-A147-9CC7-F767A438D85B}" srcOrd="0" destOrd="0" parTransId="{3E95D65C-BEEE-A948-BA89-CEAA08A4483D}" sibTransId="{C12CFAF7-C581-684B-845C-EA43631D7F9F}"/>
    <dgm:cxn modelId="{38F8E0F2-0A72-0845-AFF7-E4909000012C}" type="presOf" srcId="{E992CB67-E85E-3943-8BAA-7C0E7CA1DDB2}" destId="{5D64FAD2-E26C-4444-8A34-8CD411A47EC1}" srcOrd="0" destOrd="0" presId="urn:microsoft.com/office/officeart/2005/8/layout/hierarchy2"/>
    <dgm:cxn modelId="{27FCEEF3-D138-E84C-9E1F-495B48D3DFC2}" type="presOf" srcId="{9BE51AA1-FBAB-EF4A-9102-C9D0BFABD633}" destId="{75274E41-1170-EE43-9920-9745885686B7}" srcOrd="0" destOrd="0" presId="urn:microsoft.com/office/officeart/2005/8/layout/hierarchy2"/>
    <dgm:cxn modelId="{1F8AD6FC-D6DC-EF4F-8A4E-C326990C8595}" type="presOf" srcId="{8B281217-9CD9-494F-B293-BD40D180BEF0}" destId="{C6BA47AF-32FE-8C40-9019-86A3EFC9FCE7}" srcOrd="0" destOrd="0" presId="urn:microsoft.com/office/officeart/2005/8/layout/hierarchy2"/>
    <dgm:cxn modelId="{15B415FE-05C9-1644-AB87-7F5734DC32E4}" type="presOf" srcId="{B846D30E-F78D-BF48-8BA5-1D1F2D937211}" destId="{3EFF8131-E4F9-264A-8425-C127815CB151}" srcOrd="0" destOrd="0" presId="urn:microsoft.com/office/officeart/2005/8/layout/hierarchy2"/>
    <dgm:cxn modelId="{ACE42D7F-4073-8240-B5BE-BC8332B80D8C}" type="presParOf" srcId="{C6BA47AF-32FE-8C40-9019-86A3EFC9FCE7}" destId="{ACF3F3A5-592B-9044-B39E-65ACA0EC808A}" srcOrd="0" destOrd="0" presId="urn:microsoft.com/office/officeart/2005/8/layout/hierarchy2"/>
    <dgm:cxn modelId="{08BF7C04-EC6C-3A46-B3C2-F9D0CFE0067E}" type="presParOf" srcId="{ACF3F3A5-592B-9044-B39E-65ACA0EC808A}" destId="{D690CD1C-7B2F-FB4B-A6EC-E61A401BF558}" srcOrd="0" destOrd="0" presId="urn:microsoft.com/office/officeart/2005/8/layout/hierarchy2"/>
    <dgm:cxn modelId="{B6FBFB2D-B9DA-0940-8294-875600B7D58D}" type="presParOf" srcId="{ACF3F3A5-592B-9044-B39E-65ACA0EC808A}" destId="{0EAF6852-0FEE-A541-A2E8-7A968946C581}" srcOrd="1" destOrd="0" presId="urn:microsoft.com/office/officeart/2005/8/layout/hierarchy2"/>
    <dgm:cxn modelId="{2DAAF97D-4E81-F74B-BD2B-DF40D3CDE9E6}" type="presParOf" srcId="{0EAF6852-0FEE-A541-A2E8-7A968946C581}" destId="{C74EE9DF-0297-D049-A9A2-2B0160247014}" srcOrd="0" destOrd="0" presId="urn:microsoft.com/office/officeart/2005/8/layout/hierarchy2"/>
    <dgm:cxn modelId="{F4A0A926-A840-8446-A912-F0297B43DB82}" type="presParOf" srcId="{C74EE9DF-0297-D049-A9A2-2B0160247014}" destId="{A0757F27-2715-E34D-BB86-191B4F93264D}" srcOrd="0" destOrd="0" presId="urn:microsoft.com/office/officeart/2005/8/layout/hierarchy2"/>
    <dgm:cxn modelId="{E8B8A316-F325-7C4C-BF53-30896BF71EA1}" type="presParOf" srcId="{0EAF6852-0FEE-A541-A2E8-7A968946C581}" destId="{018C27B7-A05C-4B40-8FD0-B1748868E37B}" srcOrd="1" destOrd="0" presId="urn:microsoft.com/office/officeart/2005/8/layout/hierarchy2"/>
    <dgm:cxn modelId="{E17628DD-3797-9346-8B9D-8005A70739CB}" type="presParOf" srcId="{018C27B7-A05C-4B40-8FD0-B1748868E37B}" destId="{5D64FAD2-E26C-4444-8A34-8CD411A47EC1}" srcOrd="0" destOrd="0" presId="urn:microsoft.com/office/officeart/2005/8/layout/hierarchy2"/>
    <dgm:cxn modelId="{1D960487-A4DE-DF47-A869-2DE0A413EFFB}" type="presParOf" srcId="{018C27B7-A05C-4B40-8FD0-B1748868E37B}" destId="{28EB26E0-0533-FB43-8351-9887DEDEB58E}" srcOrd="1" destOrd="0" presId="urn:microsoft.com/office/officeart/2005/8/layout/hierarchy2"/>
    <dgm:cxn modelId="{4016E2E3-1032-6146-BF89-5A59D801403E}" type="presParOf" srcId="{0EAF6852-0FEE-A541-A2E8-7A968946C581}" destId="{BD8F4B60-42D4-E84E-A782-DA2115FBAE3A}" srcOrd="2" destOrd="0" presId="urn:microsoft.com/office/officeart/2005/8/layout/hierarchy2"/>
    <dgm:cxn modelId="{6E4BF5E7-14B8-3843-AA27-BFC7EF2A421D}" type="presParOf" srcId="{BD8F4B60-42D4-E84E-A782-DA2115FBAE3A}" destId="{DC962E90-8661-0C49-AD7C-DD3BAE225FBC}" srcOrd="0" destOrd="0" presId="urn:microsoft.com/office/officeart/2005/8/layout/hierarchy2"/>
    <dgm:cxn modelId="{8D4424DF-15BC-4F4F-AA39-BCE87B55ED7C}" type="presParOf" srcId="{0EAF6852-0FEE-A541-A2E8-7A968946C581}" destId="{265FDA8A-2D8E-0A4C-84F7-2BDC7CB64AFC}" srcOrd="3" destOrd="0" presId="urn:microsoft.com/office/officeart/2005/8/layout/hierarchy2"/>
    <dgm:cxn modelId="{494838B0-3B7A-4F48-AD62-8BA2E8ECFA66}" type="presParOf" srcId="{265FDA8A-2D8E-0A4C-84F7-2BDC7CB64AFC}" destId="{75274E41-1170-EE43-9920-9745885686B7}" srcOrd="0" destOrd="0" presId="urn:microsoft.com/office/officeart/2005/8/layout/hierarchy2"/>
    <dgm:cxn modelId="{EB0FB4A9-67B9-AA4E-B79D-8AF13FCCE315}" type="presParOf" srcId="{265FDA8A-2D8E-0A4C-84F7-2BDC7CB64AFC}" destId="{FEB70532-1674-2C40-8240-8101A2C2BF39}" srcOrd="1" destOrd="0" presId="urn:microsoft.com/office/officeart/2005/8/layout/hierarchy2"/>
    <dgm:cxn modelId="{AA345A53-19FC-5449-ADDC-2A8B4B24052F}" type="presParOf" srcId="{0EAF6852-0FEE-A541-A2E8-7A968946C581}" destId="{51152487-79FC-5344-8864-52070F12BAD6}" srcOrd="4" destOrd="0" presId="urn:microsoft.com/office/officeart/2005/8/layout/hierarchy2"/>
    <dgm:cxn modelId="{8E064814-C7D0-F442-A820-33A938615204}" type="presParOf" srcId="{51152487-79FC-5344-8864-52070F12BAD6}" destId="{4BF19E50-AE16-434B-962C-B109EAFBE874}" srcOrd="0" destOrd="0" presId="urn:microsoft.com/office/officeart/2005/8/layout/hierarchy2"/>
    <dgm:cxn modelId="{494D443F-01DF-704C-90EA-C9439F9510E2}" type="presParOf" srcId="{0EAF6852-0FEE-A541-A2E8-7A968946C581}" destId="{40BB992D-B111-1F4E-8D93-B81D55FFDF79}" srcOrd="5" destOrd="0" presId="urn:microsoft.com/office/officeart/2005/8/layout/hierarchy2"/>
    <dgm:cxn modelId="{1460F57F-807C-264F-ACF8-986E02BB0C2F}" type="presParOf" srcId="{40BB992D-B111-1F4E-8D93-B81D55FFDF79}" destId="{5CE103D0-04EF-324B-B179-0B3476DA8959}" srcOrd="0" destOrd="0" presId="urn:microsoft.com/office/officeart/2005/8/layout/hierarchy2"/>
    <dgm:cxn modelId="{60AD0E63-03C5-3541-B967-9AD8EE70E75F}" type="presParOf" srcId="{40BB992D-B111-1F4E-8D93-B81D55FFDF79}" destId="{BCC71A8A-91F2-564E-9791-7B60059DFEFB}" srcOrd="1" destOrd="0" presId="urn:microsoft.com/office/officeart/2005/8/layout/hierarchy2"/>
    <dgm:cxn modelId="{41C7CA40-2F5A-A946-816C-DDC8DFDB5ED6}" type="presParOf" srcId="{0EAF6852-0FEE-A541-A2E8-7A968946C581}" destId="{68E60FD2-0E62-9B43-8F04-4AD93FCA419A}" srcOrd="6" destOrd="0" presId="urn:microsoft.com/office/officeart/2005/8/layout/hierarchy2"/>
    <dgm:cxn modelId="{59135815-DBEA-1C46-82D1-1C36409A860D}" type="presParOf" srcId="{68E60FD2-0E62-9B43-8F04-4AD93FCA419A}" destId="{E2981617-B16D-6342-9676-896F6C281466}" srcOrd="0" destOrd="0" presId="urn:microsoft.com/office/officeart/2005/8/layout/hierarchy2"/>
    <dgm:cxn modelId="{23852385-B443-7540-A930-30EAE34B1AD5}" type="presParOf" srcId="{0EAF6852-0FEE-A541-A2E8-7A968946C581}" destId="{211CC5A5-6640-334D-B205-CF1167EAA8E2}" srcOrd="7" destOrd="0" presId="urn:microsoft.com/office/officeart/2005/8/layout/hierarchy2"/>
    <dgm:cxn modelId="{627D5A05-FB2E-FB40-B409-5EDAC049D729}" type="presParOf" srcId="{211CC5A5-6640-334D-B205-CF1167EAA8E2}" destId="{EB131093-1FFD-194F-90EE-84E34EA51302}" srcOrd="0" destOrd="0" presId="urn:microsoft.com/office/officeart/2005/8/layout/hierarchy2"/>
    <dgm:cxn modelId="{C3676795-1593-9240-88CC-40B73DC3865F}" type="presParOf" srcId="{211CC5A5-6640-334D-B205-CF1167EAA8E2}" destId="{64CF3D45-5124-9E42-802E-0EB9CCA474E6}" srcOrd="1" destOrd="0" presId="urn:microsoft.com/office/officeart/2005/8/layout/hierarchy2"/>
    <dgm:cxn modelId="{408B0595-7610-EB47-BE8F-9E29AE013168}" type="presParOf" srcId="{0EAF6852-0FEE-A541-A2E8-7A968946C581}" destId="{3EFF8131-E4F9-264A-8425-C127815CB151}" srcOrd="8" destOrd="0" presId="urn:microsoft.com/office/officeart/2005/8/layout/hierarchy2"/>
    <dgm:cxn modelId="{A4B22CE9-0AA1-6045-8502-2882D444F7B4}" type="presParOf" srcId="{3EFF8131-E4F9-264A-8425-C127815CB151}" destId="{79F55867-8F94-FB46-855A-68B0F9FB049A}" srcOrd="0" destOrd="0" presId="urn:microsoft.com/office/officeart/2005/8/layout/hierarchy2"/>
    <dgm:cxn modelId="{F80D726A-0B9E-A847-9476-C7628848DE46}" type="presParOf" srcId="{0EAF6852-0FEE-A541-A2E8-7A968946C581}" destId="{89111A5E-7A0E-2A41-8D8F-C69F2C1BA80F}" srcOrd="9" destOrd="0" presId="urn:microsoft.com/office/officeart/2005/8/layout/hierarchy2"/>
    <dgm:cxn modelId="{DACF337A-82E5-EB45-9CD6-6B6968E8CF43}" type="presParOf" srcId="{89111A5E-7A0E-2A41-8D8F-C69F2C1BA80F}" destId="{0B17B9B6-C668-584A-ABD6-3A341D7955CD}" srcOrd="0" destOrd="0" presId="urn:microsoft.com/office/officeart/2005/8/layout/hierarchy2"/>
    <dgm:cxn modelId="{77D82A25-64C7-134B-9A66-88EB83F85F20}" type="presParOf" srcId="{89111A5E-7A0E-2A41-8D8F-C69F2C1BA80F}" destId="{64C979D8-DBBE-6F48-985E-FCB3275E4BBC}" srcOrd="1" destOrd="0" presId="urn:microsoft.com/office/officeart/2005/8/layout/hierarchy2"/>
    <dgm:cxn modelId="{A1C876BB-FACF-DC46-845A-8A1452B6E150}" type="presParOf" srcId="{0EAF6852-0FEE-A541-A2E8-7A968946C581}" destId="{02529842-96D1-8C4F-924E-734F14004878}" srcOrd="10" destOrd="0" presId="urn:microsoft.com/office/officeart/2005/8/layout/hierarchy2"/>
    <dgm:cxn modelId="{E8FFAB2F-97D1-C944-95CE-685BC45BE313}" type="presParOf" srcId="{02529842-96D1-8C4F-924E-734F14004878}" destId="{32B49A7C-20F0-2141-8FD2-ABBF6CC4D68F}" srcOrd="0" destOrd="0" presId="urn:microsoft.com/office/officeart/2005/8/layout/hierarchy2"/>
    <dgm:cxn modelId="{160F039F-FC2C-974E-8BE7-AD10A0333E36}" type="presParOf" srcId="{0EAF6852-0FEE-A541-A2E8-7A968946C581}" destId="{172D049C-9137-C144-912F-22E73B16580D}" srcOrd="11" destOrd="0" presId="urn:microsoft.com/office/officeart/2005/8/layout/hierarchy2"/>
    <dgm:cxn modelId="{52145598-43BF-1444-B242-1DC3CA900502}" type="presParOf" srcId="{172D049C-9137-C144-912F-22E73B16580D}" destId="{7DC61291-DAC7-3643-821D-725085C1996C}" srcOrd="0" destOrd="0" presId="urn:microsoft.com/office/officeart/2005/8/layout/hierarchy2"/>
    <dgm:cxn modelId="{5539333D-22AB-AA46-B65C-31A426168131}" type="presParOf" srcId="{172D049C-9137-C144-912F-22E73B16580D}" destId="{37FCC3CE-A044-3C42-B948-0D38AEA5B08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7C68D-0751-CD42-B5A5-F6A5809AFAD7}">
      <dsp:nvSpPr>
        <dsp:cNvPr id="0" name=""/>
        <dsp:cNvSpPr/>
      </dsp:nvSpPr>
      <dsp:spPr>
        <a:xfrm>
          <a:off x="2333377" y="1804384"/>
          <a:ext cx="2004749" cy="1908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035"/>
              </a:lnTo>
              <a:lnTo>
                <a:pt x="2004749" y="130035"/>
              </a:lnTo>
              <a:lnTo>
                <a:pt x="2004749" y="1908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DBE11D-E2B1-724A-AC30-211F7FEFAD51}">
      <dsp:nvSpPr>
        <dsp:cNvPr id="0" name=""/>
        <dsp:cNvSpPr/>
      </dsp:nvSpPr>
      <dsp:spPr>
        <a:xfrm>
          <a:off x="2333377" y="1804384"/>
          <a:ext cx="1202849" cy="1908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035"/>
              </a:lnTo>
              <a:lnTo>
                <a:pt x="1202849" y="130035"/>
              </a:lnTo>
              <a:lnTo>
                <a:pt x="1202849" y="1908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4C9D46-FD5A-004A-8E2B-0C7E0080073B}">
      <dsp:nvSpPr>
        <dsp:cNvPr id="0" name=""/>
        <dsp:cNvSpPr/>
      </dsp:nvSpPr>
      <dsp:spPr>
        <a:xfrm>
          <a:off x="2333377" y="1804384"/>
          <a:ext cx="400949" cy="1908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035"/>
              </a:lnTo>
              <a:lnTo>
                <a:pt x="400949" y="130035"/>
              </a:lnTo>
              <a:lnTo>
                <a:pt x="400949" y="1908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160BC1-ACB7-FD4E-83FB-272C100E9D44}">
      <dsp:nvSpPr>
        <dsp:cNvPr id="0" name=""/>
        <dsp:cNvSpPr/>
      </dsp:nvSpPr>
      <dsp:spPr>
        <a:xfrm>
          <a:off x="1932427" y="1804384"/>
          <a:ext cx="400949" cy="190815"/>
        </a:xfrm>
        <a:custGeom>
          <a:avLst/>
          <a:gdLst/>
          <a:ahLst/>
          <a:cxnLst/>
          <a:rect l="0" t="0" r="0" b="0"/>
          <a:pathLst>
            <a:path>
              <a:moveTo>
                <a:pt x="400949" y="0"/>
              </a:moveTo>
              <a:lnTo>
                <a:pt x="400949" y="130035"/>
              </a:lnTo>
              <a:lnTo>
                <a:pt x="0" y="130035"/>
              </a:lnTo>
              <a:lnTo>
                <a:pt x="0" y="1908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7DBEF0-BDE0-2D43-AA1F-EA1C3445D9D1}">
      <dsp:nvSpPr>
        <dsp:cNvPr id="0" name=""/>
        <dsp:cNvSpPr/>
      </dsp:nvSpPr>
      <dsp:spPr>
        <a:xfrm>
          <a:off x="1130528" y="1804384"/>
          <a:ext cx="1202849" cy="190815"/>
        </a:xfrm>
        <a:custGeom>
          <a:avLst/>
          <a:gdLst/>
          <a:ahLst/>
          <a:cxnLst/>
          <a:rect l="0" t="0" r="0" b="0"/>
          <a:pathLst>
            <a:path>
              <a:moveTo>
                <a:pt x="1202849" y="0"/>
              </a:moveTo>
              <a:lnTo>
                <a:pt x="1202849" y="130035"/>
              </a:lnTo>
              <a:lnTo>
                <a:pt x="0" y="130035"/>
              </a:lnTo>
              <a:lnTo>
                <a:pt x="0" y="1908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9C6F99-C7D4-B14A-93FC-2F41B745FF05}">
      <dsp:nvSpPr>
        <dsp:cNvPr id="0" name=""/>
        <dsp:cNvSpPr/>
      </dsp:nvSpPr>
      <dsp:spPr>
        <a:xfrm>
          <a:off x="328628" y="1804384"/>
          <a:ext cx="2004749" cy="190815"/>
        </a:xfrm>
        <a:custGeom>
          <a:avLst/>
          <a:gdLst/>
          <a:ahLst/>
          <a:cxnLst/>
          <a:rect l="0" t="0" r="0" b="0"/>
          <a:pathLst>
            <a:path>
              <a:moveTo>
                <a:pt x="2004749" y="0"/>
              </a:moveTo>
              <a:lnTo>
                <a:pt x="2004749" y="130035"/>
              </a:lnTo>
              <a:lnTo>
                <a:pt x="0" y="130035"/>
              </a:lnTo>
              <a:lnTo>
                <a:pt x="0" y="1908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454091-AD61-934A-8457-8BDB63F7E984}">
      <dsp:nvSpPr>
        <dsp:cNvPr id="0" name=""/>
        <dsp:cNvSpPr/>
      </dsp:nvSpPr>
      <dsp:spPr>
        <a:xfrm>
          <a:off x="2005327" y="1387760"/>
          <a:ext cx="656099" cy="41662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E918164-6D31-2F46-A941-0F80BE87D365}">
      <dsp:nvSpPr>
        <dsp:cNvPr id="0" name=""/>
        <dsp:cNvSpPr/>
      </dsp:nvSpPr>
      <dsp:spPr>
        <a:xfrm>
          <a:off x="2078227" y="1457015"/>
          <a:ext cx="656099" cy="416623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1000" kern="1200" dirty="0"/>
            <a:t>管理员</a:t>
          </a:r>
          <a:r>
            <a:rPr kumimoji="1" lang="zh-CN" sz="1000" kern="1200" dirty="0"/>
            <a:t>功能模块</a:t>
          </a:r>
          <a:endParaRPr lang="zh-CN" sz="1000" kern="1200" dirty="0"/>
        </a:p>
      </dsp:txBody>
      <dsp:txXfrm>
        <a:off x="2090429" y="1469217"/>
        <a:ext cx="631695" cy="392219"/>
      </dsp:txXfrm>
    </dsp:sp>
    <dsp:sp modelId="{B118029E-5A79-A64A-97B2-8A65E68C9E90}">
      <dsp:nvSpPr>
        <dsp:cNvPr id="0" name=""/>
        <dsp:cNvSpPr/>
      </dsp:nvSpPr>
      <dsp:spPr>
        <a:xfrm>
          <a:off x="578" y="1995199"/>
          <a:ext cx="656099" cy="41662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4750EB-65D8-2849-9233-9DB78C6AA7D8}">
      <dsp:nvSpPr>
        <dsp:cNvPr id="0" name=""/>
        <dsp:cNvSpPr/>
      </dsp:nvSpPr>
      <dsp:spPr>
        <a:xfrm>
          <a:off x="73478" y="2064454"/>
          <a:ext cx="656099" cy="416623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000" kern="1200" dirty="0"/>
            <a:t>1.</a:t>
          </a:r>
          <a:r>
            <a:rPr kumimoji="1" lang="zh-CN" sz="1000" kern="1200" dirty="0"/>
            <a:t>个人中心</a:t>
          </a:r>
          <a:endParaRPr lang="zh-CN" sz="1000" kern="1200" dirty="0"/>
        </a:p>
      </dsp:txBody>
      <dsp:txXfrm>
        <a:off x="85680" y="2076656"/>
        <a:ext cx="631695" cy="392219"/>
      </dsp:txXfrm>
    </dsp:sp>
    <dsp:sp modelId="{1C032CAD-18BD-E440-A9AC-F847FD4118EB}">
      <dsp:nvSpPr>
        <dsp:cNvPr id="0" name=""/>
        <dsp:cNvSpPr/>
      </dsp:nvSpPr>
      <dsp:spPr>
        <a:xfrm>
          <a:off x="802478" y="1995199"/>
          <a:ext cx="656099" cy="41662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F8F81FD-A959-E241-87C7-1276AF4BE5B9}">
      <dsp:nvSpPr>
        <dsp:cNvPr id="0" name=""/>
        <dsp:cNvSpPr/>
      </dsp:nvSpPr>
      <dsp:spPr>
        <a:xfrm>
          <a:off x="875378" y="2064454"/>
          <a:ext cx="656099" cy="416623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000" kern="1200" dirty="0"/>
            <a:t>2.</a:t>
          </a:r>
          <a:r>
            <a:rPr kumimoji="1" lang="zh-CN" sz="1000" kern="1200" dirty="0"/>
            <a:t>用户管理</a:t>
          </a:r>
          <a:endParaRPr lang="zh-CN" sz="1000" kern="1200" dirty="0"/>
        </a:p>
      </dsp:txBody>
      <dsp:txXfrm>
        <a:off x="887580" y="2076656"/>
        <a:ext cx="631695" cy="392219"/>
      </dsp:txXfrm>
    </dsp:sp>
    <dsp:sp modelId="{92318B97-DDEE-5B43-9C15-BB89E7290652}">
      <dsp:nvSpPr>
        <dsp:cNvPr id="0" name=""/>
        <dsp:cNvSpPr/>
      </dsp:nvSpPr>
      <dsp:spPr>
        <a:xfrm>
          <a:off x="1604377" y="1995199"/>
          <a:ext cx="656099" cy="41662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219B145-5E82-3F48-B406-5C10FB639832}">
      <dsp:nvSpPr>
        <dsp:cNvPr id="0" name=""/>
        <dsp:cNvSpPr/>
      </dsp:nvSpPr>
      <dsp:spPr>
        <a:xfrm>
          <a:off x="1677277" y="2064454"/>
          <a:ext cx="656099" cy="416623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000" kern="1200" dirty="0"/>
            <a:t>3.</a:t>
          </a:r>
          <a:r>
            <a:rPr kumimoji="1" lang="zh-CN" sz="1000" kern="1200" dirty="0"/>
            <a:t>图书分类管理</a:t>
          </a:r>
          <a:endParaRPr lang="zh-CN" sz="1000" kern="1200" dirty="0"/>
        </a:p>
      </dsp:txBody>
      <dsp:txXfrm>
        <a:off x="1689479" y="2076656"/>
        <a:ext cx="631695" cy="392219"/>
      </dsp:txXfrm>
    </dsp:sp>
    <dsp:sp modelId="{3619205F-1891-C94E-9C39-984D1C4220FA}">
      <dsp:nvSpPr>
        <dsp:cNvPr id="0" name=""/>
        <dsp:cNvSpPr/>
      </dsp:nvSpPr>
      <dsp:spPr>
        <a:xfrm>
          <a:off x="2406277" y="1995199"/>
          <a:ext cx="656099" cy="41662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57CDC6-3348-3A4D-B262-2204CBEFF68A}">
      <dsp:nvSpPr>
        <dsp:cNvPr id="0" name=""/>
        <dsp:cNvSpPr/>
      </dsp:nvSpPr>
      <dsp:spPr>
        <a:xfrm>
          <a:off x="2479177" y="2064454"/>
          <a:ext cx="656099" cy="416623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000" kern="1200" dirty="0"/>
            <a:t>4.</a:t>
          </a:r>
          <a:r>
            <a:rPr kumimoji="1" lang="zh-CN" sz="1000" kern="1200" dirty="0"/>
            <a:t>图书信息管理</a:t>
          </a:r>
          <a:endParaRPr lang="zh-CN" sz="1000" kern="1200" dirty="0"/>
        </a:p>
      </dsp:txBody>
      <dsp:txXfrm>
        <a:off x="2491379" y="2076656"/>
        <a:ext cx="631695" cy="392219"/>
      </dsp:txXfrm>
    </dsp:sp>
    <dsp:sp modelId="{F3E30D8E-40A5-244C-9D9C-FF88EE28F4D3}">
      <dsp:nvSpPr>
        <dsp:cNvPr id="0" name=""/>
        <dsp:cNvSpPr/>
      </dsp:nvSpPr>
      <dsp:spPr>
        <a:xfrm>
          <a:off x="3208177" y="1995199"/>
          <a:ext cx="656099" cy="41662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9285551-637C-7444-9535-1CCE6F696716}">
      <dsp:nvSpPr>
        <dsp:cNvPr id="0" name=""/>
        <dsp:cNvSpPr/>
      </dsp:nvSpPr>
      <dsp:spPr>
        <a:xfrm>
          <a:off x="3281077" y="2064454"/>
          <a:ext cx="656099" cy="416623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000" kern="1200" dirty="0"/>
            <a:t>5.</a:t>
          </a:r>
          <a:r>
            <a:rPr kumimoji="1" lang="zh-CN" sz="1000" kern="1200" dirty="0"/>
            <a:t>系统管理</a:t>
          </a:r>
          <a:endParaRPr lang="zh-CN" sz="1000" kern="1200" dirty="0"/>
        </a:p>
      </dsp:txBody>
      <dsp:txXfrm>
        <a:off x="3293279" y="2076656"/>
        <a:ext cx="631695" cy="392219"/>
      </dsp:txXfrm>
    </dsp:sp>
    <dsp:sp modelId="{88D6E2A5-26D7-594B-B994-8E496F2CAB40}">
      <dsp:nvSpPr>
        <dsp:cNvPr id="0" name=""/>
        <dsp:cNvSpPr/>
      </dsp:nvSpPr>
      <dsp:spPr>
        <a:xfrm>
          <a:off x="4010076" y="1995199"/>
          <a:ext cx="656099" cy="41662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78D312D-84CB-1046-A816-2196502CBF5B}">
      <dsp:nvSpPr>
        <dsp:cNvPr id="0" name=""/>
        <dsp:cNvSpPr/>
      </dsp:nvSpPr>
      <dsp:spPr>
        <a:xfrm>
          <a:off x="4082976" y="2064454"/>
          <a:ext cx="656099" cy="416623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000" kern="1200" dirty="0"/>
            <a:t>6.</a:t>
          </a:r>
          <a:r>
            <a:rPr kumimoji="1" lang="zh-CN" sz="1000" kern="1200" dirty="0"/>
            <a:t>订单管理</a:t>
          </a:r>
          <a:endParaRPr lang="zh-CN" sz="1000" kern="1200" dirty="0"/>
        </a:p>
      </dsp:txBody>
      <dsp:txXfrm>
        <a:off x="4095178" y="2076656"/>
        <a:ext cx="631695" cy="3922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327E1-2766-D748-A69E-EC76E358F6A5}">
      <dsp:nvSpPr>
        <dsp:cNvPr id="0" name=""/>
        <dsp:cNvSpPr/>
      </dsp:nvSpPr>
      <dsp:spPr>
        <a:xfrm>
          <a:off x="908902" y="247062"/>
          <a:ext cx="858408" cy="42920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900" kern="1200" dirty="0"/>
            <a:t>1.</a:t>
          </a:r>
          <a:r>
            <a:rPr kumimoji="1" lang="zh-CN" sz="900" kern="1200" dirty="0"/>
            <a:t>个人中心</a:t>
          </a:r>
          <a:endParaRPr lang="zh-CN" sz="900" kern="1200" dirty="0"/>
        </a:p>
      </dsp:txBody>
      <dsp:txXfrm>
        <a:off x="921473" y="259633"/>
        <a:ext cx="833266" cy="404062"/>
      </dsp:txXfrm>
    </dsp:sp>
    <dsp:sp modelId="{C7B9D87E-AA80-314E-8FE5-B993E68116B2}">
      <dsp:nvSpPr>
        <dsp:cNvPr id="0" name=""/>
        <dsp:cNvSpPr/>
      </dsp:nvSpPr>
      <dsp:spPr>
        <a:xfrm rot="19457599">
          <a:off x="1727565" y="296432"/>
          <a:ext cx="422853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422853" y="4183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928421" y="327697"/>
        <a:ext cx="21142" cy="21142"/>
      </dsp:txXfrm>
    </dsp:sp>
    <dsp:sp modelId="{46C3E065-3B74-EB44-BB63-33B03468C69E}">
      <dsp:nvSpPr>
        <dsp:cNvPr id="0" name=""/>
        <dsp:cNvSpPr/>
      </dsp:nvSpPr>
      <dsp:spPr>
        <a:xfrm>
          <a:off x="2110674" y="270"/>
          <a:ext cx="858408" cy="42920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900" kern="1200" dirty="0"/>
            <a:t>    </a:t>
          </a:r>
          <a:r>
            <a:rPr kumimoji="1" lang="zh-CN" sz="900" kern="1200" dirty="0"/>
            <a:t>修改密码</a:t>
          </a:r>
          <a:r>
            <a:rPr kumimoji="1" lang="en-US" sz="900" kern="1200" dirty="0"/>
            <a:t>		</a:t>
          </a:r>
          <a:endParaRPr lang="zh-CN" sz="900" kern="1200" dirty="0"/>
        </a:p>
      </dsp:txBody>
      <dsp:txXfrm>
        <a:off x="2123245" y="12841"/>
        <a:ext cx="833266" cy="404062"/>
      </dsp:txXfrm>
    </dsp:sp>
    <dsp:sp modelId="{038702A4-7C37-2244-9179-1C042C2700BA}">
      <dsp:nvSpPr>
        <dsp:cNvPr id="0" name=""/>
        <dsp:cNvSpPr/>
      </dsp:nvSpPr>
      <dsp:spPr>
        <a:xfrm rot="2142401">
          <a:off x="1727565" y="543225"/>
          <a:ext cx="422853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422853" y="4183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928421" y="574489"/>
        <a:ext cx="21142" cy="21142"/>
      </dsp:txXfrm>
    </dsp:sp>
    <dsp:sp modelId="{5CAAE99D-2EB4-0844-83AD-FEA2B99CE7EC}">
      <dsp:nvSpPr>
        <dsp:cNvPr id="0" name=""/>
        <dsp:cNvSpPr/>
      </dsp:nvSpPr>
      <dsp:spPr>
        <a:xfrm>
          <a:off x="2110674" y="493855"/>
          <a:ext cx="858408" cy="42920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900" kern="1200"/>
            <a:t>修改用户名</a:t>
          </a:r>
          <a:endParaRPr lang="zh-CN" sz="900" kern="1200"/>
        </a:p>
      </dsp:txBody>
      <dsp:txXfrm>
        <a:off x="2123245" y="506426"/>
        <a:ext cx="833266" cy="4040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59B6F-3A9C-5944-B460-90C0EBE45CD6}">
      <dsp:nvSpPr>
        <dsp:cNvPr id="0" name=""/>
        <dsp:cNvSpPr/>
      </dsp:nvSpPr>
      <dsp:spPr>
        <a:xfrm>
          <a:off x="383880" y="1745950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000" kern="1200" dirty="0"/>
            <a:t>2.</a:t>
          </a:r>
          <a:r>
            <a:rPr kumimoji="1" lang="zh-CN" sz="1000" kern="1200" dirty="0"/>
            <a:t>用户管理</a:t>
          </a:r>
          <a:endParaRPr lang="zh-CN" sz="1000" kern="1200" dirty="0"/>
        </a:p>
      </dsp:txBody>
      <dsp:txXfrm>
        <a:off x="394977" y="1757047"/>
        <a:ext cx="735540" cy="356673"/>
      </dsp:txXfrm>
    </dsp:sp>
    <dsp:sp modelId="{04B253FE-8357-AA41-A19D-D54A0A3C8913}">
      <dsp:nvSpPr>
        <dsp:cNvPr id="0" name=""/>
        <dsp:cNvSpPr/>
      </dsp:nvSpPr>
      <dsp:spPr>
        <a:xfrm rot="16791948">
          <a:off x="408687" y="1056453"/>
          <a:ext cx="1768948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1768948" y="7536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48938" y="1019766"/>
        <a:ext cx="88447" cy="88447"/>
      </dsp:txXfrm>
    </dsp:sp>
    <dsp:sp modelId="{85BED3E9-B591-0B47-930C-AE2260D37FDF}">
      <dsp:nvSpPr>
        <dsp:cNvPr id="0" name=""/>
        <dsp:cNvSpPr/>
      </dsp:nvSpPr>
      <dsp:spPr>
        <a:xfrm>
          <a:off x="1444708" y="3161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添加用户</a:t>
          </a:r>
          <a:endParaRPr lang="zh-CN" sz="1000" kern="1200"/>
        </a:p>
      </dsp:txBody>
      <dsp:txXfrm>
        <a:off x="1455805" y="14258"/>
        <a:ext cx="735540" cy="356673"/>
      </dsp:txXfrm>
    </dsp:sp>
    <dsp:sp modelId="{9C9FBDF1-AFFD-C04A-A48A-94AD1547837D}">
      <dsp:nvSpPr>
        <dsp:cNvPr id="0" name=""/>
        <dsp:cNvSpPr/>
      </dsp:nvSpPr>
      <dsp:spPr>
        <a:xfrm rot="16983315">
          <a:off x="622275" y="1274302"/>
          <a:ext cx="1341773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1341773" y="7536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59617" y="1248294"/>
        <a:ext cx="67088" cy="67088"/>
      </dsp:txXfrm>
    </dsp:sp>
    <dsp:sp modelId="{EEF7768E-E42A-B644-A5B5-C3F6BC223797}">
      <dsp:nvSpPr>
        <dsp:cNvPr id="0" name=""/>
        <dsp:cNvSpPr/>
      </dsp:nvSpPr>
      <dsp:spPr>
        <a:xfrm>
          <a:off x="1444708" y="438859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删除用户信息</a:t>
          </a:r>
          <a:endParaRPr lang="zh-CN" sz="1000" kern="1200"/>
        </a:p>
      </dsp:txBody>
      <dsp:txXfrm>
        <a:off x="1455805" y="449956"/>
        <a:ext cx="735540" cy="356673"/>
      </dsp:txXfrm>
    </dsp:sp>
    <dsp:sp modelId="{C569A93D-C3C5-7040-BF4E-2B9EA172AA80}">
      <dsp:nvSpPr>
        <dsp:cNvPr id="0" name=""/>
        <dsp:cNvSpPr/>
      </dsp:nvSpPr>
      <dsp:spPr>
        <a:xfrm rot="19457599">
          <a:off x="2167359" y="511831"/>
          <a:ext cx="373261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373261" y="753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44658" y="510036"/>
        <a:ext cx="18663" cy="18663"/>
      </dsp:txXfrm>
    </dsp:sp>
    <dsp:sp modelId="{474137FE-AF05-EB45-981F-56D49D627405}">
      <dsp:nvSpPr>
        <dsp:cNvPr id="0" name=""/>
        <dsp:cNvSpPr/>
      </dsp:nvSpPr>
      <dsp:spPr>
        <a:xfrm>
          <a:off x="2505536" y="221010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单一删除</a:t>
          </a:r>
          <a:endParaRPr lang="zh-CN" sz="1000" kern="1200"/>
        </a:p>
      </dsp:txBody>
      <dsp:txXfrm>
        <a:off x="2516633" y="232107"/>
        <a:ext cx="735540" cy="356673"/>
      </dsp:txXfrm>
    </dsp:sp>
    <dsp:sp modelId="{E8BA9F3D-AB59-DF4A-89EC-66771CF3DF50}">
      <dsp:nvSpPr>
        <dsp:cNvPr id="0" name=""/>
        <dsp:cNvSpPr/>
      </dsp:nvSpPr>
      <dsp:spPr>
        <a:xfrm rot="2142401">
          <a:off x="2167359" y="729680"/>
          <a:ext cx="373261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373261" y="753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44658" y="727885"/>
        <a:ext cx="18663" cy="18663"/>
      </dsp:txXfrm>
    </dsp:sp>
    <dsp:sp modelId="{5A1BD0DF-183A-DE42-8FF0-054FB4A24BDD}">
      <dsp:nvSpPr>
        <dsp:cNvPr id="0" name=""/>
        <dsp:cNvSpPr/>
      </dsp:nvSpPr>
      <dsp:spPr>
        <a:xfrm>
          <a:off x="2505536" y="656707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 dirty="0"/>
            <a:t>批量删除</a:t>
          </a:r>
          <a:endParaRPr lang="zh-CN" sz="1000" kern="1200" dirty="0"/>
        </a:p>
      </dsp:txBody>
      <dsp:txXfrm>
        <a:off x="2516633" y="667804"/>
        <a:ext cx="735540" cy="356673"/>
      </dsp:txXfrm>
    </dsp:sp>
    <dsp:sp modelId="{0F332613-44E1-2A44-9A3A-3949A48974C1}">
      <dsp:nvSpPr>
        <dsp:cNvPr id="0" name=""/>
        <dsp:cNvSpPr/>
      </dsp:nvSpPr>
      <dsp:spPr>
        <a:xfrm rot="17350740">
          <a:off x="831860" y="1492150"/>
          <a:ext cx="922601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922601" y="7536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70096" y="1476622"/>
        <a:ext cx="46130" cy="46130"/>
      </dsp:txXfrm>
    </dsp:sp>
    <dsp:sp modelId="{E781FEF7-8C30-EE4C-A73F-3D5CBE215F64}">
      <dsp:nvSpPr>
        <dsp:cNvPr id="0" name=""/>
        <dsp:cNvSpPr/>
      </dsp:nvSpPr>
      <dsp:spPr>
        <a:xfrm>
          <a:off x="1444708" y="874556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修改用户信息</a:t>
          </a:r>
          <a:endParaRPr lang="zh-CN" sz="1000" kern="1200"/>
        </a:p>
      </dsp:txBody>
      <dsp:txXfrm>
        <a:off x="1455805" y="885653"/>
        <a:ext cx="735540" cy="356673"/>
      </dsp:txXfrm>
    </dsp:sp>
    <dsp:sp modelId="{D390E400-9996-0843-9172-2FFF63024E4E}">
      <dsp:nvSpPr>
        <dsp:cNvPr id="0" name=""/>
        <dsp:cNvSpPr/>
      </dsp:nvSpPr>
      <dsp:spPr>
        <a:xfrm>
          <a:off x="1141615" y="1927847"/>
          <a:ext cx="303093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303093" y="7536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85584" y="1927807"/>
        <a:ext cx="15154" cy="15154"/>
      </dsp:txXfrm>
    </dsp:sp>
    <dsp:sp modelId="{A87D8FD8-E4AD-7640-A752-D681017172A4}">
      <dsp:nvSpPr>
        <dsp:cNvPr id="0" name=""/>
        <dsp:cNvSpPr/>
      </dsp:nvSpPr>
      <dsp:spPr>
        <a:xfrm>
          <a:off x="1444708" y="1745950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查找用户</a:t>
          </a:r>
          <a:endParaRPr lang="zh-CN" sz="1000" kern="1200"/>
        </a:p>
      </dsp:txBody>
      <dsp:txXfrm>
        <a:off x="1455805" y="1757047"/>
        <a:ext cx="735540" cy="356673"/>
      </dsp:txXfrm>
    </dsp:sp>
    <dsp:sp modelId="{A716E6BC-300A-6148-B725-4B06C554962C}">
      <dsp:nvSpPr>
        <dsp:cNvPr id="0" name=""/>
        <dsp:cNvSpPr/>
      </dsp:nvSpPr>
      <dsp:spPr>
        <a:xfrm rot="17692822">
          <a:off x="1993785" y="1601074"/>
          <a:ext cx="720408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720408" y="753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35979" y="1590601"/>
        <a:ext cx="36020" cy="36020"/>
      </dsp:txXfrm>
    </dsp:sp>
    <dsp:sp modelId="{6ADF9857-36F9-5C45-B73E-CEB2ADA44A61}">
      <dsp:nvSpPr>
        <dsp:cNvPr id="0" name=""/>
        <dsp:cNvSpPr/>
      </dsp:nvSpPr>
      <dsp:spPr>
        <a:xfrm>
          <a:off x="2505536" y="1092405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 dirty="0"/>
            <a:t>按用户名查找</a:t>
          </a:r>
          <a:endParaRPr lang="zh-CN" sz="1000" kern="1200" dirty="0"/>
        </a:p>
      </dsp:txBody>
      <dsp:txXfrm>
        <a:off x="2516633" y="1103502"/>
        <a:ext cx="735540" cy="356673"/>
      </dsp:txXfrm>
    </dsp:sp>
    <dsp:sp modelId="{F44BD4E5-75FA-5B45-93D2-9807A26CCBB5}">
      <dsp:nvSpPr>
        <dsp:cNvPr id="0" name=""/>
        <dsp:cNvSpPr/>
      </dsp:nvSpPr>
      <dsp:spPr>
        <a:xfrm rot="19457599">
          <a:off x="2167359" y="1818923"/>
          <a:ext cx="373261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373261" y="753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44658" y="1817128"/>
        <a:ext cx="18663" cy="18663"/>
      </dsp:txXfrm>
    </dsp:sp>
    <dsp:sp modelId="{A5C36604-B520-A340-99A5-743927A74C4A}">
      <dsp:nvSpPr>
        <dsp:cNvPr id="0" name=""/>
        <dsp:cNvSpPr/>
      </dsp:nvSpPr>
      <dsp:spPr>
        <a:xfrm>
          <a:off x="2505536" y="1528102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按姓名查找</a:t>
          </a:r>
          <a:endParaRPr lang="zh-CN" sz="1000" kern="1200"/>
        </a:p>
      </dsp:txBody>
      <dsp:txXfrm>
        <a:off x="2516633" y="1539199"/>
        <a:ext cx="735540" cy="356673"/>
      </dsp:txXfrm>
    </dsp:sp>
    <dsp:sp modelId="{C90E2A07-B9B1-2C4B-9BFC-31F7D8B9AE9E}">
      <dsp:nvSpPr>
        <dsp:cNvPr id="0" name=""/>
        <dsp:cNvSpPr/>
      </dsp:nvSpPr>
      <dsp:spPr>
        <a:xfrm rot="2142401">
          <a:off x="2167359" y="2036772"/>
          <a:ext cx="373261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373261" y="753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44658" y="2034977"/>
        <a:ext cx="18663" cy="18663"/>
      </dsp:txXfrm>
    </dsp:sp>
    <dsp:sp modelId="{C880F76E-18C4-6247-A19E-A4322C60A455}">
      <dsp:nvSpPr>
        <dsp:cNvPr id="0" name=""/>
        <dsp:cNvSpPr/>
      </dsp:nvSpPr>
      <dsp:spPr>
        <a:xfrm>
          <a:off x="2505536" y="1963799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按手机号查找</a:t>
          </a:r>
          <a:endParaRPr lang="zh-CN" sz="1000" kern="1200"/>
        </a:p>
      </dsp:txBody>
      <dsp:txXfrm>
        <a:off x="2516633" y="1974896"/>
        <a:ext cx="735540" cy="356673"/>
      </dsp:txXfrm>
    </dsp:sp>
    <dsp:sp modelId="{F242F9DC-10E9-0246-9447-0CB90DDBDDE0}">
      <dsp:nvSpPr>
        <dsp:cNvPr id="0" name=""/>
        <dsp:cNvSpPr/>
      </dsp:nvSpPr>
      <dsp:spPr>
        <a:xfrm rot="3907178">
          <a:off x="1993785" y="2254620"/>
          <a:ext cx="720408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720408" y="753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35979" y="2244147"/>
        <a:ext cx="36020" cy="36020"/>
      </dsp:txXfrm>
    </dsp:sp>
    <dsp:sp modelId="{7191265F-A156-304F-B075-0F4D132CBEF7}">
      <dsp:nvSpPr>
        <dsp:cNvPr id="0" name=""/>
        <dsp:cNvSpPr/>
      </dsp:nvSpPr>
      <dsp:spPr>
        <a:xfrm>
          <a:off x="2505536" y="2399496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查看用户信息</a:t>
          </a:r>
          <a:endParaRPr lang="zh-CN" sz="1000" kern="1200"/>
        </a:p>
      </dsp:txBody>
      <dsp:txXfrm>
        <a:off x="2516633" y="2410593"/>
        <a:ext cx="735540" cy="356673"/>
      </dsp:txXfrm>
    </dsp:sp>
    <dsp:sp modelId="{6E12F75D-894F-9346-BD00-6CF627F62A13}">
      <dsp:nvSpPr>
        <dsp:cNvPr id="0" name=""/>
        <dsp:cNvSpPr/>
      </dsp:nvSpPr>
      <dsp:spPr>
        <a:xfrm rot="4808052">
          <a:off x="408687" y="2799242"/>
          <a:ext cx="1768948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1768948" y="7536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248938" y="2762555"/>
        <a:ext cx="88447" cy="88447"/>
      </dsp:txXfrm>
    </dsp:sp>
    <dsp:sp modelId="{8FCD823A-64DE-1A49-9DA2-51225ADA839F}">
      <dsp:nvSpPr>
        <dsp:cNvPr id="0" name=""/>
        <dsp:cNvSpPr/>
      </dsp:nvSpPr>
      <dsp:spPr>
        <a:xfrm>
          <a:off x="1444708" y="3488740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用户排序</a:t>
          </a:r>
          <a:endParaRPr lang="zh-CN" sz="1000" kern="1200"/>
        </a:p>
      </dsp:txBody>
      <dsp:txXfrm>
        <a:off x="1455805" y="3499837"/>
        <a:ext cx="735540" cy="356673"/>
      </dsp:txXfrm>
    </dsp:sp>
    <dsp:sp modelId="{6F5290D7-C428-984F-B6DE-B593E14D26AC}">
      <dsp:nvSpPr>
        <dsp:cNvPr id="0" name=""/>
        <dsp:cNvSpPr/>
      </dsp:nvSpPr>
      <dsp:spPr>
        <a:xfrm rot="17692822">
          <a:off x="1993785" y="3343864"/>
          <a:ext cx="720408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720408" y="753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35979" y="3333390"/>
        <a:ext cx="36020" cy="36020"/>
      </dsp:txXfrm>
    </dsp:sp>
    <dsp:sp modelId="{03620AE5-0957-904F-910E-61EAF7DEDABF}">
      <dsp:nvSpPr>
        <dsp:cNvPr id="0" name=""/>
        <dsp:cNvSpPr/>
      </dsp:nvSpPr>
      <dsp:spPr>
        <a:xfrm>
          <a:off x="2505536" y="2835194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按照用户名排序</a:t>
          </a:r>
          <a:endParaRPr lang="zh-CN" sz="1000" kern="1200"/>
        </a:p>
      </dsp:txBody>
      <dsp:txXfrm>
        <a:off x="2516633" y="2846291"/>
        <a:ext cx="735540" cy="356673"/>
      </dsp:txXfrm>
    </dsp:sp>
    <dsp:sp modelId="{3FFD242B-6C3C-3A4C-88D8-0EBC3DB1AE3D}">
      <dsp:nvSpPr>
        <dsp:cNvPr id="0" name=""/>
        <dsp:cNvSpPr/>
      </dsp:nvSpPr>
      <dsp:spPr>
        <a:xfrm rot="19457599">
          <a:off x="2167359" y="3561712"/>
          <a:ext cx="373261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373261" y="753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44658" y="3559917"/>
        <a:ext cx="18663" cy="18663"/>
      </dsp:txXfrm>
    </dsp:sp>
    <dsp:sp modelId="{8192F9EB-AAED-8B4C-89D8-8FDCD04937C4}">
      <dsp:nvSpPr>
        <dsp:cNvPr id="0" name=""/>
        <dsp:cNvSpPr/>
      </dsp:nvSpPr>
      <dsp:spPr>
        <a:xfrm>
          <a:off x="2505536" y="3270891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按照姓名排序</a:t>
          </a:r>
          <a:endParaRPr lang="zh-CN" sz="1000" kern="1200"/>
        </a:p>
      </dsp:txBody>
      <dsp:txXfrm>
        <a:off x="2516633" y="3281988"/>
        <a:ext cx="735540" cy="356673"/>
      </dsp:txXfrm>
    </dsp:sp>
    <dsp:sp modelId="{3D9861A0-081F-4648-9B16-1A90CA68D70E}">
      <dsp:nvSpPr>
        <dsp:cNvPr id="0" name=""/>
        <dsp:cNvSpPr/>
      </dsp:nvSpPr>
      <dsp:spPr>
        <a:xfrm rot="2142401">
          <a:off x="2167359" y="3779561"/>
          <a:ext cx="373261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373261" y="753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44658" y="3777766"/>
        <a:ext cx="18663" cy="18663"/>
      </dsp:txXfrm>
    </dsp:sp>
    <dsp:sp modelId="{8F763060-8FB5-8D44-B5E3-A611EAAB1C99}">
      <dsp:nvSpPr>
        <dsp:cNvPr id="0" name=""/>
        <dsp:cNvSpPr/>
      </dsp:nvSpPr>
      <dsp:spPr>
        <a:xfrm>
          <a:off x="2505536" y="3706588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按照性别排序</a:t>
          </a:r>
          <a:endParaRPr lang="zh-CN" sz="1000" kern="1200"/>
        </a:p>
      </dsp:txBody>
      <dsp:txXfrm>
        <a:off x="2516633" y="3717685"/>
        <a:ext cx="735540" cy="356673"/>
      </dsp:txXfrm>
    </dsp:sp>
    <dsp:sp modelId="{65F3B22E-23A0-A641-AA51-70E90A0E8DA2}">
      <dsp:nvSpPr>
        <dsp:cNvPr id="0" name=""/>
        <dsp:cNvSpPr/>
      </dsp:nvSpPr>
      <dsp:spPr>
        <a:xfrm rot="3907178">
          <a:off x="1993785" y="3997409"/>
          <a:ext cx="720408" cy="15073"/>
        </a:xfrm>
        <a:custGeom>
          <a:avLst/>
          <a:gdLst/>
          <a:ahLst/>
          <a:cxnLst/>
          <a:rect l="0" t="0" r="0" b="0"/>
          <a:pathLst>
            <a:path>
              <a:moveTo>
                <a:pt x="0" y="7536"/>
              </a:moveTo>
              <a:lnTo>
                <a:pt x="720408" y="753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35979" y="3986936"/>
        <a:ext cx="36020" cy="36020"/>
      </dsp:txXfrm>
    </dsp:sp>
    <dsp:sp modelId="{89F75AD5-9F13-6B4D-A2BE-CA2478C6EA61}">
      <dsp:nvSpPr>
        <dsp:cNvPr id="0" name=""/>
        <dsp:cNvSpPr/>
      </dsp:nvSpPr>
      <dsp:spPr>
        <a:xfrm>
          <a:off x="2505536" y="4142285"/>
          <a:ext cx="757734" cy="37886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按照手机号排序</a:t>
          </a:r>
          <a:endParaRPr lang="zh-CN" sz="1000" kern="1200"/>
        </a:p>
      </dsp:txBody>
      <dsp:txXfrm>
        <a:off x="2516633" y="4153382"/>
        <a:ext cx="735540" cy="3566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65BE5A-5223-8347-AED6-BD6C1E5595EE}">
      <dsp:nvSpPr>
        <dsp:cNvPr id="0" name=""/>
        <dsp:cNvSpPr/>
      </dsp:nvSpPr>
      <dsp:spPr>
        <a:xfrm>
          <a:off x="549065" y="2002316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000" kern="1200" dirty="0"/>
            <a:t>4.</a:t>
          </a:r>
          <a:r>
            <a:rPr kumimoji="1" lang="zh-CN" sz="1000" kern="1200" dirty="0"/>
            <a:t>图书信息管理</a:t>
          </a:r>
          <a:endParaRPr lang="zh-CN" sz="1000" kern="1200" dirty="0"/>
        </a:p>
      </dsp:txBody>
      <dsp:txXfrm>
        <a:off x="559778" y="2013029"/>
        <a:ext cx="710114" cy="344344"/>
      </dsp:txXfrm>
    </dsp:sp>
    <dsp:sp modelId="{34683D4C-E6EC-8E41-97FA-15156AABA363}">
      <dsp:nvSpPr>
        <dsp:cNvPr id="0" name=""/>
        <dsp:cNvSpPr/>
      </dsp:nvSpPr>
      <dsp:spPr>
        <a:xfrm rot="16699915">
          <a:off x="417247" y="1180347"/>
          <a:ext cx="2019333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2019333" y="584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1376430" y="1135708"/>
        <a:ext cx="100966" cy="100966"/>
      </dsp:txXfrm>
    </dsp:sp>
    <dsp:sp modelId="{56771C9D-5AEE-984D-B883-E746AFF1D656}">
      <dsp:nvSpPr>
        <dsp:cNvPr id="0" name=""/>
        <dsp:cNvSpPr/>
      </dsp:nvSpPr>
      <dsp:spPr>
        <a:xfrm>
          <a:off x="1573222" y="4297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 dirty="0"/>
            <a:t>添加图书</a:t>
          </a:r>
          <a:endParaRPr lang="zh-CN" sz="1000" kern="1200" dirty="0"/>
        </a:p>
      </dsp:txBody>
      <dsp:txXfrm>
        <a:off x="1583935" y="15010"/>
        <a:ext cx="710114" cy="344344"/>
      </dsp:txXfrm>
    </dsp:sp>
    <dsp:sp modelId="{37AE8C26-BA78-C640-A9D1-702CC1468160}">
      <dsp:nvSpPr>
        <dsp:cNvPr id="0" name=""/>
        <dsp:cNvSpPr/>
      </dsp:nvSpPr>
      <dsp:spPr>
        <a:xfrm rot="16830559">
          <a:off x="624766" y="1390665"/>
          <a:ext cx="1604295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1604295" y="584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386806" y="1356402"/>
        <a:ext cx="80214" cy="80214"/>
      </dsp:txXfrm>
    </dsp:sp>
    <dsp:sp modelId="{E04C1F86-B721-3D46-9854-3CB9CA71CF1D}">
      <dsp:nvSpPr>
        <dsp:cNvPr id="0" name=""/>
        <dsp:cNvSpPr/>
      </dsp:nvSpPr>
      <dsp:spPr>
        <a:xfrm>
          <a:off x="1573222" y="424932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删除图书信息</a:t>
          </a:r>
          <a:endParaRPr lang="zh-CN" sz="1000" kern="1200"/>
        </a:p>
      </dsp:txBody>
      <dsp:txXfrm>
        <a:off x="1583935" y="435645"/>
        <a:ext cx="710114" cy="344344"/>
      </dsp:txXfrm>
    </dsp:sp>
    <dsp:sp modelId="{4F63574E-228F-4D40-8C38-48E617E0C2CF}">
      <dsp:nvSpPr>
        <dsp:cNvPr id="0" name=""/>
        <dsp:cNvSpPr/>
      </dsp:nvSpPr>
      <dsp:spPr>
        <a:xfrm rot="19457599">
          <a:off x="2270891" y="496814"/>
          <a:ext cx="360357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360357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42061" y="493650"/>
        <a:ext cx="18017" cy="18017"/>
      </dsp:txXfrm>
    </dsp:sp>
    <dsp:sp modelId="{A8DA8D44-F34C-3F40-96A8-E5062BA59CA0}">
      <dsp:nvSpPr>
        <dsp:cNvPr id="0" name=""/>
        <dsp:cNvSpPr/>
      </dsp:nvSpPr>
      <dsp:spPr>
        <a:xfrm>
          <a:off x="2597378" y="214614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单一删除</a:t>
          </a:r>
          <a:endParaRPr lang="zh-CN" sz="1000" kern="1200"/>
        </a:p>
      </dsp:txBody>
      <dsp:txXfrm>
        <a:off x="2608091" y="225327"/>
        <a:ext cx="710114" cy="344344"/>
      </dsp:txXfrm>
    </dsp:sp>
    <dsp:sp modelId="{ACEA5C7D-8542-B842-B8D1-98E4F7023721}">
      <dsp:nvSpPr>
        <dsp:cNvPr id="0" name=""/>
        <dsp:cNvSpPr/>
      </dsp:nvSpPr>
      <dsp:spPr>
        <a:xfrm rot="2142401">
          <a:off x="2270891" y="707132"/>
          <a:ext cx="360357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360357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42061" y="703967"/>
        <a:ext cx="18017" cy="18017"/>
      </dsp:txXfrm>
    </dsp:sp>
    <dsp:sp modelId="{87142E99-6B18-D949-804C-36A81E2C856A}">
      <dsp:nvSpPr>
        <dsp:cNvPr id="0" name=""/>
        <dsp:cNvSpPr/>
      </dsp:nvSpPr>
      <dsp:spPr>
        <a:xfrm>
          <a:off x="2597378" y="635250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批量删除</a:t>
          </a:r>
          <a:endParaRPr lang="zh-CN" sz="1000" kern="1200"/>
        </a:p>
      </dsp:txBody>
      <dsp:txXfrm>
        <a:off x="2608091" y="645963"/>
        <a:ext cx="710114" cy="344344"/>
      </dsp:txXfrm>
    </dsp:sp>
    <dsp:sp modelId="{A37EB65C-C14B-6A46-A787-8CFD0BD0B335}">
      <dsp:nvSpPr>
        <dsp:cNvPr id="0" name=""/>
        <dsp:cNvSpPr/>
      </dsp:nvSpPr>
      <dsp:spPr>
        <a:xfrm rot="17051759">
          <a:off x="830321" y="1600983"/>
          <a:ext cx="1193185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1193185" y="584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397084" y="1576998"/>
        <a:ext cx="59659" cy="59659"/>
      </dsp:txXfrm>
    </dsp:sp>
    <dsp:sp modelId="{7955282E-378D-9B46-B139-23E59552D268}">
      <dsp:nvSpPr>
        <dsp:cNvPr id="0" name=""/>
        <dsp:cNvSpPr/>
      </dsp:nvSpPr>
      <dsp:spPr>
        <a:xfrm>
          <a:off x="1573222" y="845568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 dirty="0"/>
            <a:t>修改图书信息</a:t>
          </a:r>
          <a:endParaRPr lang="zh-CN" sz="1000" kern="1200" dirty="0"/>
        </a:p>
      </dsp:txBody>
      <dsp:txXfrm>
        <a:off x="1583935" y="856281"/>
        <a:ext cx="710114" cy="344344"/>
      </dsp:txXfrm>
    </dsp:sp>
    <dsp:sp modelId="{DB88C80F-6A8B-0C4C-9C8C-FB668E4ECB37}">
      <dsp:nvSpPr>
        <dsp:cNvPr id="0" name=""/>
        <dsp:cNvSpPr/>
      </dsp:nvSpPr>
      <dsp:spPr>
        <a:xfrm rot="18770822">
          <a:off x="1211769" y="2021618"/>
          <a:ext cx="430290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430290" y="584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416156" y="2016706"/>
        <a:ext cx="21514" cy="21514"/>
      </dsp:txXfrm>
    </dsp:sp>
    <dsp:sp modelId="{A85FA937-1690-2741-9CAF-EC59FB0758D0}">
      <dsp:nvSpPr>
        <dsp:cNvPr id="0" name=""/>
        <dsp:cNvSpPr/>
      </dsp:nvSpPr>
      <dsp:spPr>
        <a:xfrm>
          <a:off x="1573222" y="1686840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查找图书</a:t>
          </a:r>
          <a:endParaRPr lang="zh-CN" sz="1000" kern="1200"/>
        </a:p>
      </dsp:txBody>
      <dsp:txXfrm>
        <a:off x="1583935" y="1697553"/>
        <a:ext cx="710114" cy="344344"/>
      </dsp:txXfrm>
    </dsp:sp>
    <dsp:sp modelId="{7A42DCC2-1B96-814F-89BE-584630CCD76E}">
      <dsp:nvSpPr>
        <dsp:cNvPr id="0" name=""/>
        <dsp:cNvSpPr/>
      </dsp:nvSpPr>
      <dsp:spPr>
        <a:xfrm rot="17692822">
          <a:off x="2103318" y="1548403"/>
          <a:ext cx="695504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695504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33683" y="1536860"/>
        <a:ext cx="34775" cy="34775"/>
      </dsp:txXfrm>
    </dsp:sp>
    <dsp:sp modelId="{87B5E9D2-6ED4-B24D-9E4D-C42B4A6615F7}">
      <dsp:nvSpPr>
        <dsp:cNvPr id="0" name=""/>
        <dsp:cNvSpPr/>
      </dsp:nvSpPr>
      <dsp:spPr>
        <a:xfrm>
          <a:off x="2597378" y="1055886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按图书名查找</a:t>
          </a:r>
          <a:endParaRPr lang="zh-CN" sz="1000" kern="1200"/>
        </a:p>
      </dsp:txBody>
      <dsp:txXfrm>
        <a:off x="2608091" y="1066599"/>
        <a:ext cx="710114" cy="344344"/>
      </dsp:txXfrm>
    </dsp:sp>
    <dsp:sp modelId="{E14C0AC2-27DF-1A4D-AA96-EFFB4C0EEEFB}">
      <dsp:nvSpPr>
        <dsp:cNvPr id="0" name=""/>
        <dsp:cNvSpPr/>
      </dsp:nvSpPr>
      <dsp:spPr>
        <a:xfrm rot="19457599">
          <a:off x="2270891" y="1758721"/>
          <a:ext cx="360357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360357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42061" y="1755557"/>
        <a:ext cx="18017" cy="18017"/>
      </dsp:txXfrm>
    </dsp:sp>
    <dsp:sp modelId="{57F184C7-18F0-D749-89CC-5262251ED679}">
      <dsp:nvSpPr>
        <dsp:cNvPr id="0" name=""/>
        <dsp:cNvSpPr/>
      </dsp:nvSpPr>
      <dsp:spPr>
        <a:xfrm>
          <a:off x="2597378" y="1476522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按作者查找</a:t>
          </a:r>
          <a:endParaRPr lang="zh-CN" sz="1000" kern="1200"/>
        </a:p>
      </dsp:txBody>
      <dsp:txXfrm>
        <a:off x="2608091" y="1487235"/>
        <a:ext cx="710114" cy="344344"/>
      </dsp:txXfrm>
    </dsp:sp>
    <dsp:sp modelId="{733F282B-87D6-9242-BEB6-1F5DC6BA2316}">
      <dsp:nvSpPr>
        <dsp:cNvPr id="0" name=""/>
        <dsp:cNvSpPr/>
      </dsp:nvSpPr>
      <dsp:spPr>
        <a:xfrm rot="2142401">
          <a:off x="2270891" y="1969039"/>
          <a:ext cx="360357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360357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42061" y="1965875"/>
        <a:ext cx="18017" cy="18017"/>
      </dsp:txXfrm>
    </dsp:sp>
    <dsp:sp modelId="{AA80752F-7094-BA4B-9CF5-05670109035D}">
      <dsp:nvSpPr>
        <dsp:cNvPr id="0" name=""/>
        <dsp:cNvSpPr/>
      </dsp:nvSpPr>
      <dsp:spPr>
        <a:xfrm>
          <a:off x="2597378" y="1897157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按出版社查找</a:t>
          </a:r>
          <a:endParaRPr lang="zh-CN" sz="1000" kern="1200"/>
        </a:p>
      </dsp:txBody>
      <dsp:txXfrm>
        <a:off x="2608091" y="1907870"/>
        <a:ext cx="710114" cy="344344"/>
      </dsp:txXfrm>
    </dsp:sp>
    <dsp:sp modelId="{7F96796C-C07D-BF4F-8E58-C16353D3F824}">
      <dsp:nvSpPr>
        <dsp:cNvPr id="0" name=""/>
        <dsp:cNvSpPr/>
      </dsp:nvSpPr>
      <dsp:spPr>
        <a:xfrm rot="3907178">
          <a:off x="2103318" y="2179357"/>
          <a:ext cx="695504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695504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33683" y="2167814"/>
        <a:ext cx="34775" cy="34775"/>
      </dsp:txXfrm>
    </dsp:sp>
    <dsp:sp modelId="{630C70C2-98BA-4C43-BBF3-90012627F390}">
      <dsp:nvSpPr>
        <dsp:cNvPr id="0" name=""/>
        <dsp:cNvSpPr/>
      </dsp:nvSpPr>
      <dsp:spPr>
        <a:xfrm>
          <a:off x="2597378" y="2317793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查看图书信息</a:t>
          </a:r>
          <a:endParaRPr lang="zh-CN" sz="1000" kern="1200"/>
        </a:p>
      </dsp:txBody>
      <dsp:txXfrm>
        <a:off x="2608091" y="2328506"/>
        <a:ext cx="710114" cy="344344"/>
      </dsp:txXfrm>
    </dsp:sp>
    <dsp:sp modelId="{755BBBFA-A412-C447-A480-981168CAC6AE}">
      <dsp:nvSpPr>
        <dsp:cNvPr id="0" name=""/>
        <dsp:cNvSpPr/>
      </dsp:nvSpPr>
      <dsp:spPr>
        <a:xfrm rot="1186030">
          <a:off x="1271445" y="2231936"/>
          <a:ext cx="310938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310938" y="584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419140" y="2230007"/>
        <a:ext cx="15546" cy="15546"/>
      </dsp:txXfrm>
    </dsp:sp>
    <dsp:sp modelId="{FA77436F-D761-F34A-ADC6-CCE7D8E18220}">
      <dsp:nvSpPr>
        <dsp:cNvPr id="0" name=""/>
        <dsp:cNvSpPr/>
      </dsp:nvSpPr>
      <dsp:spPr>
        <a:xfrm>
          <a:off x="1573222" y="2107475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查看图书评论信息</a:t>
          </a:r>
          <a:endParaRPr lang="zh-CN" sz="1000" kern="1200"/>
        </a:p>
      </dsp:txBody>
      <dsp:txXfrm>
        <a:off x="1583935" y="2118188"/>
        <a:ext cx="710114" cy="344344"/>
      </dsp:txXfrm>
    </dsp:sp>
    <dsp:sp modelId="{E9562403-7DFF-6346-96AF-A9B09E093267}">
      <dsp:nvSpPr>
        <dsp:cNvPr id="0" name=""/>
        <dsp:cNvSpPr/>
      </dsp:nvSpPr>
      <dsp:spPr>
        <a:xfrm rot="4900085">
          <a:off x="417247" y="3178367"/>
          <a:ext cx="2019333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2019333" y="584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1376430" y="3133728"/>
        <a:ext cx="100966" cy="100966"/>
      </dsp:txXfrm>
    </dsp:sp>
    <dsp:sp modelId="{3594A93A-325F-EA4E-8C01-0D5FAD6E713A}">
      <dsp:nvSpPr>
        <dsp:cNvPr id="0" name=""/>
        <dsp:cNvSpPr/>
      </dsp:nvSpPr>
      <dsp:spPr>
        <a:xfrm>
          <a:off x="1573222" y="4000336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图书排序</a:t>
          </a:r>
          <a:endParaRPr lang="zh-CN" sz="1000" kern="1200"/>
        </a:p>
      </dsp:txBody>
      <dsp:txXfrm>
        <a:off x="1583935" y="4011049"/>
        <a:ext cx="710114" cy="344344"/>
      </dsp:txXfrm>
    </dsp:sp>
    <dsp:sp modelId="{FE85B7EA-C9C4-AB46-A6D8-AEB75D80B171}">
      <dsp:nvSpPr>
        <dsp:cNvPr id="0" name=""/>
        <dsp:cNvSpPr/>
      </dsp:nvSpPr>
      <dsp:spPr>
        <a:xfrm rot="16983315">
          <a:off x="1803376" y="3546423"/>
          <a:ext cx="1295389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1295389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18686" y="3519883"/>
        <a:ext cx="64769" cy="64769"/>
      </dsp:txXfrm>
    </dsp:sp>
    <dsp:sp modelId="{68599FE8-8349-3B43-8536-FD9C85674484}">
      <dsp:nvSpPr>
        <dsp:cNvPr id="0" name=""/>
        <dsp:cNvSpPr/>
      </dsp:nvSpPr>
      <dsp:spPr>
        <a:xfrm>
          <a:off x="2597378" y="2738429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按照图书名排序</a:t>
          </a:r>
          <a:endParaRPr lang="zh-CN" sz="1000" kern="1200"/>
        </a:p>
      </dsp:txBody>
      <dsp:txXfrm>
        <a:off x="2608091" y="2749142"/>
        <a:ext cx="710114" cy="344344"/>
      </dsp:txXfrm>
    </dsp:sp>
    <dsp:sp modelId="{DD118BE2-0DF1-0F40-86AF-F0A6CB265025}">
      <dsp:nvSpPr>
        <dsp:cNvPr id="0" name=""/>
        <dsp:cNvSpPr/>
      </dsp:nvSpPr>
      <dsp:spPr>
        <a:xfrm rot="17350740">
          <a:off x="2005716" y="3756741"/>
          <a:ext cx="890708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890708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28803" y="3740318"/>
        <a:ext cx="44535" cy="44535"/>
      </dsp:txXfrm>
    </dsp:sp>
    <dsp:sp modelId="{F2A235D8-FCA4-1949-9803-47404477A6FE}">
      <dsp:nvSpPr>
        <dsp:cNvPr id="0" name=""/>
        <dsp:cNvSpPr/>
      </dsp:nvSpPr>
      <dsp:spPr>
        <a:xfrm>
          <a:off x="2597378" y="3159065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按照图书分类排序</a:t>
          </a:r>
          <a:endParaRPr lang="zh-CN" sz="1000" kern="1200"/>
        </a:p>
      </dsp:txBody>
      <dsp:txXfrm>
        <a:off x="2608091" y="3169778"/>
        <a:ext cx="710114" cy="344344"/>
      </dsp:txXfrm>
    </dsp:sp>
    <dsp:sp modelId="{3AC11C1A-8B23-9F44-84A4-8D95B566A4ED}">
      <dsp:nvSpPr>
        <dsp:cNvPr id="0" name=""/>
        <dsp:cNvSpPr/>
      </dsp:nvSpPr>
      <dsp:spPr>
        <a:xfrm rot="18289469">
          <a:off x="2194868" y="3967059"/>
          <a:ext cx="512404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512404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38260" y="3960093"/>
        <a:ext cx="25620" cy="25620"/>
      </dsp:txXfrm>
    </dsp:sp>
    <dsp:sp modelId="{BA28A616-A65B-EC41-9478-36A4EE50F60E}">
      <dsp:nvSpPr>
        <dsp:cNvPr id="0" name=""/>
        <dsp:cNvSpPr/>
      </dsp:nvSpPr>
      <dsp:spPr>
        <a:xfrm>
          <a:off x="2597378" y="3579700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按照作者排序</a:t>
          </a:r>
          <a:endParaRPr lang="zh-CN" sz="1000" kern="1200"/>
        </a:p>
      </dsp:txBody>
      <dsp:txXfrm>
        <a:off x="2608091" y="3590413"/>
        <a:ext cx="710114" cy="344344"/>
      </dsp:txXfrm>
    </dsp:sp>
    <dsp:sp modelId="{8547682C-B1AD-FF4F-AD3F-B045EEE8FB8F}">
      <dsp:nvSpPr>
        <dsp:cNvPr id="0" name=""/>
        <dsp:cNvSpPr/>
      </dsp:nvSpPr>
      <dsp:spPr>
        <a:xfrm>
          <a:off x="2304762" y="4177376"/>
          <a:ext cx="292616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292616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43755" y="4175906"/>
        <a:ext cx="14630" cy="14630"/>
      </dsp:txXfrm>
    </dsp:sp>
    <dsp:sp modelId="{A8F96A19-9C49-0541-B721-94CE715AAA6A}">
      <dsp:nvSpPr>
        <dsp:cNvPr id="0" name=""/>
        <dsp:cNvSpPr/>
      </dsp:nvSpPr>
      <dsp:spPr>
        <a:xfrm>
          <a:off x="2597378" y="4000336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按照出版社排序</a:t>
          </a:r>
          <a:endParaRPr lang="zh-CN" sz="1000" kern="1200"/>
        </a:p>
      </dsp:txBody>
      <dsp:txXfrm>
        <a:off x="2608091" y="4011049"/>
        <a:ext cx="710114" cy="344344"/>
      </dsp:txXfrm>
    </dsp:sp>
    <dsp:sp modelId="{E770EFF8-80A3-A446-9EFE-FB6B4038B1C2}">
      <dsp:nvSpPr>
        <dsp:cNvPr id="0" name=""/>
        <dsp:cNvSpPr/>
      </dsp:nvSpPr>
      <dsp:spPr>
        <a:xfrm rot="3310531">
          <a:off x="2194868" y="4387694"/>
          <a:ext cx="512404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512404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38260" y="4380729"/>
        <a:ext cx="25620" cy="25620"/>
      </dsp:txXfrm>
    </dsp:sp>
    <dsp:sp modelId="{A984E323-9D4A-A14D-B68D-F9CF7EB6E909}">
      <dsp:nvSpPr>
        <dsp:cNvPr id="0" name=""/>
        <dsp:cNvSpPr/>
      </dsp:nvSpPr>
      <dsp:spPr>
        <a:xfrm>
          <a:off x="2597378" y="4420972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按照价格排序</a:t>
          </a:r>
          <a:endParaRPr lang="zh-CN" sz="1000" kern="1200"/>
        </a:p>
      </dsp:txBody>
      <dsp:txXfrm>
        <a:off x="2608091" y="4431685"/>
        <a:ext cx="710114" cy="344344"/>
      </dsp:txXfrm>
    </dsp:sp>
    <dsp:sp modelId="{35AD89C0-A513-A840-A2D9-D70539D863CC}">
      <dsp:nvSpPr>
        <dsp:cNvPr id="0" name=""/>
        <dsp:cNvSpPr/>
      </dsp:nvSpPr>
      <dsp:spPr>
        <a:xfrm rot="4249260">
          <a:off x="2005716" y="4598012"/>
          <a:ext cx="890708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890708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28803" y="4581589"/>
        <a:ext cx="44535" cy="44535"/>
      </dsp:txXfrm>
    </dsp:sp>
    <dsp:sp modelId="{3D44F293-3ECF-D640-B249-8CFC59823C2E}">
      <dsp:nvSpPr>
        <dsp:cNvPr id="0" name=""/>
        <dsp:cNvSpPr/>
      </dsp:nvSpPr>
      <dsp:spPr>
        <a:xfrm>
          <a:off x="2597378" y="4841607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按照单限排序</a:t>
          </a:r>
          <a:endParaRPr lang="zh-CN" sz="1000" kern="1200"/>
        </a:p>
      </dsp:txBody>
      <dsp:txXfrm>
        <a:off x="2608091" y="4852320"/>
        <a:ext cx="710114" cy="344344"/>
      </dsp:txXfrm>
    </dsp:sp>
    <dsp:sp modelId="{F4FD2414-5713-9F40-A3B3-847AB513CE18}">
      <dsp:nvSpPr>
        <dsp:cNvPr id="0" name=""/>
        <dsp:cNvSpPr/>
      </dsp:nvSpPr>
      <dsp:spPr>
        <a:xfrm rot="4616685">
          <a:off x="1803376" y="4808330"/>
          <a:ext cx="1295389" cy="11689"/>
        </a:xfrm>
        <a:custGeom>
          <a:avLst/>
          <a:gdLst/>
          <a:ahLst/>
          <a:cxnLst/>
          <a:rect l="0" t="0" r="0" b="0"/>
          <a:pathLst>
            <a:path>
              <a:moveTo>
                <a:pt x="0" y="5844"/>
              </a:moveTo>
              <a:lnTo>
                <a:pt x="1295389" y="58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418686" y="4781790"/>
        <a:ext cx="64769" cy="64769"/>
      </dsp:txXfrm>
    </dsp:sp>
    <dsp:sp modelId="{AEAE496E-425B-A647-B2CD-1A07C6677C9E}">
      <dsp:nvSpPr>
        <dsp:cNvPr id="0" name=""/>
        <dsp:cNvSpPr/>
      </dsp:nvSpPr>
      <dsp:spPr>
        <a:xfrm>
          <a:off x="2597378" y="5262243"/>
          <a:ext cx="731540" cy="3657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000" kern="1200"/>
            <a:t>按照库存排序</a:t>
          </a:r>
          <a:endParaRPr lang="zh-CN" sz="1000" kern="1200"/>
        </a:p>
      </dsp:txBody>
      <dsp:txXfrm>
        <a:off x="2608091" y="5272956"/>
        <a:ext cx="710114" cy="3443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8A4D25-0748-D847-B26C-77A1FFD47D31}">
      <dsp:nvSpPr>
        <dsp:cNvPr id="0" name=""/>
        <dsp:cNvSpPr/>
      </dsp:nvSpPr>
      <dsp:spPr>
        <a:xfrm>
          <a:off x="22529" y="1132153"/>
          <a:ext cx="1124289" cy="5621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600" kern="1200" dirty="0"/>
            <a:t>3.</a:t>
          </a:r>
          <a:r>
            <a:rPr kumimoji="1" lang="zh-CN" sz="1600" kern="1200" dirty="0"/>
            <a:t>图书分类管理</a:t>
          </a:r>
          <a:endParaRPr lang="zh-CN" sz="1600" kern="1200" dirty="0"/>
        </a:p>
      </dsp:txBody>
      <dsp:txXfrm>
        <a:off x="38994" y="1148618"/>
        <a:ext cx="1091359" cy="529214"/>
      </dsp:txXfrm>
    </dsp:sp>
    <dsp:sp modelId="{5E3E2974-995A-3045-A280-2646D37CFFB2}">
      <dsp:nvSpPr>
        <dsp:cNvPr id="0" name=""/>
        <dsp:cNvSpPr/>
      </dsp:nvSpPr>
      <dsp:spPr>
        <a:xfrm rot="17500715">
          <a:off x="762964" y="832999"/>
          <a:ext cx="1217423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1217423" y="1456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341240" y="817131"/>
        <a:ext cx="60871" cy="60871"/>
      </dsp:txXfrm>
    </dsp:sp>
    <dsp:sp modelId="{BF2F5C2D-BFA0-6B48-87CE-3D75D3D8C2C8}">
      <dsp:nvSpPr>
        <dsp:cNvPr id="0" name=""/>
        <dsp:cNvSpPr/>
      </dsp:nvSpPr>
      <dsp:spPr>
        <a:xfrm>
          <a:off x="1596533" y="837"/>
          <a:ext cx="1124289" cy="5621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600" kern="1200"/>
            <a:t>新增图书分类</a:t>
          </a:r>
          <a:endParaRPr lang="zh-CN" sz="1600" kern="1200"/>
        </a:p>
      </dsp:txBody>
      <dsp:txXfrm>
        <a:off x="1612998" y="17302"/>
        <a:ext cx="1091359" cy="529214"/>
      </dsp:txXfrm>
    </dsp:sp>
    <dsp:sp modelId="{369A0D91-364C-0546-89EB-0EBC73A6490C}">
      <dsp:nvSpPr>
        <dsp:cNvPr id="0" name=""/>
        <dsp:cNvSpPr/>
      </dsp:nvSpPr>
      <dsp:spPr>
        <a:xfrm rot="18770822">
          <a:off x="1041024" y="1156232"/>
          <a:ext cx="661304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661304" y="1456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355143" y="1154267"/>
        <a:ext cx="33065" cy="33065"/>
      </dsp:txXfrm>
    </dsp:sp>
    <dsp:sp modelId="{DEE00C1E-1349-FF4D-8319-03E4C45BEADB}">
      <dsp:nvSpPr>
        <dsp:cNvPr id="0" name=""/>
        <dsp:cNvSpPr/>
      </dsp:nvSpPr>
      <dsp:spPr>
        <a:xfrm>
          <a:off x="1596533" y="647303"/>
          <a:ext cx="1124289" cy="5621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600" kern="1200"/>
            <a:t>删除图书分类</a:t>
          </a:r>
          <a:endParaRPr lang="zh-CN" sz="1600" kern="1200"/>
        </a:p>
      </dsp:txBody>
      <dsp:txXfrm>
        <a:off x="1612998" y="663768"/>
        <a:ext cx="1091359" cy="529214"/>
      </dsp:txXfrm>
    </dsp:sp>
    <dsp:sp modelId="{5FFC3A97-AEE5-1543-AFFD-1CE32F120C8E}">
      <dsp:nvSpPr>
        <dsp:cNvPr id="0" name=""/>
        <dsp:cNvSpPr/>
      </dsp:nvSpPr>
      <dsp:spPr>
        <a:xfrm rot="19457599">
          <a:off x="2668767" y="752191"/>
          <a:ext cx="553826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553826" y="145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931835" y="752913"/>
        <a:ext cx="27691" cy="27691"/>
      </dsp:txXfrm>
    </dsp:sp>
    <dsp:sp modelId="{F1E33B78-5A5B-9F45-BA25-337E4FA9286C}">
      <dsp:nvSpPr>
        <dsp:cNvPr id="0" name=""/>
        <dsp:cNvSpPr/>
      </dsp:nvSpPr>
      <dsp:spPr>
        <a:xfrm>
          <a:off x="3170538" y="324070"/>
          <a:ext cx="1124289" cy="5621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600" kern="1200"/>
            <a:t>单一删除</a:t>
          </a:r>
          <a:endParaRPr lang="zh-CN" sz="1600" kern="1200"/>
        </a:p>
      </dsp:txBody>
      <dsp:txXfrm>
        <a:off x="3187003" y="340535"/>
        <a:ext cx="1091359" cy="529214"/>
      </dsp:txXfrm>
    </dsp:sp>
    <dsp:sp modelId="{1A85A1CB-53D4-A545-A8E0-8652313A682B}">
      <dsp:nvSpPr>
        <dsp:cNvPr id="0" name=""/>
        <dsp:cNvSpPr/>
      </dsp:nvSpPr>
      <dsp:spPr>
        <a:xfrm rot="2142401">
          <a:off x="2668767" y="1075424"/>
          <a:ext cx="553826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553826" y="145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931835" y="1076146"/>
        <a:ext cx="27691" cy="27691"/>
      </dsp:txXfrm>
    </dsp:sp>
    <dsp:sp modelId="{C7BBC066-F2CE-094E-97AA-3E4764DF0CD3}">
      <dsp:nvSpPr>
        <dsp:cNvPr id="0" name=""/>
        <dsp:cNvSpPr/>
      </dsp:nvSpPr>
      <dsp:spPr>
        <a:xfrm>
          <a:off x="3170538" y="970536"/>
          <a:ext cx="1124289" cy="5621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600" kern="1200"/>
            <a:t>批量删除</a:t>
          </a:r>
          <a:endParaRPr lang="zh-CN" sz="1600" kern="1200"/>
        </a:p>
      </dsp:txBody>
      <dsp:txXfrm>
        <a:off x="3187003" y="987001"/>
        <a:ext cx="1091359" cy="529214"/>
      </dsp:txXfrm>
    </dsp:sp>
    <dsp:sp modelId="{3E99DA98-E042-ED42-82BA-2882497EA479}">
      <dsp:nvSpPr>
        <dsp:cNvPr id="0" name=""/>
        <dsp:cNvSpPr/>
      </dsp:nvSpPr>
      <dsp:spPr>
        <a:xfrm rot="1186030">
          <a:off x="1132738" y="1479465"/>
          <a:ext cx="477874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477874" y="1456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359729" y="1482086"/>
        <a:ext cx="23893" cy="23893"/>
      </dsp:txXfrm>
    </dsp:sp>
    <dsp:sp modelId="{678EFCCD-BC82-E94A-B691-06E0EA4191B8}">
      <dsp:nvSpPr>
        <dsp:cNvPr id="0" name=""/>
        <dsp:cNvSpPr/>
      </dsp:nvSpPr>
      <dsp:spPr>
        <a:xfrm>
          <a:off x="1596533" y="1293769"/>
          <a:ext cx="1124289" cy="5621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600" kern="1200"/>
            <a:t>修改图书分类</a:t>
          </a:r>
          <a:endParaRPr lang="zh-CN" sz="1600" kern="1200"/>
        </a:p>
      </dsp:txBody>
      <dsp:txXfrm>
        <a:off x="1612998" y="1310234"/>
        <a:ext cx="1091359" cy="529214"/>
      </dsp:txXfrm>
    </dsp:sp>
    <dsp:sp modelId="{484A075C-CE67-9C46-B0F6-5F65C8203294}">
      <dsp:nvSpPr>
        <dsp:cNvPr id="0" name=""/>
        <dsp:cNvSpPr/>
      </dsp:nvSpPr>
      <dsp:spPr>
        <a:xfrm rot="4099285">
          <a:off x="762964" y="1964315"/>
          <a:ext cx="1217423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1217423" y="1456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341240" y="1948447"/>
        <a:ext cx="60871" cy="60871"/>
      </dsp:txXfrm>
    </dsp:sp>
    <dsp:sp modelId="{8B7DF7B4-0CEA-E844-8F60-EB232DA9173F}">
      <dsp:nvSpPr>
        <dsp:cNvPr id="0" name=""/>
        <dsp:cNvSpPr/>
      </dsp:nvSpPr>
      <dsp:spPr>
        <a:xfrm>
          <a:off x="1596533" y="2263468"/>
          <a:ext cx="1124289" cy="5621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600" kern="1200"/>
            <a:t>查找图书分类</a:t>
          </a:r>
          <a:endParaRPr lang="zh-CN" sz="1600" kern="1200"/>
        </a:p>
      </dsp:txBody>
      <dsp:txXfrm>
        <a:off x="1612998" y="2279933"/>
        <a:ext cx="1091359" cy="529214"/>
      </dsp:txXfrm>
    </dsp:sp>
    <dsp:sp modelId="{B6887653-ECDE-664A-94D3-E8BA18D35530}">
      <dsp:nvSpPr>
        <dsp:cNvPr id="0" name=""/>
        <dsp:cNvSpPr/>
      </dsp:nvSpPr>
      <dsp:spPr>
        <a:xfrm rot="18289469">
          <a:off x="2551928" y="2206740"/>
          <a:ext cx="787504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787504" y="145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925993" y="2201620"/>
        <a:ext cx="39375" cy="39375"/>
      </dsp:txXfrm>
    </dsp:sp>
    <dsp:sp modelId="{C8D87611-6C0B-2F44-B505-1EEECFC15298}">
      <dsp:nvSpPr>
        <dsp:cNvPr id="0" name=""/>
        <dsp:cNvSpPr/>
      </dsp:nvSpPr>
      <dsp:spPr>
        <a:xfrm>
          <a:off x="3170538" y="1617002"/>
          <a:ext cx="1124289" cy="5621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600" kern="1200"/>
            <a:t>图书分类排序</a:t>
          </a:r>
          <a:endParaRPr lang="zh-CN" sz="1600" kern="1200"/>
        </a:p>
      </dsp:txBody>
      <dsp:txXfrm>
        <a:off x="3187003" y="1633467"/>
        <a:ext cx="1091359" cy="529214"/>
      </dsp:txXfrm>
    </dsp:sp>
    <dsp:sp modelId="{1826C3A2-B33B-BF4F-8127-5F13C970A568}">
      <dsp:nvSpPr>
        <dsp:cNvPr id="0" name=""/>
        <dsp:cNvSpPr/>
      </dsp:nvSpPr>
      <dsp:spPr>
        <a:xfrm>
          <a:off x="2720823" y="2529973"/>
          <a:ext cx="449715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449715" y="145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934437" y="2533298"/>
        <a:ext cx="22485" cy="22485"/>
      </dsp:txXfrm>
    </dsp:sp>
    <dsp:sp modelId="{1ADC968B-128F-C24B-8C9D-7AFA454B5CA1}">
      <dsp:nvSpPr>
        <dsp:cNvPr id="0" name=""/>
        <dsp:cNvSpPr/>
      </dsp:nvSpPr>
      <dsp:spPr>
        <a:xfrm>
          <a:off x="3170538" y="2263468"/>
          <a:ext cx="1124289" cy="5621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600" kern="1200"/>
            <a:t>按照字典序升序</a:t>
          </a:r>
          <a:endParaRPr lang="zh-CN" sz="1600" kern="1200"/>
        </a:p>
      </dsp:txBody>
      <dsp:txXfrm>
        <a:off x="3187003" y="2279933"/>
        <a:ext cx="1091359" cy="529214"/>
      </dsp:txXfrm>
    </dsp:sp>
    <dsp:sp modelId="{D2BEDB92-40B9-604C-A2C3-F2393894DC92}">
      <dsp:nvSpPr>
        <dsp:cNvPr id="0" name=""/>
        <dsp:cNvSpPr/>
      </dsp:nvSpPr>
      <dsp:spPr>
        <a:xfrm rot="3310531">
          <a:off x="2551928" y="2853206"/>
          <a:ext cx="787504" cy="29135"/>
        </a:xfrm>
        <a:custGeom>
          <a:avLst/>
          <a:gdLst/>
          <a:ahLst/>
          <a:cxnLst/>
          <a:rect l="0" t="0" r="0" b="0"/>
          <a:pathLst>
            <a:path>
              <a:moveTo>
                <a:pt x="0" y="14567"/>
              </a:moveTo>
              <a:lnTo>
                <a:pt x="787504" y="145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925993" y="2848086"/>
        <a:ext cx="39375" cy="39375"/>
      </dsp:txXfrm>
    </dsp:sp>
    <dsp:sp modelId="{98226B3A-A583-AB4C-B3CB-E90E28A793BB}">
      <dsp:nvSpPr>
        <dsp:cNvPr id="0" name=""/>
        <dsp:cNvSpPr/>
      </dsp:nvSpPr>
      <dsp:spPr>
        <a:xfrm>
          <a:off x="3170538" y="2909935"/>
          <a:ext cx="1124289" cy="5621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600" kern="1200"/>
            <a:t>按照字典序降序</a:t>
          </a:r>
          <a:endParaRPr lang="zh-CN" sz="1600" kern="1200"/>
        </a:p>
      </dsp:txBody>
      <dsp:txXfrm>
        <a:off x="3187003" y="2926400"/>
        <a:ext cx="1091359" cy="5292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14326-8C20-2D49-838D-270B459FF572}">
      <dsp:nvSpPr>
        <dsp:cNvPr id="0" name=""/>
        <dsp:cNvSpPr/>
      </dsp:nvSpPr>
      <dsp:spPr>
        <a:xfrm>
          <a:off x="610623" y="1340766"/>
          <a:ext cx="1165052" cy="5825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500" kern="1200" dirty="0"/>
            <a:t>5.</a:t>
          </a:r>
          <a:r>
            <a:rPr kumimoji="1" lang="zh-CN" altLang="en-US" sz="1500" kern="1200" dirty="0"/>
            <a:t>网上</a:t>
          </a:r>
          <a:r>
            <a:rPr kumimoji="1" lang="zh-CN" sz="1500" kern="1200" dirty="0"/>
            <a:t>图书销售系统管理</a:t>
          </a:r>
          <a:endParaRPr lang="zh-CN" sz="1500" kern="1200" dirty="0"/>
        </a:p>
      </dsp:txBody>
      <dsp:txXfrm>
        <a:off x="627685" y="1357828"/>
        <a:ext cx="1130928" cy="548402"/>
      </dsp:txXfrm>
    </dsp:sp>
    <dsp:sp modelId="{5DBC1288-8AD9-FE4C-AE8E-FB4E8E5B1010}">
      <dsp:nvSpPr>
        <dsp:cNvPr id="0" name=""/>
        <dsp:cNvSpPr/>
      </dsp:nvSpPr>
      <dsp:spPr>
        <a:xfrm rot="17350740">
          <a:off x="1299414" y="946062"/>
          <a:ext cx="1418543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18543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973222" y="926660"/>
        <a:ext cx="70927" cy="70927"/>
      </dsp:txXfrm>
    </dsp:sp>
    <dsp:sp modelId="{86BD483F-B5E8-1248-914D-D0A49DCACD34}">
      <dsp:nvSpPr>
        <dsp:cNvPr id="0" name=""/>
        <dsp:cNvSpPr/>
      </dsp:nvSpPr>
      <dsp:spPr>
        <a:xfrm>
          <a:off x="2241696" y="956"/>
          <a:ext cx="1165052" cy="5825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/>
            <a:t>新增图书资讯</a:t>
          </a:r>
          <a:endParaRPr lang="zh-CN" sz="1500" kern="1200"/>
        </a:p>
      </dsp:txBody>
      <dsp:txXfrm>
        <a:off x="2258758" y="18018"/>
        <a:ext cx="1130928" cy="548402"/>
      </dsp:txXfrm>
    </dsp:sp>
    <dsp:sp modelId="{F85D6D47-DF57-F847-A73B-40AF7326C2DA}">
      <dsp:nvSpPr>
        <dsp:cNvPr id="0" name=""/>
        <dsp:cNvSpPr/>
      </dsp:nvSpPr>
      <dsp:spPr>
        <a:xfrm rot="18289469">
          <a:off x="1600658" y="1281014"/>
          <a:ext cx="81605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816056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988284" y="1276675"/>
        <a:ext cx="40802" cy="40802"/>
      </dsp:txXfrm>
    </dsp:sp>
    <dsp:sp modelId="{999A03E7-404F-B545-A171-2BD1461F2C24}">
      <dsp:nvSpPr>
        <dsp:cNvPr id="0" name=""/>
        <dsp:cNvSpPr/>
      </dsp:nvSpPr>
      <dsp:spPr>
        <a:xfrm>
          <a:off x="2241696" y="670861"/>
          <a:ext cx="1165052" cy="5825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/>
            <a:t>删除图书资讯</a:t>
          </a:r>
          <a:endParaRPr lang="zh-CN" sz="1500" kern="1200"/>
        </a:p>
      </dsp:txBody>
      <dsp:txXfrm>
        <a:off x="2258758" y="687923"/>
        <a:ext cx="1130928" cy="548402"/>
      </dsp:txXfrm>
    </dsp:sp>
    <dsp:sp modelId="{79F10241-2D81-FA4E-A390-7731380E3309}">
      <dsp:nvSpPr>
        <dsp:cNvPr id="0" name=""/>
        <dsp:cNvSpPr/>
      </dsp:nvSpPr>
      <dsp:spPr>
        <a:xfrm rot="19457599">
          <a:off x="3352806" y="778586"/>
          <a:ext cx="57390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73906" y="1606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625411" y="780300"/>
        <a:ext cx="28695" cy="28695"/>
      </dsp:txXfrm>
    </dsp:sp>
    <dsp:sp modelId="{9357911B-3838-1540-B6B5-1675C170AC10}">
      <dsp:nvSpPr>
        <dsp:cNvPr id="0" name=""/>
        <dsp:cNvSpPr/>
      </dsp:nvSpPr>
      <dsp:spPr>
        <a:xfrm>
          <a:off x="3872770" y="335908"/>
          <a:ext cx="1165052" cy="5825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/>
            <a:t>单一删除</a:t>
          </a:r>
          <a:endParaRPr lang="zh-CN" sz="1500" kern="1200"/>
        </a:p>
      </dsp:txBody>
      <dsp:txXfrm>
        <a:off x="3889832" y="352970"/>
        <a:ext cx="1130928" cy="548402"/>
      </dsp:txXfrm>
    </dsp:sp>
    <dsp:sp modelId="{0B8D4F6A-BF9A-3143-829A-7E6867217205}">
      <dsp:nvSpPr>
        <dsp:cNvPr id="0" name=""/>
        <dsp:cNvSpPr/>
      </dsp:nvSpPr>
      <dsp:spPr>
        <a:xfrm rot="2142401">
          <a:off x="3352806" y="1113538"/>
          <a:ext cx="57390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73906" y="1606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625411" y="1115253"/>
        <a:ext cx="28695" cy="28695"/>
      </dsp:txXfrm>
    </dsp:sp>
    <dsp:sp modelId="{6DA1842E-52BC-1F47-8DC9-4603968F45EF}">
      <dsp:nvSpPr>
        <dsp:cNvPr id="0" name=""/>
        <dsp:cNvSpPr/>
      </dsp:nvSpPr>
      <dsp:spPr>
        <a:xfrm>
          <a:off x="3872770" y="1005813"/>
          <a:ext cx="1165052" cy="5825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/>
            <a:t>批量删除</a:t>
          </a:r>
          <a:endParaRPr lang="zh-CN" sz="1500" kern="1200"/>
        </a:p>
      </dsp:txBody>
      <dsp:txXfrm>
        <a:off x="3889832" y="1022875"/>
        <a:ext cx="1130928" cy="548402"/>
      </dsp:txXfrm>
    </dsp:sp>
    <dsp:sp modelId="{ABABCB8B-D907-FD43-9B1C-25A53A1A4C9F}">
      <dsp:nvSpPr>
        <dsp:cNvPr id="0" name=""/>
        <dsp:cNvSpPr/>
      </dsp:nvSpPr>
      <dsp:spPr>
        <a:xfrm>
          <a:off x="1775675" y="1615967"/>
          <a:ext cx="46602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466020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997035" y="1620378"/>
        <a:ext cx="23301" cy="23301"/>
      </dsp:txXfrm>
    </dsp:sp>
    <dsp:sp modelId="{58276B87-23EB-AC4B-9FC5-64D1979C4D1A}">
      <dsp:nvSpPr>
        <dsp:cNvPr id="0" name=""/>
        <dsp:cNvSpPr/>
      </dsp:nvSpPr>
      <dsp:spPr>
        <a:xfrm>
          <a:off x="2241696" y="1340766"/>
          <a:ext cx="1165052" cy="5825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 dirty="0"/>
            <a:t>修改图书资讯</a:t>
          </a:r>
          <a:endParaRPr lang="zh-CN" sz="1500" kern="1200" dirty="0"/>
        </a:p>
      </dsp:txBody>
      <dsp:txXfrm>
        <a:off x="2258758" y="1357828"/>
        <a:ext cx="1130928" cy="548402"/>
      </dsp:txXfrm>
    </dsp:sp>
    <dsp:sp modelId="{E7CC199D-70AC-E047-9C2D-0112C82664B2}">
      <dsp:nvSpPr>
        <dsp:cNvPr id="0" name=""/>
        <dsp:cNvSpPr/>
      </dsp:nvSpPr>
      <dsp:spPr>
        <a:xfrm rot="3310531">
          <a:off x="1600658" y="1950920"/>
          <a:ext cx="81605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816056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988284" y="1946580"/>
        <a:ext cx="40802" cy="40802"/>
      </dsp:txXfrm>
    </dsp:sp>
    <dsp:sp modelId="{F8473538-3E49-6F44-8547-08D4DFBCAAE0}">
      <dsp:nvSpPr>
        <dsp:cNvPr id="0" name=""/>
        <dsp:cNvSpPr/>
      </dsp:nvSpPr>
      <dsp:spPr>
        <a:xfrm>
          <a:off x="2241696" y="2010671"/>
          <a:ext cx="1165052" cy="5825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/>
            <a:t>查找图书资讯</a:t>
          </a:r>
          <a:endParaRPr lang="zh-CN" sz="1500" kern="1200"/>
        </a:p>
      </dsp:txBody>
      <dsp:txXfrm>
        <a:off x="2258758" y="2027733"/>
        <a:ext cx="1130928" cy="548402"/>
      </dsp:txXfrm>
    </dsp:sp>
    <dsp:sp modelId="{96929CDB-A610-9541-9D37-D50DE94CB9F5}">
      <dsp:nvSpPr>
        <dsp:cNvPr id="0" name=""/>
        <dsp:cNvSpPr/>
      </dsp:nvSpPr>
      <dsp:spPr>
        <a:xfrm>
          <a:off x="3406749" y="2285872"/>
          <a:ext cx="46602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466020" y="1606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628109" y="2290284"/>
        <a:ext cx="23301" cy="23301"/>
      </dsp:txXfrm>
    </dsp:sp>
    <dsp:sp modelId="{89483DEC-2F32-B545-AACF-38F80FF784D6}">
      <dsp:nvSpPr>
        <dsp:cNvPr id="0" name=""/>
        <dsp:cNvSpPr/>
      </dsp:nvSpPr>
      <dsp:spPr>
        <a:xfrm>
          <a:off x="3872770" y="2010671"/>
          <a:ext cx="1165052" cy="5825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/>
            <a:t>根据资讯标题查找</a:t>
          </a:r>
          <a:endParaRPr lang="zh-CN" sz="1500" kern="1200"/>
        </a:p>
      </dsp:txBody>
      <dsp:txXfrm>
        <a:off x="3889832" y="2027733"/>
        <a:ext cx="1130928" cy="548402"/>
      </dsp:txXfrm>
    </dsp:sp>
    <dsp:sp modelId="{32978679-9FC2-734C-90C1-E76D6D72647F}">
      <dsp:nvSpPr>
        <dsp:cNvPr id="0" name=""/>
        <dsp:cNvSpPr/>
      </dsp:nvSpPr>
      <dsp:spPr>
        <a:xfrm rot="4249260">
          <a:off x="1299414" y="2285872"/>
          <a:ext cx="1418543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18543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973222" y="2266470"/>
        <a:ext cx="70927" cy="70927"/>
      </dsp:txXfrm>
    </dsp:sp>
    <dsp:sp modelId="{2193BE26-3546-E143-AB90-C51ADE914461}">
      <dsp:nvSpPr>
        <dsp:cNvPr id="0" name=""/>
        <dsp:cNvSpPr/>
      </dsp:nvSpPr>
      <dsp:spPr>
        <a:xfrm>
          <a:off x="2241696" y="2680576"/>
          <a:ext cx="1165052" cy="5825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/>
            <a:t>排序图书资讯</a:t>
          </a:r>
          <a:endParaRPr lang="zh-CN" sz="1500" kern="1200"/>
        </a:p>
      </dsp:txBody>
      <dsp:txXfrm>
        <a:off x="2258758" y="2697638"/>
        <a:ext cx="1130928" cy="548402"/>
      </dsp:txXfrm>
    </dsp:sp>
    <dsp:sp modelId="{1A4AFE7F-3A94-A14A-B00C-6618277BB7C9}">
      <dsp:nvSpPr>
        <dsp:cNvPr id="0" name=""/>
        <dsp:cNvSpPr/>
      </dsp:nvSpPr>
      <dsp:spPr>
        <a:xfrm>
          <a:off x="3406749" y="2955777"/>
          <a:ext cx="46602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466020" y="1606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628109" y="2960189"/>
        <a:ext cx="23301" cy="23301"/>
      </dsp:txXfrm>
    </dsp:sp>
    <dsp:sp modelId="{985CFC4A-4512-564B-B1FB-2585BDC2A12E}">
      <dsp:nvSpPr>
        <dsp:cNvPr id="0" name=""/>
        <dsp:cNvSpPr/>
      </dsp:nvSpPr>
      <dsp:spPr>
        <a:xfrm>
          <a:off x="3872770" y="2680576"/>
          <a:ext cx="1165052" cy="5825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/>
            <a:t>按照资讯标题进行排序</a:t>
          </a:r>
          <a:endParaRPr lang="zh-CN" sz="1500" kern="1200"/>
        </a:p>
      </dsp:txBody>
      <dsp:txXfrm>
        <a:off x="3889832" y="2697638"/>
        <a:ext cx="1130928" cy="5484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776DC-5FB4-C749-8F1F-6E0D97EED474}">
      <dsp:nvSpPr>
        <dsp:cNvPr id="0" name=""/>
        <dsp:cNvSpPr/>
      </dsp:nvSpPr>
      <dsp:spPr>
        <a:xfrm>
          <a:off x="3742908" y="1099038"/>
          <a:ext cx="113642" cy="30380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8054"/>
              </a:lnTo>
              <a:lnTo>
                <a:pt x="113642" y="30380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FA88D7-9C00-1843-9865-A41F4D587B6B}">
      <dsp:nvSpPr>
        <dsp:cNvPr id="0" name=""/>
        <dsp:cNvSpPr/>
      </dsp:nvSpPr>
      <dsp:spPr>
        <a:xfrm>
          <a:off x="3742908" y="1099038"/>
          <a:ext cx="113642" cy="25001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00144"/>
              </a:lnTo>
              <a:lnTo>
                <a:pt x="113642" y="25001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46C8D7-63F6-2544-9BF7-D19AFC940DC1}">
      <dsp:nvSpPr>
        <dsp:cNvPr id="0" name=""/>
        <dsp:cNvSpPr/>
      </dsp:nvSpPr>
      <dsp:spPr>
        <a:xfrm>
          <a:off x="3742908" y="1099038"/>
          <a:ext cx="113642" cy="19622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2234"/>
              </a:lnTo>
              <a:lnTo>
                <a:pt x="113642" y="196223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C5200D-8D65-FD43-8B68-212F809C7D6B}">
      <dsp:nvSpPr>
        <dsp:cNvPr id="0" name=""/>
        <dsp:cNvSpPr/>
      </dsp:nvSpPr>
      <dsp:spPr>
        <a:xfrm>
          <a:off x="3742908" y="1099038"/>
          <a:ext cx="113642" cy="1424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4325"/>
              </a:lnTo>
              <a:lnTo>
                <a:pt x="113642" y="142432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35AE4C-C735-3E4A-98F5-56F3B50B7625}">
      <dsp:nvSpPr>
        <dsp:cNvPr id="0" name=""/>
        <dsp:cNvSpPr/>
      </dsp:nvSpPr>
      <dsp:spPr>
        <a:xfrm>
          <a:off x="3742908" y="1099038"/>
          <a:ext cx="113642" cy="8864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6415"/>
              </a:lnTo>
              <a:lnTo>
                <a:pt x="113642" y="8864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A8AD65-B7B5-9A44-A572-5F0D541C2411}">
      <dsp:nvSpPr>
        <dsp:cNvPr id="0" name=""/>
        <dsp:cNvSpPr/>
      </dsp:nvSpPr>
      <dsp:spPr>
        <a:xfrm>
          <a:off x="3742908" y="1099038"/>
          <a:ext cx="113642" cy="3485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8505"/>
              </a:lnTo>
              <a:lnTo>
                <a:pt x="113642" y="34850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71A733-A275-4141-8054-6989DAFA7779}">
      <dsp:nvSpPr>
        <dsp:cNvPr id="0" name=""/>
        <dsp:cNvSpPr/>
      </dsp:nvSpPr>
      <dsp:spPr>
        <a:xfrm>
          <a:off x="2212517" y="561128"/>
          <a:ext cx="1833439" cy="1591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550"/>
              </a:lnTo>
              <a:lnTo>
                <a:pt x="1833439" y="79550"/>
              </a:lnTo>
              <a:lnTo>
                <a:pt x="1833439" y="15910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0D9283-292B-D84D-B4FE-A34FBD24FD2D}">
      <dsp:nvSpPr>
        <dsp:cNvPr id="0" name=""/>
        <dsp:cNvSpPr/>
      </dsp:nvSpPr>
      <dsp:spPr>
        <a:xfrm>
          <a:off x="2826188" y="1099038"/>
          <a:ext cx="113642" cy="68034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03424"/>
              </a:lnTo>
              <a:lnTo>
                <a:pt x="113642" y="680342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DBAD9F-C3C8-4E45-A3DB-AAAE8896F310}">
      <dsp:nvSpPr>
        <dsp:cNvPr id="0" name=""/>
        <dsp:cNvSpPr/>
      </dsp:nvSpPr>
      <dsp:spPr>
        <a:xfrm>
          <a:off x="2826188" y="1099038"/>
          <a:ext cx="113642" cy="6265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65514"/>
              </a:lnTo>
              <a:lnTo>
                <a:pt x="113642" y="62655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0963E8-8730-6E49-B437-62EF33F273C7}">
      <dsp:nvSpPr>
        <dsp:cNvPr id="0" name=""/>
        <dsp:cNvSpPr/>
      </dsp:nvSpPr>
      <dsp:spPr>
        <a:xfrm>
          <a:off x="2826188" y="1099038"/>
          <a:ext cx="113642" cy="57276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27604"/>
              </a:lnTo>
              <a:lnTo>
                <a:pt x="113642" y="572760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78369A-B066-1F40-B7C5-8427D185C872}">
      <dsp:nvSpPr>
        <dsp:cNvPr id="0" name=""/>
        <dsp:cNvSpPr/>
      </dsp:nvSpPr>
      <dsp:spPr>
        <a:xfrm>
          <a:off x="2826188" y="1099038"/>
          <a:ext cx="113642" cy="5189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89694"/>
              </a:lnTo>
              <a:lnTo>
                <a:pt x="113642" y="518969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B636EC-E092-0A40-B79A-96480030F22E}">
      <dsp:nvSpPr>
        <dsp:cNvPr id="0" name=""/>
        <dsp:cNvSpPr/>
      </dsp:nvSpPr>
      <dsp:spPr>
        <a:xfrm>
          <a:off x="2826188" y="1099038"/>
          <a:ext cx="113642" cy="46517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51784"/>
              </a:lnTo>
              <a:lnTo>
                <a:pt x="113642" y="465178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1790DB-421B-864D-B19A-F6A5F30BCDB9}">
      <dsp:nvSpPr>
        <dsp:cNvPr id="0" name=""/>
        <dsp:cNvSpPr/>
      </dsp:nvSpPr>
      <dsp:spPr>
        <a:xfrm>
          <a:off x="2826188" y="1099038"/>
          <a:ext cx="113642" cy="411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13874"/>
              </a:lnTo>
              <a:lnTo>
                <a:pt x="113642" y="411387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356C46-36FB-2047-A143-4988E98F535E}">
      <dsp:nvSpPr>
        <dsp:cNvPr id="0" name=""/>
        <dsp:cNvSpPr/>
      </dsp:nvSpPr>
      <dsp:spPr>
        <a:xfrm>
          <a:off x="2826188" y="1099038"/>
          <a:ext cx="113642" cy="35759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75964"/>
              </a:lnTo>
              <a:lnTo>
                <a:pt x="113642" y="357596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E8F8D6-3F65-3445-A8E2-99B9D1AD9D3C}">
      <dsp:nvSpPr>
        <dsp:cNvPr id="0" name=""/>
        <dsp:cNvSpPr/>
      </dsp:nvSpPr>
      <dsp:spPr>
        <a:xfrm>
          <a:off x="2826188" y="1099038"/>
          <a:ext cx="113642" cy="30380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8054"/>
              </a:lnTo>
              <a:lnTo>
                <a:pt x="113642" y="303805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7A87C1-EC53-D84C-A87C-574201ADDD00}">
      <dsp:nvSpPr>
        <dsp:cNvPr id="0" name=""/>
        <dsp:cNvSpPr/>
      </dsp:nvSpPr>
      <dsp:spPr>
        <a:xfrm>
          <a:off x="2826188" y="1099038"/>
          <a:ext cx="113642" cy="25001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00144"/>
              </a:lnTo>
              <a:lnTo>
                <a:pt x="113642" y="25001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6488BD-8067-A348-8072-4F7EF21C88B4}">
      <dsp:nvSpPr>
        <dsp:cNvPr id="0" name=""/>
        <dsp:cNvSpPr/>
      </dsp:nvSpPr>
      <dsp:spPr>
        <a:xfrm>
          <a:off x="2826188" y="1099038"/>
          <a:ext cx="113642" cy="19622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2234"/>
              </a:lnTo>
              <a:lnTo>
                <a:pt x="113642" y="196223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2D2E67-D706-7C4B-A824-E50CE83585BC}">
      <dsp:nvSpPr>
        <dsp:cNvPr id="0" name=""/>
        <dsp:cNvSpPr/>
      </dsp:nvSpPr>
      <dsp:spPr>
        <a:xfrm>
          <a:off x="2826188" y="1099038"/>
          <a:ext cx="113642" cy="1424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4325"/>
              </a:lnTo>
              <a:lnTo>
                <a:pt x="113642" y="142432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9BF864-7F40-E045-A793-1975F1006CE2}">
      <dsp:nvSpPr>
        <dsp:cNvPr id="0" name=""/>
        <dsp:cNvSpPr/>
      </dsp:nvSpPr>
      <dsp:spPr>
        <a:xfrm>
          <a:off x="2826188" y="1099038"/>
          <a:ext cx="113642" cy="8864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6415"/>
              </a:lnTo>
              <a:lnTo>
                <a:pt x="113642" y="8864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A4BACE-26B2-C14E-AD5A-29A344EACC27}">
      <dsp:nvSpPr>
        <dsp:cNvPr id="0" name=""/>
        <dsp:cNvSpPr/>
      </dsp:nvSpPr>
      <dsp:spPr>
        <a:xfrm>
          <a:off x="2826188" y="1099038"/>
          <a:ext cx="113642" cy="3485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8505"/>
              </a:lnTo>
              <a:lnTo>
                <a:pt x="113642" y="34850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D08F50-128A-4A4C-82B3-967427418D1B}">
      <dsp:nvSpPr>
        <dsp:cNvPr id="0" name=""/>
        <dsp:cNvSpPr/>
      </dsp:nvSpPr>
      <dsp:spPr>
        <a:xfrm>
          <a:off x="2212517" y="561128"/>
          <a:ext cx="916719" cy="1591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550"/>
              </a:lnTo>
              <a:lnTo>
                <a:pt x="916719" y="79550"/>
              </a:lnTo>
              <a:lnTo>
                <a:pt x="916719" y="15910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91405-83D4-DE4D-958A-3FCB73815E38}">
      <dsp:nvSpPr>
        <dsp:cNvPr id="0" name=""/>
        <dsp:cNvSpPr/>
      </dsp:nvSpPr>
      <dsp:spPr>
        <a:xfrm>
          <a:off x="1909469" y="1099038"/>
          <a:ext cx="113642" cy="8864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6415"/>
              </a:lnTo>
              <a:lnTo>
                <a:pt x="113642" y="8864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BE5A80-2777-0C45-B2A4-35FCB1ED5F36}">
      <dsp:nvSpPr>
        <dsp:cNvPr id="0" name=""/>
        <dsp:cNvSpPr/>
      </dsp:nvSpPr>
      <dsp:spPr>
        <a:xfrm>
          <a:off x="1909469" y="1099038"/>
          <a:ext cx="113642" cy="3485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8505"/>
              </a:lnTo>
              <a:lnTo>
                <a:pt x="113642" y="34850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0593D9-7061-B94E-A738-300BB2D45805}">
      <dsp:nvSpPr>
        <dsp:cNvPr id="0" name=""/>
        <dsp:cNvSpPr/>
      </dsp:nvSpPr>
      <dsp:spPr>
        <a:xfrm>
          <a:off x="2166797" y="561128"/>
          <a:ext cx="91440" cy="1591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910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4454AD-FA0D-784C-A5FA-4DC741447DFE}">
      <dsp:nvSpPr>
        <dsp:cNvPr id="0" name=""/>
        <dsp:cNvSpPr/>
      </dsp:nvSpPr>
      <dsp:spPr>
        <a:xfrm>
          <a:off x="1295797" y="561128"/>
          <a:ext cx="916719" cy="159100"/>
        </a:xfrm>
        <a:custGeom>
          <a:avLst/>
          <a:gdLst/>
          <a:ahLst/>
          <a:cxnLst/>
          <a:rect l="0" t="0" r="0" b="0"/>
          <a:pathLst>
            <a:path>
              <a:moveTo>
                <a:pt x="916719" y="0"/>
              </a:moveTo>
              <a:lnTo>
                <a:pt x="916719" y="79550"/>
              </a:lnTo>
              <a:lnTo>
                <a:pt x="0" y="79550"/>
              </a:lnTo>
              <a:lnTo>
                <a:pt x="0" y="15910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56C967-C92A-C343-BEC9-4AAF3AD0F11C}">
      <dsp:nvSpPr>
        <dsp:cNvPr id="0" name=""/>
        <dsp:cNvSpPr/>
      </dsp:nvSpPr>
      <dsp:spPr>
        <a:xfrm>
          <a:off x="76029" y="1099038"/>
          <a:ext cx="113642" cy="8864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6415"/>
              </a:lnTo>
              <a:lnTo>
                <a:pt x="113642" y="88641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F21A5C-D787-CC46-BE11-65EBCF4EA6FD}">
      <dsp:nvSpPr>
        <dsp:cNvPr id="0" name=""/>
        <dsp:cNvSpPr/>
      </dsp:nvSpPr>
      <dsp:spPr>
        <a:xfrm>
          <a:off x="76029" y="1099038"/>
          <a:ext cx="113642" cy="3485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8505"/>
              </a:lnTo>
              <a:lnTo>
                <a:pt x="113642" y="34850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8130B7-5B71-E142-B294-97EF493CB569}">
      <dsp:nvSpPr>
        <dsp:cNvPr id="0" name=""/>
        <dsp:cNvSpPr/>
      </dsp:nvSpPr>
      <dsp:spPr>
        <a:xfrm>
          <a:off x="379077" y="561128"/>
          <a:ext cx="1833439" cy="159100"/>
        </a:xfrm>
        <a:custGeom>
          <a:avLst/>
          <a:gdLst/>
          <a:ahLst/>
          <a:cxnLst/>
          <a:rect l="0" t="0" r="0" b="0"/>
          <a:pathLst>
            <a:path>
              <a:moveTo>
                <a:pt x="1833439" y="0"/>
              </a:moveTo>
              <a:lnTo>
                <a:pt x="1833439" y="79550"/>
              </a:lnTo>
              <a:lnTo>
                <a:pt x="0" y="79550"/>
              </a:lnTo>
              <a:lnTo>
                <a:pt x="0" y="15910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023FA6-A00F-E349-AA62-BED1FADAF498}">
      <dsp:nvSpPr>
        <dsp:cNvPr id="0" name=""/>
        <dsp:cNvSpPr/>
      </dsp:nvSpPr>
      <dsp:spPr>
        <a:xfrm>
          <a:off x="1833707" y="18231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100" kern="1200" dirty="0"/>
            <a:t>6.</a:t>
          </a:r>
          <a:r>
            <a:rPr kumimoji="1" lang="zh-CN" sz="1100" kern="1200" dirty="0"/>
            <a:t>图书订单管理</a:t>
          </a:r>
          <a:endParaRPr lang="zh-CN" sz="1100" kern="1200" dirty="0"/>
        </a:p>
      </dsp:txBody>
      <dsp:txXfrm>
        <a:off x="1833707" y="182318"/>
        <a:ext cx="757619" cy="378809"/>
      </dsp:txXfrm>
    </dsp:sp>
    <dsp:sp modelId="{58314148-B87B-1D49-86C7-471D27C02DB6}">
      <dsp:nvSpPr>
        <dsp:cNvPr id="0" name=""/>
        <dsp:cNvSpPr/>
      </dsp:nvSpPr>
      <dsp:spPr>
        <a:xfrm>
          <a:off x="267" y="72022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删除订单</a:t>
          </a:r>
          <a:endParaRPr lang="zh-CN" sz="1100" kern="1200"/>
        </a:p>
      </dsp:txBody>
      <dsp:txXfrm>
        <a:off x="267" y="720228"/>
        <a:ext cx="757619" cy="378809"/>
      </dsp:txXfrm>
    </dsp:sp>
    <dsp:sp modelId="{19ACC391-C487-054C-A845-48F02326E72C}">
      <dsp:nvSpPr>
        <dsp:cNvPr id="0" name=""/>
        <dsp:cNvSpPr/>
      </dsp:nvSpPr>
      <dsp:spPr>
        <a:xfrm>
          <a:off x="189672" y="125813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单一删除</a:t>
          </a:r>
          <a:endParaRPr lang="zh-CN" sz="1100" kern="1200"/>
        </a:p>
      </dsp:txBody>
      <dsp:txXfrm>
        <a:off x="189672" y="1258138"/>
        <a:ext cx="757619" cy="378809"/>
      </dsp:txXfrm>
    </dsp:sp>
    <dsp:sp modelId="{FF7BAB88-1376-A64A-8B7B-A83C9004170A}">
      <dsp:nvSpPr>
        <dsp:cNvPr id="0" name=""/>
        <dsp:cNvSpPr/>
      </dsp:nvSpPr>
      <dsp:spPr>
        <a:xfrm>
          <a:off x="189672" y="179604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批量删除</a:t>
          </a:r>
          <a:endParaRPr lang="zh-CN" sz="1100" kern="1200"/>
        </a:p>
      </dsp:txBody>
      <dsp:txXfrm>
        <a:off x="189672" y="1796048"/>
        <a:ext cx="757619" cy="378809"/>
      </dsp:txXfrm>
    </dsp:sp>
    <dsp:sp modelId="{927AE784-425D-724D-B07B-974403A2295B}">
      <dsp:nvSpPr>
        <dsp:cNvPr id="0" name=""/>
        <dsp:cNvSpPr/>
      </dsp:nvSpPr>
      <dsp:spPr>
        <a:xfrm>
          <a:off x="916987" y="72022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修改订单信息</a:t>
          </a:r>
          <a:endParaRPr lang="zh-CN" sz="1100" kern="1200"/>
        </a:p>
      </dsp:txBody>
      <dsp:txXfrm>
        <a:off x="916987" y="720228"/>
        <a:ext cx="757619" cy="378809"/>
      </dsp:txXfrm>
    </dsp:sp>
    <dsp:sp modelId="{31E362FC-C597-7041-B468-C8CD2BA68D6E}">
      <dsp:nvSpPr>
        <dsp:cNvPr id="0" name=""/>
        <dsp:cNvSpPr/>
      </dsp:nvSpPr>
      <dsp:spPr>
        <a:xfrm>
          <a:off x="1833707" y="72022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查找订单信息</a:t>
          </a:r>
          <a:endParaRPr lang="zh-CN" sz="1100" kern="1200"/>
        </a:p>
      </dsp:txBody>
      <dsp:txXfrm>
        <a:off x="1833707" y="720228"/>
        <a:ext cx="757619" cy="378809"/>
      </dsp:txXfrm>
    </dsp:sp>
    <dsp:sp modelId="{5455C744-EAEC-E648-AFF0-B3853FB72636}">
      <dsp:nvSpPr>
        <dsp:cNvPr id="0" name=""/>
        <dsp:cNvSpPr/>
      </dsp:nvSpPr>
      <dsp:spPr>
        <a:xfrm>
          <a:off x="2023112" y="125813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根据订单编号查找</a:t>
          </a:r>
          <a:endParaRPr lang="zh-CN" sz="1100" kern="1200"/>
        </a:p>
      </dsp:txBody>
      <dsp:txXfrm>
        <a:off x="2023112" y="1258138"/>
        <a:ext cx="757619" cy="378809"/>
      </dsp:txXfrm>
    </dsp:sp>
    <dsp:sp modelId="{5A605779-192F-0347-8BE3-5528A55A19BC}">
      <dsp:nvSpPr>
        <dsp:cNvPr id="0" name=""/>
        <dsp:cNvSpPr/>
      </dsp:nvSpPr>
      <dsp:spPr>
        <a:xfrm>
          <a:off x="2023112" y="179604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根据商品名称查找</a:t>
          </a:r>
          <a:endParaRPr lang="zh-CN" sz="1100" kern="1200"/>
        </a:p>
      </dsp:txBody>
      <dsp:txXfrm>
        <a:off x="2023112" y="1796048"/>
        <a:ext cx="757619" cy="378809"/>
      </dsp:txXfrm>
    </dsp:sp>
    <dsp:sp modelId="{062D9E6E-435A-F34C-9479-A0EA404D07BD}">
      <dsp:nvSpPr>
        <dsp:cNvPr id="0" name=""/>
        <dsp:cNvSpPr/>
      </dsp:nvSpPr>
      <dsp:spPr>
        <a:xfrm>
          <a:off x="2750427" y="72022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排序订单信息</a:t>
          </a:r>
          <a:endParaRPr lang="zh-CN" sz="1100" kern="1200"/>
        </a:p>
      </dsp:txBody>
      <dsp:txXfrm>
        <a:off x="2750427" y="720228"/>
        <a:ext cx="757619" cy="378809"/>
      </dsp:txXfrm>
    </dsp:sp>
    <dsp:sp modelId="{F9A99F5A-F1BC-5A45-8D39-7957BD267159}">
      <dsp:nvSpPr>
        <dsp:cNvPr id="0" name=""/>
        <dsp:cNvSpPr/>
      </dsp:nvSpPr>
      <dsp:spPr>
        <a:xfrm>
          <a:off x="2939831" y="125813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订单编号</a:t>
          </a:r>
          <a:endParaRPr lang="zh-CN" sz="1100" kern="1200"/>
        </a:p>
      </dsp:txBody>
      <dsp:txXfrm>
        <a:off x="2939831" y="1258138"/>
        <a:ext cx="757619" cy="378809"/>
      </dsp:txXfrm>
    </dsp:sp>
    <dsp:sp modelId="{0BFFAFD2-C3EB-AD49-B9F4-A1676FEC3F82}">
      <dsp:nvSpPr>
        <dsp:cNvPr id="0" name=""/>
        <dsp:cNvSpPr/>
      </dsp:nvSpPr>
      <dsp:spPr>
        <a:xfrm>
          <a:off x="2939831" y="179604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商品名称</a:t>
          </a:r>
          <a:endParaRPr lang="zh-CN" sz="1100" kern="1200"/>
        </a:p>
      </dsp:txBody>
      <dsp:txXfrm>
        <a:off x="2939831" y="1796048"/>
        <a:ext cx="757619" cy="378809"/>
      </dsp:txXfrm>
    </dsp:sp>
    <dsp:sp modelId="{6D75D82B-7B61-BF42-9E2C-BA9D353AB006}">
      <dsp:nvSpPr>
        <dsp:cNvPr id="0" name=""/>
        <dsp:cNvSpPr/>
      </dsp:nvSpPr>
      <dsp:spPr>
        <a:xfrm>
          <a:off x="2939831" y="233395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购买数量</a:t>
          </a:r>
          <a:endParaRPr lang="zh-CN" sz="1100" kern="1200"/>
        </a:p>
      </dsp:txBody>
      <dsp:txXfrm>
        <a:off x="2939831" y="2333958"/>
        <a:ext cx="757619" cy="378809"/>
      </dsp:txXfrm>
    </dsp:sp>
    <dsp:sp modelId="{4C64B03D-B9DD-5C4D-91F1-F2688A91E253}">
      <dsp:nvSpPr>
        <dsp:cNvPr id="0" name=""/>
        <dsp:cNvSpPr/>
      </dsp:nvSpPr>
      <dsp:spPr>
        <a:xfrm>
          <a:off x="2939831" y="287186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价格</a:t>
          </a:r>
          <a:r>
            <a:rPr kumimoji="1" lang="en-US" sz="1100" kern="1200"/>
            <a:t>/</a:t>
          </a:r>
          <a:r>
            <a:rPr kumimoji="1" lang="zh-CN" sz="1100" kern="1200"/>
            <a:t>积分</a:t>
          </a:r>
          <a:endParaRPr lang="zh-CN" sz="1100" kern="1200"/>
        </a:p>
      </dsp:txBody>
      <dsp:txXfrm>
        <a:off x="2939831" y="2871868"/>
        <a:ext cx="757619" cy="378809"/>
      </dsp:txXfrm>
    </dsp:sp>
    <dsp:sp modelId="{AB343015-B6A2-A741-BA8C-962E770191E2}">
      <dsp:nvSpPr>
        <dsp:cNvPr id="0" name=""/>
        <dsp:cNvSpPr/>
      </dsp:nvSpPr>
      <dsp:spPr>
        <a:xfrm>
          <a:off x="2939831" y="340977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折扣价格</a:t>
          </a:r>
          <a:endParaRPr lang="zh-CN" sz="1100" kern="1200"/>
        </a:p>
      </dsp:txBody>
      <dsp:txXfrm>
        <a:off x="2939831" y="3409778"/>
        <a:ext cx="757619" cy="378809"/>
      </dsp:txXfrm>
    </dsp:sp>
    <dsp:sp modelId="{7C4C7964-9A65-DA49-A4D1-669A4A78AA56}">
      <dsp:nvSpPr>
        <dsp:cNvPr id="0" name=""/>
        <dsp:cNvSpPr/>
      </dsp:nvSpPr>
      <dsp:spPr>
        <a:xfrm>
          <a:off x="2939831" y="394768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总价格</a:t>
          </a:r>
          <a:r>
            <a:rPr kumimoji="1" lang="en-US" sz="1100" kern="1200"/>
            <a:t>/</a:t>
          </a:r>
          <a:r>
            <a:rPr kumimoji="1" lang="zh-CN" sz="1100" kern="1200"/>
            <a:t>总积分</a:t>
          </a:r>
          <a:endParaRPr lang="zh-CN" sz="1100" kern="1200"/>
        </a:p>
      </dsp:txBody>
      <dsp:txXfrm>
        <a:off x="2939831" y="3947688"/>
        <a:ext cx="757619" cy="378809"/>
      </dsp:txXfrm>
    </dsp:sp>
    <dsp:sp modelId="{4F5F12A9-19BE-B140-B86A-1CA8AEFA8777}">
      <dsp:nvSpPr>
        <dsp:cNvPr id="0" name=""/>
        <dsp:cNvSpPr/>
      </dsp:nvSpPr>
      <dsp:spPr>
        <a:xfrm>
          <a:off x="2939831" y="448559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折扣总价格</a:t>
          </a:r>
          <a:endParaRPr lang="zh-CN" sz="1100" kern="1200"/>
        </a:p>
      </dsp:txBody>
      <dsp:txXfrm>
        <a:off x="2939831" y="4485598"/>
        <a:ext cx="757619" cy="378809"/>
      </dsp:txXfrm>
    </dsp:sp>
    <dsp:sp modelId="{4A31B671-89B4-5F4D-96BE-B23F8FE1227E}">
      <dsp:nvSpPr>
        <dsp:cNvPr id="0" name=""/>
        <dsp:cNvSpPr/>
      </dsp:nvSpPr>
      <dsp:spPr>
        <a:xfrm>
          <a:off x="2939831" y="502350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支付类型</a:t>
          </a:r>
          <a:endParaRPr lang="zh-CN" sz="1100" kern="1200"/>
        </a:p>
      </dsp:txBody>
      <dsp:txXfrm>
        <a:off x="2939831" y="5023508"/>
        <a:ext cx="757619" cy="378809"/>
      </dsp:txXfrm>
    </dsp:sp>
    <dsp:sp modelId="{166894AA-ABA0-AA4C-A09A-007B1E67832D}">
      <dsp:nvSpPr>
        <dsp:cNvPr id="0" name=""/>
        <dsp:cNvSpPr/>
      </dsp:nvSpPr>
      <dsp:spPr>
        <a:xfrm>
          <a:off x="2939831" y="556141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状态</a:t>
          </a:r>
          <a:endParaRPr lang="zh-CN" sz="1100" kern="1200"/>
        </a:p>
      </dsp:txBody>
      <dsp:txXfrm>
        <a:off x="2939831" y="5561418"/>
        <a:ext cx="757619" cy="378809"/>
      </dsp:txXfrm>
    </dsp:sp>
    <dsp:sp modelId="{3D7856E1-1342-A441-A1C0-17C5B42E9314}">
      <dsp:nvSpPr>
        <dsp:cNvPr id="0" name=""/>
        <dsp:cNvSpPr/>
      </dsp:nvSpPr>
      <dsp:spPr>
        <a:xfrm>
          <a:off x="2939831" y="6099327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地址</a:t>
          </a:r>
          <a:endParaRPr lang="zh-CN" sz="1100" kern="1200"/>
        </a:p>
      </dsp:txBody>
      <dsp:txXfrm>
        <a:off x="2939831" y="6099327"/>
        <a:ext cx="757619" cy="378809"/>
      </dsp:txXfrm>
    </dsp:sp>
    <dsp:sp modelId="{2E0AB072-E54D-F34F-A859-9DCA0EE389D9}">
      <dsp:nvSpPr>
        <dsp:cNvPr id="0" name=""/>
        <dsp:cNvSpPr/>
      </dsp:nvSpPr>
      <dsp:spPr>
        <a:xfrm>
          <a:off x="2939831" y="6637237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电话</a:t>
          </a:r>
          <a:endParaRPr lang="zh-CN" sz="1100" kern="1200"/>
        </a:p>
      </dsp:txBody>
      <dsp:txXfrm>
        <a:off x="2939831" y="6637237"/>
        <a:ext cx="757619" cy="378809"/>
      </dsp:txXfrm>
    </dsp:sp>
    <dsp:sp modelId="{9DF16C96-E819-B74A-B88A-ADA1FB15A9DD}">
      <dsp:nvSpPr>
        <dsp:cNvPr id="0" name=""/>
        <dsp:cNvSpPr/>
      </dsp:nvSpPr>
      <dsp:spPr>
        <a:xfrm>
          <a:off x="2939831" y="7175147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收货人</a:t>
          </a:r>
          <a:endParaRPr lang="zh-CN" sz="1100" kern="1200"/>
        </a:p>
      </dsp:txBody>
      <dsp:txXfrm>
        <a:off x="2939831" y="7175147"/>
        <a:ext cx="757619" cy="378809"/>
      </dsp:txXfrm>
    </dsp:sp>
    <dsp:sp modelId="{2E66766D-EC5A-944E-9D79-3AC2BB2DE06E}">
      <dsp:nvSpPr>
        <dsp:cNvPr id="0" name=""/>
        <dsp:cNvSpPr/>
      </dsp:nvSpPr>
      <dsp:spPr>
        <a:xfrm>
          <a:off x="2939831" y="7713057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商品类型</a:t>
          </a:r>
          <a:endParaRPr lang="zh-CN" sz="1100" kern="1200"/>
        </a:p>
      </dsp:txBody>
      <dsp:txXfrm>
        <a:off x="2939831" y="7713057"/>
        <a:ext cx="757619" cy="378809"/>
      </dsp:txXfrm>
    </dsp:sp>
    <dsp:sp modelId="{6978A025-3784-4846-9B3B-FF3520E5D108}">
      <dsp:nvSpPr>
        <dsp:cNvPr id="0" name=""/>
        <dsp:cNvSpPr/>
      </dsp:nvSpPr>
      <dsp:spPr>
        <a:xfrm>
          <a:off x="3667146" y="72022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 dirty="0"/>
            <a:t>订单分类</a:t>
          </a:r>
          <a:r>
            <a:rPr kumimoji="1" lang="en-US" sz="1100" kern="1200" dirty="0"/>
            <a:t>	</a:t>
          </a:r>
          <a:endParaRPr lang="zh-CN" sz="1100" kern="1200" dirty="0"/>
        </a:p>
      </dsp:txBody>
      <dsp:txXfrm>
        <a:off x="3667146" y="720228"/>
        <a:ext cx="757619" cy="378809"/>
      </dsp:txXfrm>
    </dsp:sp>
    <dsp:sp modelId="{9B506E1C-BC05-C149-BD7B-B5FFC55BD005}">
      <dsp:nvSpPr>
        <dsp:cNvPr id="0" name=""/>
        <dsp:cNvSpPr/>
      </dsp:nvSpPr>
      <dsp:spPr>
        <a:xfrm>
          <a:off x="3856551" y="125813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未支付订单</a:t>
          </a:r>
          <a:endParaRPr lang="zh-CN" sz="1100" kern="1200"/>
        </a:p>
      </dsp:txBody>
      <dsp:txXfrm>
        <a:off x="3856551" y="1258138"/>
        <a:ext cx="757619" cy="378809"/>
      </dsp:txXfrm>
    </dsp:sp>
    <dsp:sp modelId="{7E7F2101-32DA-8347-96FF-96F05AF6151A}">
      <dsp:nvSpPr>
        <dsp:cNvPr id="0" name=""/>
        <dsp:cNvSpPr/>
      </dsp:nvSpPr>
      <dsp:spPr>
        <a:xfrm>
          <a:off x="3856551" y="179604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已取消订单</a:t>
          </a:r>
          <a:endParaRPr lang="zh-CN" sz="1100" kern="1200"/>
        </a:p>
      </dsp:txBody>
      <dsp:txXfrm>
        <a:off x="3856551" y="1796048"/>
        <a:ext cx="757619" cy="378809"/>
      </dsp:txXfrm>
    </dsp:sp>
    <dsp:sp modelId="{13F7E08D-DFCF-1D49-B55D-2C1D2907CCD6}">
      <dsp:nvSpPr>
        <dsp:cNvPr id="0" name=""/>
        <dsp:cNvSpPr/>
      </dsp:nvSpPr>
      <dsp:spPr>
        <a:xfrm>
          <a:off x="3856551" y="233395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已支付订单</a:t>
          </a:r>
          <a:endParaRPr lang="zh-CN" sz="1100" kern="1200"/>
        </a:p>
      </dsp:txBody>
      <dsp:txXfrm>
        <a:off x="3856551" y="2333958"/>
        <a:ext cx="757619" cy="378809"/>
      </dsp:txXfrm>
    </dsp:sp>
    <dsp:sp modelId="{6756B16E-D222-3F40-A2A4-4B63B4CCF5EE}">
      <dsp:nvSpPr>
        <dsp:cNvPr id="0" name=""/>
        <dsp:cNvSpPr/>
      </dsp:nvSpPr>
      <dsp:spPr>
        <a:xfrm>
          <a:off x="3856551" y="287186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已退款订单</a:t>
          </a:r>
          <a:endParaRPr lang="zh-CN" sz="1100" kern="1200"/>
        </a:p>
      </dsp:txBody>
      <dsp:txXfrm>
        <a:off x="3856551" y="2871868"/>
        <a:ext cx="757619" cy="378809"/>
      </dsp:txXfrm>
    </dsp:sp>
    <dsp:sp modelId="{9A77C695-34A8-FD40-8BAF-DAC645823FE5}">
      <dsp:nvSpPr>
        <dsp:cNvPr id="0" name=""/>
        <dsp:cNvSpPr/>
      </dsp:nvSpPr>
      <dsp:spPr>
        <a:xfrm>
          <a:off x="3856551" y="340977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/>
            <a:t>已完成订单</a:t>
          </a:r>
          <a:endParaRPr lang="zh-CN" sz="1100" kern="1200"/>
        </a:p>
      </dsp:txBody>
      <dsp:txXfrm>
        <a:off x="3856551" y="3409778"/>
        <a:ext cx="757619" cy="378809"/>
      </dsp:txXfrm>
    </dsp:sp>
    <dsp:sp modelId="{0D55837C-AA54-EB47-9E7C-BCEECBFE5970}">
      <dsp:nvSpPr>
        <dsp:cNvPr id="0" name=""/>
        <dsp:cNvSpPr/>
      </dsp:nvSpPr>
      <dsp:spPr>
        <a:xfrm>
          <a:off x="3856551" y="3947688"/>
          <a:ext cx="757619" cy="37880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100" kern="1200" dirty="0"/>
            <a:t>已发货订单</a:t>
          </a:r>
          <a:endParaRPr lang="zh-CN" sz="1100" kern="1200" dirty="0"/>
        </a:p>
      </dsp:txBody>
      <dsp:txXfrm>
        <a:off x="3856551" y="3947688"/>
        <a:ext cx="757619" cy="3788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53172-F938-0B41-AE5F-AA7ECADD5ED4}">
      <dsp:nvSpPr>
        <dsp:cNvPr id="0" name=""/>
        <dsp:cNvSpPr/>
      </dsp:nvSpPr>
      <dsp:spPr>
        <a:xfrm>
          <a:off x="2937839" y="1023970"/>
          <a:ext cx="2437262" cy="2899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612"/>
              </a:lnTo>
              <a:lnTo>
                <a:pt x="2437262" y="197612"/>
              </a:lnTo>
              <a:lnTo>
                <a:pt x="2437262" y="28997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FD7883-DC22-F64C-A4BA-63298AAF6EAF}">
      <dsp:nvSpPr>
        <dsp:cNvPr id="0" name=""/>
        <dsp:cNvSpPr/>
      </dsp:nvSpPr>
      <dsp:spPr>
        <a:xfrm>
          <a:off x="2937839" y="1023970"/>
          <a:ext cx="1218631" cy="2899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612"/>
              </a:lnTo>
              <a:lnTo>
                <a:pt x="1218631" y="197612"/>
              </a:lnTo>
              <a:lnTo>
                <a:pt x="1218631" y="28997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040301-9F00-E64C-B174-64F530C78599}">
      <dsp:nvSpPr>
        <dsp:cNvPr id="0" name=""/>
        <dsp:cNvSpPr/>
      </dsp:nvSpPr>
      <dsp:spPr>
        <a:xfrm>
          <a:off x="2892119" y="1023970"/>
          <a:ext cx="91440" cy="2899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997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A98924-B208-294B-88B6-00A3B9B23525}">
      <dsp:nvSpPr>
        <dsp:cNvPr id="0" name=""/>
        <dsp:cNvSpPr/>
      </dsp:nvSpPr>
      <dsp:spPr>
        <a:xfrm>
          <a:off x="1719208" y="1023970"/>
          <a:ext cx="1218631" cy="289978"/>
        </a:xfrm>
        <a:custGeom>
          <a:avLst/>
          <a:gdLst/>
          <a:ahLst/>
          <a:cxnLst/>
          <a:rect l="0" t="0" r="0" b="0"/>
          <a:pathLst>
            <a:path>
              <a:moveTo>
                <a:pt x="1218631" y="0"/>
              </a:moveTo>
              <a:lnTo>
                <a:pt x="1218631" y="197612"/>
              </a:lnTo>
              <a:lnTo>
                <a:pt x="0" y="197612"/>
              </a:lnTo>
              <a:lnTo>
                <a:pt x="0" y="28997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062DB7-80CF-8E44-B453-AF966ACD1F37}">
      <dsp:nvSpPr>
        <dsp:cNvPr id="0" name=""/>
        <dsp:cNvSpPr/>
      </dsp:nvSpPr>
      <dsp:spPr>
        <a:xfrm>
          <a:off x="500577" y="1023970"/>
          <a:ext cx="2437262" cy="289978"/>
        </a:xfrm>
        <a:custGeom>
          <a:avLst/>
          <a:gdLst/>
          <a:ahLst/>
          <a:cxnLst/>
          <a:rect l="0" t="0" r="0" b="0"/>
          <a:pathLst>
            <a:path>
              <a:moveTo>
                <a:pt x="2437262" y="0"/>
              </a:moveTo>
              <a:lnTo>
                <a:pt x="2437262" y="197612"/>
              </a:lnTo>
              <a:lnTo>
                <a:pt x="0" y="197612"/>
              </a:lnTo>
              <a:lnTo>
                <a:pt x="0" y="289978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D0AC2F-FB7C-DA4A-9FB5-9535899B0EA2}">
      <dsp:nvSpPr>
        <dsp:cNvPr id="0" name=""/>
        <dsp:cNvSpPr/>
      </dsp:nvSpPr>
      <dsp:spPr>
        <a:xfrm>
          <a:off x="2439308" y="390836"/>
          <a:ext cx="997061" cy="6331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7441F-309E-6E43-9A4C-871907F7A266}">
      <dsp:nvSpPr>
        <dsp:cNvPr id="0" name=""/>
        <dsp:cNvSpPr/>
      </dsp:nvSpPr>
      <dsp:spPr>
        <a:xfrm>
          <a:off x="2550092" y="496081"/>
          <a:ext cx="997061" cy="63313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/>
            <a:t>用户功能模块</a:t>
          </a:r>
          <a:endParaRPr lang="zh-CN" sz="1500" kern="1200"/>
        </a:p>
      </dsp:txBody>
      <dsp:txXfrm>
        <a:off x="2568636" y="514625"/>
        <a:ext cx="959973" cy="596046"/>
      </dsp:txXfrm>
    </dsp:sp>
    <dsp:sp modelId="{8A68D945-3636-E74C-8FF2-921369A4DED2}">
      <dsp:nvSpPr>
        <dsp:cNvPr id="0" name=""/>
        <dsp:cNvSpPr/>
      </dsp:nvSpPr>
      <dsp:spPr>
        <a:xfrm>
          <a:off x="2046" y="1313949"/>
          <a:ext cx="997061" cy="6331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34D07-BBC7-3F4E-89E9-B827644F34EE}">
      <dsp:nvSpPr>
        <dsp:cNvPr id="0" name=""/>
        <dsp:cNvSpPr/>
      </dsp:nvSpPr>
      <dsp:spPr>
        <a:xfrm>
          <a:off x="112830" y="1419194"/>
          <a:ext cx="997061" cy="63313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500" kern="1200" dirty="0"/>
            <a:t>1.</a:t>
          </a:r>
          <a:r>
            <a:rPr kumimoji="1" lang="zh-CN" sz="1500" kern="1200" dirty="0"/>
            <a:t>修改个人信息</a:t>
          </a:r>
          <a:endParaRPr lang="zh-CN" sz="1500" kern="1200" dirty="0"/>
        </a:p>
      </dsp:txBody>
      <dsp:txXfrm>
        <a:off x="131374" y="1437738"/>
        <a:ext cx="959973" cy="596046"/>
      </dsp:txXfrm>
    </dsp:sp>
    <dsp:sp modelId="{BB5987B9-36E2-1542-869C-C02E4BD8E04C}">
      <dsp:nvSpPr>
        <dsp:cNvPr id="0" name=""/>
        <dsp:cNvSpPr/>
      </dsp:nvSpPr>
      <dsp:spPr>
        <a:xfrm>
          <a:off x="1220677" y="1313949"/>
          <a:ext cx="997061" cy="6331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294B6-5DCF-FE41-A464-C1F76FEBBD96}">
      <dsp:nvSpPr>
        <dsp:cNvPr id="0" name=""/>
        <dsp:cNvSpPr/>
      </dsp:nvSpPr>
      <dsp:spPr>
        <a:xfrm>
          <a:off x="1331461" y="1419194"/>
          <a:ext cx="997061" cy="63313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500" kern="1200" dirty="0"/>
            <a:t>2.</a:t>
          </a:r>
          <a:r>
            <a:rPr kumimoji="1" lang="zh-CN" sz="1500" kern="1200" dirty="0"/>
            <a:t>查看</a:t>
          </a:r>
          <a:r>
            <a:rPr kumimoji="1" lang="zh-CN" altLang="en-US" sz="1500" kern="1200" dirty="0"/>
            <a:t>、评论</a:t>
          </a:r>
          <a:endParaRPr lang="zh-CN" sz="1500" kern="1200" dirty="0"/>
        </a:p>
      </dsp:txBody>
      <dsp:txXfrm>
        <a:off x="1350005" y="1437738"/>
        <a:ext cx="959973" cy="596046"/>
      </dsp:txXfrm>
    </dsp:sp>
    <dsp:sp modelId="{42666773-121D-3D49-9068-A192519882BA}">
      <dsp:nvSpPr>
        <dsp:cNvPr id="0" name=""/>
        <dsp:cNvSpPr/>
      </dsp:nvSpPr>
      <dsp:spPr>
        <a:xfrm>
          <a:off x="2439308" y="1313949"/>
          <a:ext cx="997061" cy="6331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47A8A-8CB0-0948-AFFA-30D1CB0F1C89}">
      <dsp:nvSpPr>
        <dsp:cNvPr id="0" name=""/>
        <dsp:cNvSpPr/>
      </dsp:nvSpPr>
      <dsp:spPr>
        <a:xfrm>
          <a:off x="2550092" y="1419194"/>
          <a:ext cx="997061" cy="63313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500" kern="1200" dirty="0"/>
            <a:t>3.</a:t>
          </a:r>
          <a:r>
            <a:rPr kumimoji="1" lang="zh-CN" sz="1500" kern="1200" dirty="0"/>
            <a:t>购买图书</a:t>
          </a:r>
          <a:endParaRPr lang="zh-CN" sz="1500" kern="1200" dirty="0"/>
        </a:p>
      </dsp:txBody>
      <dsp:txXfrm>
        <a:off x="2568636" y="1437738"/>
        <a:ext cx="959973" cy="596046"/>
      </dsp:txXfrm>
    </dsp:sp>
    <dsp:sp modelId="{72FCE627-C878-EF41-8500-93A9965AC1A1}">
      <dsp:nvSpPr>
        <dsp:cNvPr id="0" name=""/>
        <dsp:cNvSpPr/>
      </dsp:nvSpPr>
      <dsp:spPr>
        <a:xfrm>
          <a:off x="3657939" y="1313949"/>
          <a:ext cx="997061" cy="6331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6A5B2-8BF0-334C-8D6E-5322216EC58B}">
      <dsp:nvSpPr>
        <dsp:cNvPr id="0" name=""/>
        <dsp:cNvSpPr/>
      </dsp:nvSpPr>
      <dsp:spPr>
        <a:xfrm>
          <a:off x="3768723" y="1419194"/>
          <a:ext cx="997061" cy="63313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500" kern="1200" dirty="0"/>
            <a:t>4.</a:t>
          </a:r>
          <a:r>
            <a:rPr kumimoji="1" lang="zh-CN" sz="1500" kern="1200" dirty="0"/>
            <a:t>管理个人订单</a:t>
          </a:r>
          <a:endParaRPr lang="zh-CN" sz="1500" kern="1200" dirty="0"/>
        </a:p>
      </dsp:txBody>
      <dsp:txXfrm>
        <a:off x="3787267" y="1437738"/>
        <a:ext cx="959973" cy="596046"/>
      </dsp:txXfrm>
    </dsp:sp>
    <dsp:sp modelId="{936BB667-F012-504D-8DA5-3C6F42A65DE1}">
      <dsp:nvSpPr>
        <dsp:cNvPr id="0" name=""/>
        <dsp:cNvSpPr/>
      </dsp:nvSpPr>
      <dsp:spPr>
        <a:xfrm>
          <a:off x="4876570" y="1313949"/>
          <a:ext cx="997061" cy="6331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7CD05-6D1E-0448-A662-57D0FBC4D193}">
      <dsp:nvSpPr>
        <dsp:cNvPr id="0" name=""/>
        <dsp:cNvSpPr/>
      </dsp:nvSpPr>
      <dsp:spPr>
        <a:xfrm>
          <a:off x="4987355" y="1419194"/>
          <a:ext cx="997061" cy="633134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500" kern="1200" dirty="0"/>
            <a:t>5.</a:t>
          </a:r>
          <a:r>
            <a:rPr kumimoji="1" lang="zh-CN" sz="1500" kern="1200" dirty="0"/>
            <a:t>联系在线客服</a:t>
          </a:r>
          <a:endParaRPr lang="zh-CN" sz="1500" kern="1200" dirty="0"/>
        </a:p>
      </dsp:txBody>
      <dsp:txXfrm>
        <a:off x="5005899" y="1437738"/>
        <a:ext cx="959973" cy="59604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E3FFA-6F05-A842-942E-C0268D4FFD33}">
      <dsp:nvSpPr>
        <dsp:cNvPr id="0" name=""/>
        <dsp:cNvSpPr/>
      </dsp:nvSpPr>
      <dsp:spPr>
        <a:xfrm>
          <a:off x="1231217" y="692371"/>
          <a:ext cx="1202437" cy="6012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500" kern="1200" dirty="0"/>
            <a:t>1.</a:t>
          </a:r>
          <a:r>
            <a:rPr kumimoji="1" lang="zh-CN" sz="1500" kern="1200" dirty="0"/>
            <a:t>修改个人信息</a:t>
          </a:r>
          <a:endParaRPr lang="zh-CN" sz="1500" kern="1200" dirty="0"/>
        </a:p>
      </dsp:txBody>
      <dsp:txXfrm>
        <a:off x="1248826" y="709980"/>
        <a:ext cx="1167219" cy="566000"/>
      </dsp:txXfrm>
    </dsp:sp>
    <dsp:sp modelId="{42A8B9CA-9EA2-EC4F-B4D0-22A2C03CABDF}">
      <dsp:nvSpPr>
        <dsp:cNvPr id="0" name=""/>
        <dsp:cNvSpPr/>
      </dsp:nvSpPr>
      <dsp:spPr>
        <a:xfrm rot="18289469">
          <a:off x="2253021" y="620034"/>
          <a:ext cx="84224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842243" y="27246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653087" y="626224"/>
        <a:ext cx="42112" cy="42112"/>
      </dsp:txXfrm>
    </dsp:sp>
    <dsp:sp modelId="{67D84966-E839-1443-956B-946FA61E157D}">
      <dsp:nvSpPr>
        <dsp:cNvPr id="0" name=""/>
        <dsp:cNvSpPr/>
      </dsp:nvSpPr>
      <dsp:spPr>
        <a:xfrm>
          <a:off x="2914631" y="969"/>
          <a:ext cx="1202437" cy="6012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/>
            <a:t>修改用户名、密码、姓名等</a:t>
          </a:r>
          <a:endParaRPr lang="zh-CN" sz="1500" kern="1200"/>
        </a:p>
      </dsp:txBody>
      <dsp:txXfrm>
        <a:off x="2932240" y="18578"/>
        <a:ext cx="1167219" cy="566000"/>
      </dsp:txXfrm>
    </dsp:sp>
    <dsp:sp modelId="{1460A598-FA19-B641-8FBA-C0ADD1624253}">
      <dsp:nvSpPr>
        <dsp:cNvPr id="0" name=""/>
        <dsp:cNvSpPr/>
      </dsp:nvSpPr>
      <dsp:spPr>
        <a:xfrm>
          <a:off x="2433655" y="965734"/>
          <a:ext cx="48097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480975" y="27246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662119" y="980956"/>
        <a:ext cx="24048" cy="24048"/>
      </dsp:txXfrm>
    </dsp:sp>
    <dsp:sp modelId="{D919F6A9-7C6C-F44B-99C1-AEC7ABE9B657}">
      <dsp:nvSpPr>
        <dsp:cNvPr id="0" name=""/>
        <dsp:cNvSpPr/>
      </dsp:nvSpPr>
      <dsp:spPr>
        <a:xfrm>
          <a:off x="2914631" y="692371"/>
          <a:ext cx="1202437" cy="6012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/>
            <a:t>新增收货地址</a:t>
          </a:r>
          <a:endParaRPr lang="zh-CN" sz="1500" kern="1200"/>
        </a:p>
      </dsp:txBody>
      <dsp:txXfrm>
        <a:off x="2932240" y="709980"/>
        <a:ext cx="1167219" cy="566000"/>
      </dsp:txXfrm>
    </dsp:sp>
    <dsp:sp modelId="{1BB87960-ABF2-3040-B250-8E0AE590C012}">
      <dsp:nvSpPr>
        <dsp:cNvPr id="0" name=""/>
        <dsp:cNvSpPr/>
      </dsp:nvSpPr>
      <dsp:spPr>
        <a:xfrm rot="3310531">
          <a:off x="2253021" y="1311435"/>
          <a:ext cx="84224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842243" y="27246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653087" y="1317625"/>
        <a:ext cx="42112" cy="42112"/>
      </dsp:txXfrm>
    </dsp:sp>
    <dsp:sp modelId="{D48E6706-B48B-DE4A-BE08-E26CA8DB8DDB}">
      <dsp:nvSpPr>
        <dsp:cNvPr id="0" name=""/>
        <dsp:cNvSpPr/>
      </dsp:nvSpPr>
      <dsp:spPr>
        <a:xfrm>
          <a:off x="2914631" y="1383773"/>
          <a:ext cx="1202437" cy="6012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500" kern="1200"/>
            <a:t>新增收藏图书</a:t>
          </a:r>
          <a:endParaRPr lang="zh-CN" sz="1500" kern="1200"/>
        </a:p>
      </dsp:txBody>
      <dsp:txXfrm>
        <a:off x="2932240" y="1401382"/>
        <a:ext cx="1167219" cy="566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0F919-1F4A-2544-AFFA-BCBE4BE0A164}">
      <dsp:nvSpPr>
        <dsp:cNvPr id="0" name=""/>
        <dsp:cNvSpPr/>
      </dsp:nvSpPr>
      <dsp:spPr>
        <a:xfrm>
          <a:off x="3219750" y="1101579"/>
          <a:ext cx="957211" cy="4786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300" kern="1200" dirty="0"/>
            <a:t>2.</a:t>
          </a:r>
          <a:r>
            <a:rPr kumimoji="1" lang="zh-CN" sz="1300" kern="1200" dirty="0"/>
            <a:t>查看</a:t>
          </a:r>
          <a:r>
            <a:rPr kumimoji="1" lang="zh-CN" altLang="en-US" sz="1300" kern="1200" dirty="0"/>
            <a:t>、评论</a:t>
          </a:r>
          <a:endParaRPr lang="zh-CN" sz="1300" kern="1200" dirty="0"/>
        </a:p>
      </dsp:txBody>
      <dsp:txXfrm>
        <a:off x="3233768" y="1115597"/>
        <a:ext cx="929175" cy="450569"/>
      </dsp:txXfrm>
    </dsp:sp>
    <dsp:sp modelId="{9C38738B-259F-C541-A962-4081E6ECF8EA}">
      <dsp:nvSpPr>
        <dsp:cNvPr id="0" name=""/>
        <dsp:cNvSpPr/>
      </dsp:nvSpPr>
      <dsp:spPr>
        <a:xfrm rot="17350740">
          <a:off x="3785663" y="774423"/>
          <a:ext cx="116548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65481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339266" y="761348"/>
        <a:ext cx="58274" cy="58274"/>
      </dsp:txXfrm>
    </dsp:sp>
    <dsp:sp modelId="{0A3653ED-2321-604D-9F2E-8DCC20C6DE85}">
      <dsp:nvSpPr>
        <dsp:cNvPr id="0" name=""/>
        <dsp:cNvSpPr/>
      </dsp:nvSpPr>
      <dsp:spPr>
        <a:xfrm>
          <a:off x="4559846" y="785"/>
          <a:ext cx="957211" cy="4786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300" kern="1200"/>
            <a:t>查看在架图书详细信息</a:t>
          </a:r>
          <a:endParaRPr lang="zh-CN" sz="1300" kern="1200"/>
        </a:p>
      </dsp:txBody>
      <dsp:txXfrm>
        <a:off x="4573864" y="14803"/>
        <a:ext cx="929175" cy="450569"/>
      </dsp:txXfrm>
    </dsp:sp>
    <dsp:sp modelId="{DA6C53AD-C316-EA4F-8F0A-FF02205873D9}">
      <dsp:nvSpPr>
        <dsp:cNvPr id="0" name=""/>
        <dsp:cNvSpPr/>
      </dsp:nvSpPr>
      <dsp:spPr>
        <a:xfrm rot="18289469">
          <a:off x="4033166" y="1049621"/>
          <a:ext cx="670475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670475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351642" y="1048921"/>
        <a:ext cx="33523" cy="33523"/>
      </dsp:txXfrm>
    </dsp:sp>
    <dsp:sp modelId="{E850766D-CDD8-F747-97C8-E392BF4454F5}">
      <dsp:nvSpPr>
        <dsp:cNvPr id="0" name=""/>
        <dsp:cNvSpPr/>
      </dsp:nvSpPr>
      <dsp:spPr>
        <a:xfrm>
          <a:off x="4559846" y="551182"/>
          <a:ext cx="957211" cy="4786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300" kern="1200" dirty="0"/>
            <a:t>查看图书资讯</a:t>
          </a:r>
          <a:endParaRPr lang="zh-CN" sz="1300" kern="1200" dirty="0"/>
        </a:p>
      </dsp:txBody>
      <dsp:txXfrm>
        <a:off x="4573864" y="565200"/>
        <a:ext cx="929175" cy="450569"/>
      </dsp:txXfrm>
    </dsp:sp>
    <dsp:sp modelId="{52F66A4A-A324-8848-9A29-3C132F809197}">
      <dsp:nvSpPr>
        <dsp:cNvPr id="0" name=""/>
        <dsp:cNvSpPr/>
      </dsp:nvSpPr>
      <dsp:spPr>
        <a:xfrm>
          <a:off x="4176961" y="1324819"/>
          <a:ext cx="38288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382884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358831" y="1331309"/>
        <a:ext cx="19144" cy="19144"/>
      </dsp:txXfrm>
    </dsp:sp>
    <dsp:sp modelId="{F18E5B49-2FD5-CC4C-9E3E-54EBC7C34056}">
      <dsp:nvSpPr>
        <dsp:cNvPr id="0" name=""/>
        <dsp:cNvSpPr/>
      </dsp:nvSpPr>
      <dsp:spPr>
        <a:xfrm>
          <a:off x="4559846" y="1101579"/>
          <a:ext cx="957211" cy="4786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300" kern="1200"/>
            <a:t>查看全部订单及其状态</a:t>
          </a:r>
          <a:endParaRPr lang="zh-CN" sz="1300" kern="1200"/>
        </a:p>
      </dsp:txBody>
      <dsp:txXfrm>
        <a:off x="4573864" y="1115597"/>
        <a:ext cx="929175" cy="450569"/>
      </dsp:txXfrm>
    </dsp:sp>
    <dsp:sp modelId="{3EAF8478-7AFC-2D49-A5C7-04386427704D}">
      <dsp:nvSpPr>
        <dsp:cNvPr id="0" name=""/>
        <dsp:cNvSpPr/>
      </dsp:nvSpPr>
      <dsp:spPr>
        <a:xfrm rot="3310531">
          <a:off x="4033166" y="1600018"/>
          <a:ext cx="670475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670475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351642" y="1599318"/>
        <a:ext cx="33523" cy="33523"/>
      </dsp:txXfrm>
    </dsp:sp>
    <dsp:sp modelId="{1F644788-460D-104A-A73E-8135BC9A2CB1}">
      <dsp:nvSpPr>
        <dsp:cNvPr id="0" name=""/>
        <dsp:cNvSpPr/>
      </dsp:nvSpPr>
      <dsp:spPr>
        <a:xfrm>
          <a:off x="4559846" y="1651975"/>
          <a:ext cx="957211" cy="4786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300" kern="1200" dirty="0"/>
            <a:t>查看购物车</a:t>
          </a:r>
          <a:endParaRPr lang="zh-CN" sz="1300" kern="1200" dirty="0"/>
        </a:p>
      </dsp:txBody>
      <dsp:txXfrm>
        <a:off x="4573864" y="1665993"/>
        <a:ext cx="929175" cy="450569"/>
      </dsp:txXfrm>
    </dsp:sp>
    <dsp:sp modelId="{569E1423-5D95-CF47-8F72-7CBB1180185A}">
      <dsp:nvSpPr>
        <dsp:cNvPr id="0" name=""/>
        <dsp:cNvSpPr/>
      </dsp:nvSpPr>
      <dsp:spPr>
        <a:xfrm rot="4249260">
          <a:off x="3785663" y="1875216"/>
          <a:ext cx="116548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65481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339266" y="1862141"/>
        <a:ext cx="58274" cy="58274"/>
      </dsp:txXfrm>
    </dsp:sp>
    <dsp:sp modelId="{6B2D19E2-AF12-AD4A-967F-DB4795C75CF4}">
      <dsp:nvSpPr>
        <dsp:cNvPr id="0" name=""/>
        <dsp:cNvSpPr/>
      </dsp:nvSpPr>
      <dsp:spPr>
        <a:xfrm>
          <a:off x="4559846" y="2202372"/>
          <a:ext cx="957211" cy="4786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评论图书</a:t>
          </a:r>
          <a:endParaRPr lang="zh-CN" sz="1300" kern="1200" dirty="0"/>
        </a:p>
      </dsp:txBody>
      <dsp:txXfrm>
        <a:off x="4573864" y="2216390"/>
        <a:ext cx="929175" cy="45056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2327-2D11-A14E-85B7-11BB70EC1E47}">
      <dsp:nvSpPr>
        <dsp:cNvPr id="0" name=""/>
        <dsp:cNvSpPr/>
      </dsp:nvSpPr>
      <dsp:spPr>
        <a:xfrm>
          <a:off x="1433725" y="1461338"/>
          <a:ext cx="1269822" cy="6349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/>
            <a:t>3.</a:t>
          </a:r>
          <a:r>
            <a:rPr kumimoji="1" lang="zh-CN" sz="1900" kern="1200"/>
            <a:t>购买图书</a:t>
          </a:r>
          <a:endParaRPr lang="zh-CN" sz="1900" kern="1200"/>
        </a:p>
      </dsp:txBody>
      <dsp:txXfrm>
        <a:off x="1452321" y="1479934"/>
        <a:ext cx="1232630" cy="597719"/>
      </dsp:txXfrm>
    </dsp:sp>
    <dsp:sp modelId="{A862DF62-ABA4-F741-8F5F-716ACAD87865}">
      <dsp:nvSpPr>
        <dsp:cNvPr id="0" name=""/>
        <dsp:cNvSpPr/>
      </dsp:nvSpPr>
      <dsp:spPr>
        <a:xfrm rot="17350740">
          <a:off x="2184457" y="1032583"/>
          <a:ext cx="154611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46110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918860" y="1009993"/>
        <a:ext cx="77305" cy="77305"/>
      </dsp:txXfrm>
    </dsp:sp>
    <dsp:sp modelId="{9D30DA9C-6A59-7E44-B4D8-B5E6F887262B}">
      <dsp:nvSpPr>
        <dsp:cNvPr id="0" name=""/>
        <dsp:cNvSpPr/>
      </dsp:nvSpPr>
      <dsp:spPr>
        <a:xfrm>
          <a:off x="3211477" y="1042"/>
          <a:ext cx="1269822" cy="6349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900" kern="1200"/>
            <a:t>添加购物车</a:t>
          </a:r>
          <a:endParaRPr lang="zh-CN" sz="1900" kern="1200"/>
        </a:p>
      </dsp:txBody>
      <dsp:txXfrm>
        <a:off x="3230073" y="19638"/>
        <a:ext cx="1232630" cy="597719"/>
      </dsp:txXfrm>
    </dsp:sp>
    <dsp:sp modelId="{49E386B8-DA31-2140-B5B5-AF518A7AC7BC}">
      <dsp:nvSpPr>
        <dsp:cNvPr id="0" name=""/>
        <dsp:cNvSpPr/>
      </dsp:nvSpPr>
      <dsp:spPr>
        <a:xfrm rot="18289469">
          <a:off x="2512791" y="1397657"/>
          <a:ext cx="88944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889442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935276" y="1391483"/>
        <a:ext cx="44472" cy="44472"/>
      </dsp:txXfrm>
    </dsp:sp>
    <dsp:sp modelId="{811BAEB6-2105-C246-BBD7-F476C15D6850}">
      <dsp:nvSpPr>
        <dsp:cNvPr id="0" name=""/>
        <dsp:cNvSpPr/>
      </dsp:nvSpPr>
      <dsp:spPr>
        <a:xfrm>
          <a:off x="3211477" y="731190"/>
          <a:ext cx="1269822" cy="6349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900" kern="1200"/>
            <a:t>发起订单</a:t>
          </a:r>
          <a:endParaRPr lang="zh-CN" sz="1900" kern="1200"/>
        </a:p>
      </dsp:txBody>
      <dsp:txXfrm>
        <a:off x="3230073" y="749786"/>
        <a:ext cx="1232630" cy="597719"/>
      </dsp:txXfrm>
    </dsp:sp>
    <dsp:sp modelId="{2B4AC490-2E3A-D349-B644-2EB8C926E7FA}">
      <dsp:nvSpPr>
        <dsp:cNvPr id="0" name=""/>
        <dsp:cNvSpPr/>
      </dsp:nvSpPr>
      <dsp:spPr>
        <a:xfrm>
          <a:off x="2703548" y="1762731"/>
          <a:ext cx="50792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07929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944814" y="1766095"/>
        <a:ext cx="25396" cy="25396"/>
      </dsp:txXfrm>
    </dsp:sp>
    <dsp:sp modelId="{0560D556-7DB9-3F44-9F95-26290CA9E0B7}">
      <dsp:nvSpPr>
        <dsp:cNvPr id="0" name=""/>
        <dsp:cNvSpPr/>
      </dsp:nvSpPr>
      <dsp:spPr>
        <a:xfrm>
          <a:off x="3211477" y="1461338"/>
          <a:ext cx="1269822" cy="6349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900" kern="1200"/>
            <a:t>支付订单</a:t>
          </a:r>
          <a:endParaRPr lang="zh-CN" sz="1900" kern="1200"/>
        </a:p>
      </dsp:txBody>
      <dsp:txXfrm>
        <a:off x="3230073" y="1479934"/>
        <a:ext cx="1232630" cy="597719"/>
      </dsp:txXfrm>
    </dsp:sp>
    <dsp:sp modelId="{B49D271C-1C4E-9C45-BFCD-908973A76C7E}">
      <dsp:nvSpPr>
        <dsp:cNvPr id="0" name=""/>
        <dsp:cNvSpPr/>
      </dsp:nvSpPr>
      <dsp:spPr>
        <a:xfrm rot="3310531">
          <a:off x="2512791" y="2127806"/>
          <a:ext cx="88944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889442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935276" y="2121631"/>
        <a:ext cx="44472" cy="44472"/>
      </dsp:txXfrm>
    </dsp:sp>
    <dsp:sp modelId="{9CE11BBE-5ED5-9B4F-969D-6A9D799957E2}">
      <dsp:nvSpPr>
        <dsp:cNvPr id="0" name=""/>
        <dsp:cNvSpPr/>
      </dsp:nvSpPr>
      <dsp:spPr>
        <a:xfrm>
          <a:off x="3211477" y="2191486"/>
          <a:ext cx="1269822" cy="6349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900" kern="1200"/>
            <a:t>确认收货</a:t>
          </a:r>
          <a:endParaRPr lang="zh-CN" sz="1900" kern="1200"/>
        </a:p>
      </dsp:txBody>
      <dsp:txXfrm>
        <a:off x="3230073" y="2210082"/>
        <a:ext cx="1232630" cy="597719"/>
      </dsp:txXfrm>
    </dsp:sp>
    <dsp:sp modelId="{0E463688-6AF4-BD44-B4F8-CC0CB6A19049}">
      <dsp:nvSpPr>
        <dsp:cNvPr id="0" name=""/>
        <dsp:cNvSpPr/>
      </dsp:nvSpPr>
      <dsp:spPr>
        <a:xfrm rot="4249260">
          <a:off x="2184457" y="2492880"/>
          <a:ext cx="154611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46110" y="160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918860" y="2470289"/>
        <a:ext cx="77305" cy="77305"/>
      </dsp:txXfrm>
    </dsp:sp>
    <dsp:sp modelId="{B082BE32-8FAA-EB4F-B90A-4DDDC1ADE699}">
      <dsp:nvSpPr>
        <dsp:cNvPr id="0" name=""/>
        <dsp:cNvSpPr/>
      </dsp:nvSpPr>
      <dsp:spPr>
        <a:xfrm>
          <a:off x="3211477" y="2921634"/>
          <a:ext cx="1269822" cy="6349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900" kern="1200"/>
            <a:t>退款</a:t>
          </a:r>
          <a:endParaRPr lang="zh-CN" sz="1900" kern="1200"/>
        </a:p>
      </dsp:txBody>
      <dsp:txXfrm>
        <a:off x="3230073" y="2940230"/>
        <a:ext cx="1232630" cy="59771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90CD1C-7B2F-FB4B-A6EC-E61A401BF558}">
      <dsp:nvSpPr>
        <dsp:cNvPr id="0" name=""/>
        <dsp:cNvSpPr/>
      </dsp:nvSpPr>
      <dsp:spPr>
        <a:xfrm>
          <a:off x="2035020" y="1278235"/>
          <a:ext cx="887806" cy="4439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/>
            <a:t>4.</a:t>
          </a:r>
          <a:r>
            <a:rPr kumimoji="1" lang="zh-CN" sz="1200" kern="1200"/>
            <a:t>管理个人订单</a:t>
          </a:r>
          <a:endParaRPr lang="zh-CN" sz="1200" kern="1200"/>
        </a:p>
      </dsp:txBody>
      <dsp:txXfrm>
        <a:off x="2048021" y="1291236"/>
        <a:ext cx="861804" cy="417901"/>
      </dsp:txXfrm>
    </dsp:sp>
    <dsp:sp modelId="{C74EE9DF-0297-D049-A9A2-2B0160247014}">
      <dsp:nvSpPr>
        <dsp:cNvPr id="0" name=""/>
        <dsp:cNvSpPr/>
      </dsp:nvSpPr>
      <dsp:spPr>
        <a:xfrm rot="17132988">
          <a:off x="2438033" y="848761"/>
          <a:ext cx="132470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324708" y="133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67270" y="828959"/>
        <a:ext cx="66235" cy="66235"/>
      </dsp:txXfrm>
    </dsp:sp>
    <dsp:sp modelId="{5D64FAD2-E26C-4444-8A34-8CD411A47EC1}">
      <dsp:nvSpPr>
        <dsp:cNvPr id="0" name=""/>
        <dsp:cNvSpPr/>
      </dsp:nvSpPr>
      <dsp:spPr>
        <a:xfrm>
          <a:off x="3277949" y="2014"/>
          <a:ext cx="887806" cy="4439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200" kern="1200"/>
            <a:t>未支付订单</a:t>
          </a:r>
          <a:endParaRPr lang="zh-CN" sz="1200" kern="1200"/>
        </a:p>
      </dsp:txBody>
      <dsp:txXfrm>
        <a:off x="3290950" y="15015"/>
        <a:ext cx="861804" cy="417901"/>
      </dsp:txXfrm>
    </dsp:sp>
    <dsp:sp modelId="{BD8F4B60-42D4-E84E-A782-DA2115FBAE3A}">
      <dsp:nvSpPr>
        <dsp:cNvPr id="0" name=""/>
        <dsp:cNvSpPr/>
      </dsp:nvSpPr>
      <dsp:spPr>
        <a:xfrm rot="17692822">
          <a:off x="2678351" y="1104005"/>
          <a:ext cx="84407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844072" y="133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79286" y="1096219"/>
        <a:ext cx="42203" cy="42203"/>
      </dsp:txXfrm>
    </dsp:sp>
    <dsp:sp modelId="{75274E41-1170-EE43-9920-9745885686B7}">
      <dsp:nvSpPr>
        <dsp:cNvPr id="0" name=""/>
        <dsp:cNvSpPr/>
      </dsp:nvSpPr>
      <dsp:spPr>
        <a:xfrm>
          <a:off x="3277949" y="512503"/>
          <a:ext cx="887806" cy="4439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200" kern="1200"/>
            <a:t>已支付订单</a:t>
          </a:r>
          <a:endParaRPr lang="zh-CN" sz="1200" kern="1200"/>
        </a:p>
      </dsp:txBody>
      <dsp:txXfrm>
        <a:off x="3290950" y="525504"/>
        <a:ext cx="861804" cy="417901"/>
      </dsp:txXfrm>
    </dsp:sp>
    <dsp:sp modelId="{51152487-79FC-5344-8864-52070F12BAD6}">
      <dsp:nvSpPr>
        <dsp:cNvPr id="0" name=""/>
        <dsp:cNvSpPr/>
      </dsp:nvSpPr>
      <dsp:spPr>
        <a:xfrm rot="19457599">
          <a:off x="2881720" y="1359249"/>
          <a:ext cx="43733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37334" y="133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89454" y="1361631"/>
        <a:ext cx="21866" cy="21866"/>
      </dsp:txXfrm>
    </dsp:sp>
    <dsp:sp modelId="{5CE103D0-04EF-324B-B179-0B3476DA8959}">
      <dsp:nvSpPr>
        <dsp:cNvPr id="0" name=""/>
        <dsp:cNvSpPr/>
      </dsp:nvSpPr>
      <dsp:spPr>
        <a:xfrm>
          <a:off x="3277949" y="1022991"/>
          <a:ext cx="887806" cy="4439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200" kern="1200"/>
            <a:t>已发货订单</a:t>
          </a:r>
          <a:endParaRPr lang="zh-CN" sz="1200" kern="1200"/>
        </a:p>
      </dsp:txBody>
      <dsp:txXfrm>
        <a:off x="3290950" y="1035992"/>
        <a:ext cx="861804" cy="417901"/>
      </dsp:txXfrm>
    </dsp:sp>
    <dsp:sp modelId="{68E60FD2-0E62-9B43-8F04-4AD93FCA419A}">
      <dsp:nvSpPr>
        <dsp:cNvPr id="0" name=""/>
        <dsp:cNvSpPr/>
      </dsp:nvSpPr>
      <dsp:spPr>
        <a:xfrm rot="2142401">
          <a:off x="2881720" y="1614494"/>
          <a:ext cx="43733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437334" y="133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89454" y="1616876"/>
        <a:ext cx="21866" cy="21866"/>
      </dsp:txXfrm>
    </dsp:sp>
    <dsp:sp modelId="{EB131093-1FFD-194F-90EE-84E34EA51302}">
      <dsp:nvSpPr>
        <dsp:cNvPr id="0" name=""/>
        <dsp:cNvSpPr/>
      </dsp:nvSpPr>
      <dsp:spPr>
        <a:xfrm>
          <a:off x="3277949" y="1533480"/>
          <a:ext cx="887806" cy="4439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200" kern="1200"/>
            <a:t>已完成订单</a:t>
          </a:r>
          <a:endParaRPr lang="zh-CN" sz="1200" kern="1200"/>
        </a:p>
      </dsp:txBody>
      <dsp:txXfrm>
        <a:off x="3290950" y="1546481"/>
        <a:ext cx="861804" cy="417901"/>
      </dsp:txXfrm>
    </dsp:sp>
    <dsp:sp modelId="{3EFF8131-E4F9-264A-8425-C127815CB151}">
      <dsp:nvSpPr>
        <dsp:cNvPr id="0" name=""/>
        <dsp:cNvSpPr/>
      </dsp:nvSpPr>
      <dsp:spPr>
        <a:xfrm rot="3907178">
          <a:off x="2678351" y="1869738"/>
          <a:ext cx="84407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844072" y="133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79286" y="1861952"/>
        <a:ext cx="42203" cy="42203"/>
      </dsp:txXfrm>
    </dsp:sp>
    <dsp:sp modelId="{0B17B9B6-C668-584A-ABD6-3A341D7955CD}">
      <dsp:nvSpPr>
        <dsp:cNvPr id="0" name=""/>
        <dsp:cNvSpPr/>
      </dsp:nvSpPr>
      <dsp:spPr>
        <a:xfrm>
          <a:off x="3277949" y="2043968"/>
          <a:ext cx="887806" cy="4439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200" kern="1200"/>
            <a:t>已退款订单</a:t>
          </a:r>
          <a:endParaRPr lang="zh-CN" sz="1200" kern="1200"/>
        </a:p>
      </dsp:txBody>
      <dsp:txXfrm>
        <a:off x="3290950" y="2056969"/>
        <a:ext cx="861804" cy="417901"/>
      </dsp:txXfrm>
    </dsp:sp>
    <dsp:sp modelId="{02529842-96D1-8C4F-924E-734F14004878}">
      <dsp:nvSpPr>
        <dsp:cNvPr id="0" name=""/>
        <dsp:cNvSpPr/>
      </dsp:nvSpPr>
      <dsp:spPr>
        <a:xfrm rot="4467012">
          <a:off x="2438033" y="2124982"/>
          <a:ext cx="132470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324708" y="1331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67270" y="2105180"/>
        <a:ext cx="66235" cy="66235"/>
      </dsp:txXfrm>
    </dsp:sp>
    <dsp:sp modelId="{7DC61291-DAC7-3643-821D-725085C1996C}">
      <dsp:nvSpPr>
        <dsp:cNvPr id="0" name=""/>
        <dsp:cNvSpPr/>
      </dsp:nvSpPr>
      <dsp:spPr>
        <a:xfrm>
          <a:off x="3277949" y="2554457"/>
          <a:ext cx="887806" cy="4439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1200" kern="1200"/>
            <a:t>已取消订单</a:t>
          </a:r>
          <a:endParaRPr lang="zh-CN" sz="1200" kern="1200"/>
        </a:p>
      </dsp:txBody>
      <dsp:txXfrm>
        <a:off x="3290950" y="2567458"/>
        <a:ext cx="861804" cy="4179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9C367-9BE2-B1EA-8614-719869488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517E06-9404-B174-05DE-1148BD811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1559F1-71ED-1CB1-F2C6-0132AE82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9EAB-39B7-2B4B-8E51-C11B10EB1568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F5C64-A591-6CE0-5D81-4EBFE0587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23C165-B7ED-D982-66DE-6745FD20C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7D7D-288C-384E-90B0-3F79FDD837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86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43595-B01A-773C-1972-1663D1A28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FB91A1-B97E-80DC-8969-5078CEFE4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613482-1267-85F6-AE96-83F9F1CC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9EAB-39B7-2B4B-8E51-C11B10EB1568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4A84AE-F4B9-E763-F5EB-063DD03B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EA0994-A091-80E9-7CB4-9FF2F255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7D7D-288C-384E-90B0-3F79FDD837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01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8061E-6B40-D079-6FB9-E2E14490B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C3978B-A6B3-A82C-2190-C0546CCC8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6E5EC8-65CE-E836-4CB7-757AB5CC6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9EAB-39B7-2B4B-8E51-C11B10EB1568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67A2CB-4442-171E-B75B-90CA56DC2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E1DB0F-5662-FE7F-F97E-E7AD3DA8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7D7D-288C-384E-90B0-3F79FDD837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698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29FD9-72F0-823B-AF23-7C432850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D40953-A309-3257-5C18-CD6FC0D15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99F218-7EDA-57CB-2DE6-0B83F117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C7D28-C869-C84F-45F3-D37BEBB76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9EAB-39B7-2B4B-8E51-C11B10EB1568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99379-813F-0B9D-066E-523FB5C4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0702B0-3695-C520-8FF3-2B92F834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7D7D-288C-384E-90B0-3F79FDD837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5593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6E6AD-5271-35DC-27E9-516D5666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AFDD4A-F48D-CDC5-CF14-45E28F74C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CE386D-0E96-4399-16F1-DDC346D17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A0F42E-8B9A-A2AF-BBB0-2DFD859BF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B638CA-04DA-F9BA-DFAC-23861D228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BD0FA9F-7155-861E-4A99-63AAF4F73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9EAB-39B7-2B4B-8E51-C11B10EB1568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8ED165-FDBC-1C6F-70F4-52A763D4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414E4A-FFCE-5902-393D-B14431E1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7D7D-288C-384E-90B0-3F79FDD837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312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F46B6F-2F7C-E434-E095-E985A7996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D072D5-E708-9718-4603-6FD3B0F80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9EAB-39B7-2B4B-8E51-C11B10EB1568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A5C0F5-5930-C445-0C4A-1F9D6900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CA5DFC-8D10-1F76-4715-E5B497D0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7D7D-288C-384E-90B0-3F79FDD837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608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C593A6-5A89-02C5-A0BF-C348FF4C1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9EAB-39B7-2B4B-8E51-C11B10EB1568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D47628-4C82-F839-DCEB-1E6FD19D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3BE6EA-8239-E64D-4959-A9613B49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7D7D-288C-384E-90B0-3F79FDD837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411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38375-1493-EF8F-FC78-D6BD3A048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BF0D26-F88C-4A20-3475-5E55A4628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A2226A-2E9C-1411-D140-BFD5F0042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6A8DA5-98F7-5386-807C-FB5D8A2C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9EAB-39B7-2B4B-8E51-C11B10EB1568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2020EC-C4B6-0FF7-A5EF-092C3E956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D9E29E-BF63-886A-BFB4-5041F215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7D7D-288C-384E-90B0-3F79FDD837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31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C2C9F-0901-E680-2F0D-411A41B76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D531BFE-4787-5B44-8869-D18E40BE5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696B7E-DAE1-1CE7-23AF-6C9BA083E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E72A29-C94C-F4A6-98EB-4FDB7FF2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9EAB-39B7-2B4B-8E51-C11B10EB1568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176B5-1FF7-F5A4-88FA-A80FA6989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6E5285-49D3-0B43-F8D4-399EEDD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7D7D-288C-384E-90B0-3F79FDD837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553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8E0D6-9599-39C7-5BAD-05F42FDD8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251518-6452-7C42-6CA6-2AAD321DB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B67795-BB25-4217-DB99-EFAC1ED9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9EAB-39B7-2B4B-8E51-C11B10EB1568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A8C9AC-00C6-ED21-B806-3812B014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9C5041-3841-9481-B64F-9544801B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7D7D-288C-384E-90B0-3F79FDD837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5273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A2C4C7-5581-8E59-D202-586D0ED7E5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AA6812-04D3-8ADB-5671-CD93EC128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15FCB9-D12B-8C52-B5A6-4CA23531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9EAB-39B7-2B4B-8E51-C11B10EB1568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7EB708-840A-848F-EF90-00EC2394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5C029F-FB96-93BA-0A78-D15BA390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E7D7D-288C-384E-90B0-3F79FDD837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008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7C1693-87A1-0063-FEAE-57BB84FD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64A8DE-B4D7-C77A-B55E-443A2DC06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AABC41-0C52-E434-2674-3B5CA4926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9EAB-39B7-2B4B-8E51-C11B10EB1568}" type="datetimeFigureOut">
              <a:rPr kumimoji="1" lang="zh-CN" altLang="en-US" smtClean="0"/>
              <a:t>2023/12/15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D986AC-AF8E-D511-0D8A-B3865D049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65C36D-E3E6-CCEC-A6FE-EC0FFB34E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E7D7D-288C-384E-90B0-3F79FDD837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9901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050B982E-137A-3816-1D0B-D0150A99F0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1855891"/>
              </p:ext>
            </p:extLst>
          </p:nvPr>
        </p:nvGraphicFramePr>
        <p:xfrm>
          <a:off x="1356345" y="618641"/>
          <a:ext cx="4739655" cy="3868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62BEE3B1-6CA1-0BD8-2319-3063F8CAB271}"/>
              </a:ext>
            </a:extLst>
          </p:cNvPr>
          <p:cNvSpPr/>
          <p:nvPr/>
        </p:nvSpPr>
        <p:spPr>
          <a:xfrm>
            <a:off x="6993215" y="909154"/>
            <a:ext cx="4739655" cy="3868839"/>
          </a:xfrm>
          <a:prstGeom prst="rect">
            <a:avLst/>
          </a:prstGeom>
        </p:spPr>
        <p:txBody>
          <a:bodyPr/>
          <a:lstStyle/>
          <a:p>
            <a:pPr lvl="0">
              <a:buChar char="•"/>
            </a:pPr>
            <a:r>
              <a:rPr kumimoji="1" lang="zh-CN" dirty="0"/>
              <a:t>用户功能模块</a:t>
            </a:r>
            <a:endParaRPr lang="zh-CN" dirty="0"/>
          </a:p>
          <a:p>
            <a:pPr lvl="1">
              <a:buChar char="•"/>
            </a:pPr>
            <a:r>
              <a:rPr kumimoji="1" lang="en-US" altLang="zh-CN" dirty="0"/>
              <a:t>1.</a:t>
            </a:r>
            <a:r>
              <a:rPr kumimoji="1" lang="zh-CN" dirty="0"/>
              <a:t>个人中心</a:t>
            </a:r>
            <a:endParaRPr lang="zh-CN" dirty="0"/>
          </a:p>
          <a:p>
            <a:pPr lvl="1">
              <a:buChar char="•"/>
            </a:pPr>
            <a:r>
              <a:rPr kumimoji="1" lang="en-US" altLang="zh-CN" dirty="0"/>
              <a:t>2.</a:t>
            </a:r>
            <a:r>
              <a:rPr kumimoji="1" lang="zh-CN" dirty="0"/>
              <a:t>用户管理</a:t>
            </a:r>
            <a:endParaRPr lang="zh-CN" dirty="0"/>
          </a:p>
          <a:p>
            <a:pPr lvl="1">
              <a:buChar char="•"/>
            </a:pPr>
            <a:r>
              <a:rPr kumimoji="1" lang="en-US" altLang="zh-CN" dirty="0"/>
              <a:t>3.</a:t>
            </a:r>
            <a:r>
              <a:rPr kumimoji="1" lang="zh-CN" dirty="0"/>
              <a:t>图书分类管理</a:t>
            </a:r>
            <a:endParaRPr lang="zh-CN" dirty="0"/>
          </a:p>
          <a:p>
            <a:pPr lvl="1">
              <a:buChar char="•"/>
            </a:pPr>
            <a:r>
              <a:rPr kumimoji="1" lang="en-US" altLang="zh-CN" dirty="0"/>
              <a:t>4.</a:t>
            </a:r>
            <a:r>
              <a:rPr kumimoji="1" lang="zh-CN" dirty="0"/>
              <a:t>图书信息管理</a:t>
            </a:r>
            <a:endParaRPr lang="zh-CN" dirty="0"/>
          </a:p>
          <a:p>
            <a:pPr lvl="1">
              <a:buChar char="•"/>
            </a:pPr>
            <a:r>
              <a:rPr kumimoji="1" lang="en-US" altLang="zh-CN" dirty="0"/>
              <a:t>5.</a:t>
            </a:r>
            <a:r>
              <a:rPr kumimoji="1" lang="zh-CN" dirty="0"/>
              <a:t>系统管理</a:t>
            </a:r>
            <a:endParaRPr lang="zh-CN" dirty="0"/>
          </a:p>
          <a:p>
            <a:pPr lvl="1">
              <a:buChar char="•"/>
            </a:pPr>
            <a:r>
              <a:rPr kumimoji="1" lang="en-US" altLang="zh-CN" dirty="0"/>
              <a:t>6.</a:t>
            </a:r>
            <a:r>
              <a:rPr kumimoji="1" lang="zh-CN" dirty="0"/>
              <a:t>订单管理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291092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A77C4343-A624-BD70-403C-513E08DD1C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9214311"/>
              </p:ext>
            </p:extLst>
          </p:nvPr>
        </p:nvGraphicFramePr>
        <p:xfrm>
          <a:off x="143058" y="514995"/>
          <a:ext cx="3877985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5C0BA998-E915-9209-9F14-98DDB69A17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2215320"/>
              </p:ext>
            </p:extLst>
          </p:nvPr>
        </p:nvGraphicFramePr>
        <p:xfrm>
          <a:off x="5926238" y="319378"/>
          <a:ext cx="3647152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295E3A5-58EA-74C9-D0ED-422375CE6D35}"/>
              </a:ext>
            </a:extLst>
          </p:cNvPr>
          <p:cNvSpPr/>
          <p:nvPr/>
        </p:nvSpPr>
        <p:spPr>
          <a:xfrm>
            <a:off x="0" y="2724795"/>
            <a:ext cx="3877985" cy="923330"/>
          </a:xfrm>
          <a:prstGeom prst="rect">
            <a:avLst/>
          </a:prstGeom>
        </p:spPr>
        <p:txBody>
          <a:bodyPr/>
          <a:lstStyle/>
          <a:p>
            <a:pPr lvl="0">
              <a:buChar char="•"/>
            </a:pPr>
            <a:r>
              <a:rPr kumimoji="1" lang="en-US" altLang="zh-CN" dirty="0"/>
              <a:t>1.</a:t>
            </a:r>
            <a:r>
              <a:rPr kumimoji="1" lang="zh-CN" dirty="0"/>
              <a:t>个人中心</a:t>
            </a:r>
            <a:endParaRPr lang="en-US" altLang="zh-CN" dirty="0"/>
          </a:p>
          <a:p>
            <a:pPr lvl="1">
              <a:buChar char="•"/>
            </a:pPr>
            <a:r>
              <a:rPr kumimoji="1" lang="zh-CN" dirty="0"/>
              <a:t>修改密码</a:t>
            </a:r>
            <a:r>
              <a:rPr kumimoji="1" lang="en-US" dirty="0"/>
              <a:t>		</a:t>
            </a:r>
            <a:endParaRPr lang="en-US" dirty="0"/>
          </a:p>
          <a:p>
            <a:pPr lvl="1">
              <a:buChar char="•"/>
            </a:pPr>
            <a:r>
              <a:rPr kumimoji="1" lang="zh-CN" dirty="0"/>
              <a:t>修改用户名</a:t>
            </a:r>
            <a:endParaRPr 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F0F2D5B-760D-40F4-3733-ABFE71214113}"/>
              </a:ext>
            </a:extLst>
          </p:cNvPr>
          <p:cNvSpPr/>
          <p:nvPr/>
        </p:nvSpPr>
        <p:spPr>
          <a:xfrm>
            <a:off x="2618610" y="2333685"/>
            <a:ext cx="3647152" cy="4524315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en-US" altLang="zh-CN" dirty="0"/>
              <a:t>2.</a:t>
            </a:r>
            <a:r>
              <a:rPr kumimoji="1" lang="zh-CN" dirty="0"/>
              <a:t>用户管理</a:t>
            </a:r>
            <a:endParaRPr lang="zh-CN" dirty="0"/>
          </a:p>
          <a:p>
            <a:pPr lvl="1"/>
            <a:r>
              <a:rPr kumimoji="1" lang="zh-CN" dirty="0"/>
              <a:t>添加用户</a:t>
            </a:r>
            <a:endParaRPr lang="zh-CN" dirty="0"/>
          </a:p>
          <a:p>
            <a:pPr lvl="1"/>
            <a:r>
              <a:rPr kumimoji="1" lang="zh-CN" dirty="0"/>
              <a:t>删除用户信息</a:t>
            </a:r>
            <a:endParaRPr lang="zh-CN" dirty="0"/>
          </a:p>
          <a:p>
            <a:pPr lvl="2"/>
            <a:r>
              <a:rPr kumimoji="1" lang="zh-CN" dirty="0"/>
              <a:t>单一删除</a:t>
            </a:r>
            <a:endParaRPr lang="zh-CN" dirty="0"/>
          </a:p>
          <a:p>
            <a:pPr lvl="2"/>
            <a:r>
              <a:rPr kumimoji="1" lang="zh-CN" dirty="0"/>
              <a:t>批量删除</a:t>
            </a:r>
            <a:endParaRPr lang="zh-CN" dirty="0"/>
          </a:p>
          <a:p>
            <a:pPr lvl="1"/>
            <a:r>
              <a:rPr kumimoji="1" lang="zh-CN" dirty="0"/>
              <a:t>修改用户信息</a:t>
            </a:r>
            <a:endParaRPr lang="zh-CN" dirty="0"/>
          </a:p>
          <a:p>
            <a:pPr lvl="1"/>
            <a:r>
              <a:rPr kumimoji="1" lang="zh-CN" dirty="0"/>
              <a:t>查找用户</a:t>
            </a:r>
            <a:endParaRPr lang="zh-CN" dirty="0"/>
          </a:p>
          <a:p>
            <a:pPr lvl="2"/>
            <a:r>
              <a:rPr kumimoji="1" lang="zh-CN" dirty="0"/>
              <a:t>按用户名查找</a:t>
            </a:r>
            <a:endParaRPr lang="zh-CN" dirty="0"/>
          </a:p>
          <a:p>
            <a:pPr lvl="2"/>
            <a:r>
              <a:rPr kumimoji="1" lang="zh-CN" dirty="0"/>
              <a:t>按姓名查找</a:t>
            </a:r>
            <a:endParaRPr lang="zh-CN" dirty="0"/>
          </a:p>
          <a:p>
            <a:pPr lvl="2"/>
            <a:r>
              <a:rPr kumimoji="1" lang="zh-CN" dirty="0"/>
              <a:t>按手机号查找</a:t>
            </a:r>
            <a:endParaRPr lang="zh-CN" dirty="0"/>
          </a:p>
          <a:p>
            <a:pPr lvl="2"/>
            <a:r>
              <a:rPr kumimoji="1" lang="zh-CN" dirty="0"/>
              <a:t>查看用户信息</a:t>
            </a:r>
            <a:endParaRPr lang="zh-CN" dirty="0"/>
          </a:p>
          <a:p>
            <a:pPr lvl="1"/>
            <a:r>
              <a:rPr kumimoji="1" lang="zh-CN" dirty="0"/>
              <a:t>用户排序</a:t>
            </a:r>
            <a:endParaRPr lang="zh-CN" dirty="0"/>
          </a:p>
          <a:p>
            <a:pPr lvl="2"/>
            <a:r>
              <a:rPr kumimoji="1" lang="zh-CN" dirty="0"/>
              <a:t>按照用户名排序</a:t>
            </a:r>
            <a:endParaRPr lang="zh-CN" dirty="0"/>
          </a:p>
          <a:p>
            <a:pPr lvl="2"/>
            <a:r>
              <a:rPr kumimoji="1" lang="zh-CN" dirty="0"/>
              <a:t>按照姓名排序</a:t>
            </a:r>
            <a:endParaRPr lang="zh-CN" dirty="0"/>
          </a:p>
          <a:p>
            <a:pPr lvl="2"/>
            <a:r>
              <a:rPr kumimoji="1" lang="zh-CN" dirty="0"/>
              <a:t>按照性别排序</a:t>
            </a:r>
            <a:endParaRPr lang="zh-CN" dirty="0"/>
          </a:p>
          <a:p>
            <a:pPr lvl="2"/>
            <a:r>
              <a:rPr kumimoji="1" lang="zh-CN" dirty="0"/>
              <a:t>按照手机号排序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14672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7CF9DEB7-30A0-AEAF-FEA9-B52FEB13CE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1491818"/>
              </p:ext>
            </p:extLst>
          </p:nvPr>
        </p:nvGraphicFramePr>
        <p:xfrm>
          <a:off x="4817539" y="-2954"/>
          <a:ext cx="3877985" cy="5632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3228A69F-B85E-ED13-1DD1-86A4642B0B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7858895"/>
              </p:ext>
            </p:extLst>
          </p:nvPr>
        </p:nvGraphicFramePr>
        <p:xfrm>
          <a:off x="500183" y="468534"/>
          <a:ext cx="4317357" cy="3472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7D00D0E-FE16-0EA9-78A7-4BBA4A5282B4}"/>
              </a:ext>
            </a:extLst>
          </p:cNvPr>
          <p:cNvSpPr/>
          <p:nvPr/>
        </p:nvSpPr>
        <p:spPr>
          <a:xfrm>
            <a:off x="500182" y="3941451"/>
            <a:ext cx="4317357" cy="3472917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en-US" altLang="zh-CN" dirty="0"/>
              <a:t>3.</a:t>
            </a:r>
            <a:r>
              <a:rPr kumimoji="1" lang="zh-CN" dirty="0"/>
              <a:t>图书分类管理</a:t>
            </a:r>
            <a:endParaRPr lang="zh-CN" dirty="0"/>
          </a:p>
          <a:p>
            <a:pPr lvl="1"/>
            <a:r>
              <a:rPr kumimoji="1" lang="zh-CN" dirty="0"/>
              <a:t>新增图书分类</a:t>
            </a:r>
            <a:endParaRPr lang="zh-CN" dirty="0"/>
          </a:p>
          <a:p>
            <a:pPr lvl="1"/>
            <a:r>
              <a:rPr kumimoji="1" lang="zh-CN" dirty="0"/>
              <a:t>删除图书分类</a:t>
            </a:r>
            <a:endParaRPr lang="zh-CN" dirty="0"/>
          </a:p>
          <a:p>
            <a:pPr lvl="2"/>
            <a:r>
              <a:rPr kumimoji="1" lang="zh-CN" dirty="0"/>
              <a:t>单一删除</a:t>
            </a:r>
            <a:endParaRPr lang="zh-CN" dirty="0"/>
          </a:p>
          <a:p>
            <a:pPr lvl="2"/>
            <a:r>
              <a:rPr kumimoji="1" lang="zh-CN" dirty="0"/>
              <a:t>批量删除</a:t>
            </a:r>
            <a:endParaRPr lang="zh-CN" dirty="0"/>
          </a:p>
          <a:p>
            <a:pPr lvl="1"/>
            <a:r>
              <a:rPr kumimoji="1" lang="zh-CN" dirty="0"/>
              <a:t>修改图书分类</a:t>
            </a:r>
            <a:endParaRPr lang="zh-CN" dirty="0"/>
          </a:p>
          <a:p>
            <a:pPr lvl="1"/>
            <a:r>
              <a:rPr kumimoji="1" lang="zh-CN" dirty="0"/>
              <a:t>查找图书分类</a:t>
            </a:r>
            <a:endParaRPr lang="zh-CN" dirty="0"/>
          </a:p>
          <a:p>
            <a:pPr lvl="2"/>
            <a:r>
              <a:rPr kumimoji="1" lang="zh-CN" dirty="0"/>
              <a:t>图书分类排序</a:t>
            </a:r>
            <a:endParaRPr lang="zh-CN" dirty="0"/>
          </a:p>
          <a:p>
            <a:pPr lvl="2"/>
            <a:r>
              <a:rPr kumimoji="1" lang="zh-CN" dirty="0"/>
              <a:t>按照字典序升序</a:t>
            </a:r>
            <a:endParaRPr lang="zh-CN" dirty="0"/>
          </a:p>
          <a:p>
            <a:pPr lvl="2"/>
            <a:r>
              <a:rPr kumimoji="1" lang="zh-CN" dirty="0"/>
              <a:t>按照字典序降序</a:t>
            </a:r>
            <a:endParaRPr 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19B1C6-D191-2629-D09E-88B9F082BAC5}"/>
              </a:ext>
            </a:extLst>
          </p:cNvPr>
          <p:cNvSpPr/>
          <p:nvPr/>
        </p:nvSpPr>
        <p:spPr>
          <a:xfrm>
            <a:off x="7813832" y="349472"/>
            <a:ext cx="3877985" cy="5632311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en-US" altLang="zh-CN" dirty="0"/>
              <a:t>4.</a:t>
            </a:r>
            <a:r>
              <a:rPr kumimoji="1" lang="zh-CN" dirty="0"/>
              <a:t>图书信息管理</a:t>
            </a:r>
            <a:endParaRPr lang="zh-CN" dirty="0"/>
          </a:p>
          <a:p>
            <a:pPr lvl="1"/>
            <a:r>
              <a:rPr kumimoji="1" lang="zh-CN" dirty="0"/>
              <a:t>添加图书</a:t>
            </a:r>
            <a:endParaRPr lang="zh-CN" dirty="0"/>
          </a:p>
          <a:p>
            <a:pPr lvl="1"/>
            <a:r>
              <a:rPr kumimoji="1" lang="zh-CN" dirty="0"/>
              <a:t>删除图书信息</a:t>
            </a:r>
            <a:endParaRPr lang="zh-CN" dirty="0"/>
          </a:p>
          <a:p>
            <a:pPr lvl="2"/>
            <a:r>
              <a:rPr kumimoji="1" lang="zh-CN" dirty="0"/>
              <a:t>单一删除</a:t>
            </a:r>
            <a:endParaRPr lang="zh-CN" dirty="0"/>
          </a:p>
          <a:p>
            <a:pPr lvl="2"/>
            <a:r>
              <a:rPr kumimoji="1" lang="zh-CN" dirty="0"/>
              <a:t>批量删除</a:t>
            </a:r>
            <a:endParaRPr lang="zh-CN" dirty="0"/>
          </a:p>
          <a:p>
            <a:pPr lvl="1"/>
            <a:r>
              <a:rPr kumimoji="1" lang="zh-CN" dirty="0"/>
              <a:t>修改图书信息</a:t>
            </a:r>
            <a:endParaRPr lang="zh-CN" dirty="0"/>
          </a:p>
          <a:p>
            <a:pPr lvl="1"/>
            <a:r>
              <a:rPr kumimoji="1" lang="zh-CN" dirty="0"/>
              <a:t>查找图书</a:t>
            </a:r>
            <a:endParaRPr lang="zh-CN" dirty="0"/>
          </a:p>
          <a:p>
            <a:pPr lvl="2"/>
            <a:r>
              <a:rPr kumimoji="1" lang="zh-CN" dirty="0"/>
              <a:t>按图书名查找</a:t>
            </a:r>
            <a:endParaRPr lang="zh-CN" dirty="0"/>
          </a:p>
          <a:p>
            <a:pPr lvl="2"/>
            <a:r>
              <a:rPr kumimoji="1" lang="zh-CN" dirty="0"/>
              <a:t>按作者查找</a:t>
            </a:r>
            <a:endParaRPr lang="zh-CN" dirty="0"/>
          </a:p>
          <a:p>
            <a:pPr lvl="2"/>
            <a:r>
              <a:rPr kumimoji="1" lang="zh-CN" dirty="0"/>
              <a:t>按出版社查找</a:t>
            </a:r>
            <a:endParaRPr lang="zh-CN" dirty="0"/>
          </a:p>
          <a:p>
            <a:pPr lvl="2"/>
            <a:r>
              <a:rPr kumimoji="1" lang="zh-CN" dirty="0"/>
              <a:t>查看图书信息</a:t>
            </a:r>
            <a:endParaRPr lang="zh-CN" dirty="0"/>
          </a:p>
          <a:p>
            <a:pPr lvl="1"/>
            <a:r>
              <a:rPr kumimoji="1" lang="zh-CN" dirty="0"/>
              <a:t>查看图书评论信息</a:t>
            </a:r>
            <a:endParaRPr lang="zh-CN" dirty="0"/>
          </a:p>
          <a:p>
            <a:pPr lvl="1"/>
            <a:r>
              <a:rPr kumimoji="1" lang="zh-CN" dirty="0"/>
              <a:t>图书排序</a:t>
            </a:r>
            <a:endParaRPr lang="zh-CN" dirty="0"/>
          </a:p>
          <a:p>
            <a:pPr lvl="2"/>
            <a:r>
              <a:rPr kumimoji="1" lang="zh-CN" dirty="0"/>
              <a:t>按照图书名排序</a:t>
            </a:r>
            <a:endParaRPr lang="zh-CN" dirty="0"/>
          </a:p>
          <a:p>
            <a:pPr lvl="2"/>
            <a:r>
              <a:rPr kumimoji="1" lang="zh-CN" dirty="0"/>
              <a:t>按照图书分类排序</a:t>
            </a:r>
            <a:endParaRPr lang="zh-CN" dirty="0"/>
          </a:p>
          <a:p>
            <a:pPr lvl="2"/>
            <a:r>
              <a:rPr kumimoji="1" lang="zh-CN" dirty="0"/>
              <a:t>按照作者排序</a:t>
            </a:r>
            <a:endParaRPr lang="zh-CN" dirty="0"/>
          </a:p>
          <a:p>
            <a:pPr lvl="2"/>
            <a:r>
              <a:rPr kumimoji="1" lang="zh-CN" dirty="0"/>
              <a:t>按照出版社排序</a:t>
            </a:r>
            <a:endParaRPr lang="zh-CN" dirty="0"/>
          </a:p>
          <a:p>
            <a:pPr lvl="2"/>
            <a:r>
              <a:rPr kumimoji="1" lang="zh-CN" dirty="0"/>
              <a:t>按照价格排序</a:t>
            </a:r>
            <a:endParaRPr lang="zh-CN" dirty="0"/>
          </a:p>
          <a:p>
            <a:pPr lvl="2"/>
            <a:r>
              <a:rPr kumimoji="1" lang="zh-CN" dirty="0"/>
              <a:t>按照单限排序</a:t>
            </a:r>
            <a:endParaRPr lang="zh-CN" dirty="0"/>
          </a:p>
          <a:p>
            <a:pPr lvl="2"/>
            <a:r>
              <a:rPr kumimoji="1" lang="zh-CN" dirty="0"/>
              <a:t>按照库存排序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974377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45EE439A-E5AD-E9BC-1641-E0AC07A8CB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4830125"/>
              </p:ext>
            </p:extLst>
          </p:nvPr>
        </p:nvGraphicFramePr>
        <p:xfrm>
          <a:off x="-171450" y="0"/>
          <a:ext cx="5648446" cy="3264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8C18FE50-5412-9D76-6950-E70BBB4D40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3180381"/>
              </p:ext>
            </p:extLst>
          </p:nvPr>
        </p:nvGraphicFramePr>
        <p:xfrm>
          <a:off x="6439384" y="0"/>
          <a:ext cx="4614439" cy="8274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D32FD663-387A-8D74-B9B6-9C8D925990BE}"/>
              </a:ext>
            </a:extLst>
          </p:cNvPr>
          <p:cNvSpPr/>
          <p:nvPr/>
        </p:nvSpPr>
        <p:spPr>
          <a:xfrm>
            <a:off x="0" y="3593942"/>
            <a:ext cx="5648446" cy="3264059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en-US" altLang="zh-CN" dirty="0"/>
              <a:t>5.</a:t>
            </a:r>
            <a:r>
              <a:rPr kumimoji="1" lang="zh-CN" altLang="en-US" dirty="0"/>
              <a:t>网上</a:t>
            </a:r>
            <a:r>
              <a:rPr kumimoji="1" lang="zh-CN" dirty="0"/>
              <a:t>图书销售系统管理</a:t>
            </a:r>
            <a:endParaRPr lang="zh-CN" dirty="0"/>
          </a:p>
          <a:p>
            <a:pPr lvl="1"/>
            <a:r>
              <a:rPr kumimoji="1" lang="zh-CN" dirty="0"/>
              <a:t>新增图书资讯</a:t>
            </a:r>
            <a:endParaRPr lang="zh-CN" dirty="0"/>
          </a:p>
          <a:p>
            <a:pPr lvl="1"/>
            <a:r>
              <a:rPr kumimoji="1" lang="zh-CN" dirty="0"/>
              <a:t>删除图书资讯</a:t>
            </a:r>
            <a:endParaRPr lang="zh-CN" dirty="0"/>
          </a:p>
          <a:p>
            <a:pPr lvl="2"/>
            <a:r>
              <a:rPr kumimoji="1" lang="zh-CN" dirty="0"/>
              <a:t>单一删除</a:t>
            </a:r>
            <a:endParaRPr lang="zh-CN" dirty="0"/>
          </a:p>
          <a:p>
            <a:pPr lvl="2"/>
            <a:r>
              <a:rPr kumimoji="1" lang="zh-CN" dirty="0"/>
              <a:t>批量删除</a:t>
            </a:r>
            <a:endParaRPr lang="zh-CN" dirty="0"/>
          </a:p>
          <a:p>
            <a:pPr lvl="1"/>
            <a:r>
              <a:rPr kumimoji="1" lang="zh-CN" dirty="0"/>
              <a:t>修改图书资讯</a:t>
            </a:r>
            <a:endParaRPr lang="zh-CN" dirty="0"/>
          </a:p>
          <a:p>
            <a:pPr lvl="1"/>
            <a:r>
              <a:rPr kumimoji="1" lang="zh-CN" dirty="0"/>
              <a:t>查找图书资讯</a:t>
            </a:r>
            <a:endParaRPr lang="zh-CN" dirty="0"/>
          </a:p>
          <a:p>
            <a:pPr lvl="2"/>
            <a:r>
              <a:rPr kumimoji="1" lang="zh-CN" dirty="0"/>
              <a:t>根据资讯标题查找</a:t>
            </a:r>
            <a:endParaRPr lang="zh-CN" dirty="0"/>
          </a:p>
          <a:p>
            <a:pPr lvl="1"/>
            <a:r>
              <a:rPr kumimoji="1" lang="zh-CN" dirty="0"/>
              <a:t>排序图书资讯</a:t>
            </a:r>
            <a:endParaRPr lang="zh-CN" dirty="0"/>
          </a:p>
          <a:p>
            <a:pPr lvl="2"/>
            <a:r>
              <a:rPr kumimoji="1" lang="zh-CN" dirty="0"/>
              <a:t>按照资讯标题进行排序</a:t>
            </a:r>
            <a:endParaRPr 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8CDDEC-653B-AD32-A04F-C8B1200DFF07}"/>
              </a:ext>
            </a:extLst>
          </p:cNvPr>
          <p:cNvSpPr/>
          <p:nvPr/>
        </p:nvSpPr>
        <p:spPr>
          <a:xfrm>
            <a:off x="5248396" y="3270566"/>
            <a:ext cx="4614439" cy="8274186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en-US" altLang="zh-CN" dirty="0"/>
              <a:t>6.</a:t>
            </a:r>
            <a:r>
              <a:rPr kumimoji="1" lang="zh-CN" dirty="0"/>
              <a:t>图书订单管理</a:t>
            </a:r>
            <a:endParaRPr lang="zh-CN" dirty="0"/>
          </a:p>
          <a:p>
            <a:pPr lvl="1"/>
            <a:r>
              <a:rPr kumimoji="1" lang="zh-CN" dirty="0"/>
              <a:t>删除订单</a:t>
            </a:r>
            <a:endParaRPr lang="zh-CN" dirty="0"/>
          </a:p>
          <a:p>
            <a:pPr lvl="2"/>
            <a:r>
              <a:rPr kumimoji="1" lang="zh-CN" dirty="0"/>
              <a:t>单一删除</a:t>
            </a:r>
            <a:endParaRPr lang="zh-CN" dirty="0"/>
          </a:p>
          <a:p>
            <a:pPr lvl="2"/>
            <a:r>
              <a:rPr kumimoji="1" lang="zh-CN" dirty="0"/>
              <a:t>批量删除</a:t>
            </a:r>
            <a:endParaRPr lang="zh-CN" dirty="0"/>
          </a:p>
          <a:p>
            <a:pPr lvl="1"/>
            <a:r>
              <a:rPr kumimoji="1" lang="zh-CN" dirty="0"/>
              <a:t>修改订单信息</a:t>
            </a:r>
            <a:endParaRPr lang="zh-CN" dirty="0"/>
          </a:p>
          <a:p>
            <a:pPr lvl="1"/>
            <a:r>
              <a:rPr kumimoji="1" lang="zh-CN" dirty="0"/>
              <a:t>查找订单信息</a:t>
            </a:r>
            <a:endParaRPr lang="zh-CN" dirty="0"/>
          </a:p>
          <a:p>
            <a:pPr lvl="2"/>
            <a:r>
              <a:rPr kumimoji="1" lang="zh-CN" dirty="0"/>
              <a:t>根据订单编号查找</a:t>
            </a:r>
            <a:endParaRPr lang="zh-CN" dirty="0"/>
          </a:p>
          <a:p>
            <a:pPr lvl="2"/>
            <a:r>
              <a:rPr kumimoji="1" lang="zh-CN" dirty="0"/>
              <a:t>根据商品名称查找</a:t>
            </a:r>
            <a:endParaRPr lang="zh-CN" dirty="0"/>
          </a:p>
          <a:p>
            <a:pPr lvl="1"/>
            <a:r>
              <a:rPr kumimoji="1" lang="zh-CN" dirty="0"/>
              <a:t>排序订单信息</a:t>
            </a:r>
            <a:endParaRPr lang="zh-CN" dirty="0"/>
          </a:p>
          <a:p>
            <a:pPr lvl="2"/>
            <a:r>
              <a:rPr kumimoji="1" lang="zh-CN" dirty="0"/>
              <a:t>订单编号</a:t>
            </a:r>
            <a:endParaRPr lang="zh-CN" dirty="0"/>
          </a:p>
          <a:p>
            <a:pPr lvl="2"/>
            <a:r>
              <a:rPr kumimoji="1" lang="zh-CN" dirty="0"/>
              <a:t>商品名称</a:t>
            </a:r>
            <a:endParaRPr lang="zh-CN" dirty="0"/>
          </a:p>
          <a:p>
            <a:pPr lvl="2"/>
            <a:r>
              <a:rPr kumimoji="1" lang="zh-CN" dirty="0"/>
              <a:t>购买数量</a:t>
            </a:r>
            <a:endParaRPr lang="zh-CN" dirty="0"/>
          </a:p>
          <a:p>
            <a:pPr lvl="2"/>
            <a:r>
              <a:rPr kumimoji="1" lang="zh-CN" dirty="0"/>
              <a:t>价格</a:t>
            </a:r>
            <a:r>
              <a:rPr kumimoji="1" lang="en-US" dirty="0"/>
              <a:t>/</a:t>
            </a:r>
            <a:r>
              <a:rPr kumimoji="1" lang="zh-CN" dirty="0"/>
              <a:t>积分</a:t>
            </a:r>
            <a:endParaRPr lang="zh-CN" dirty="0"/>
          </a:p>
          <a:p>
            <a:pPr lvl="2"/>
            <a:r>
              <a:rPr kumimoji="1" lang="zh-CN" dirty="0"/>
              <a:t>折扣价格</a:t>
            </a:r>
            <a:endParaRPr lang="zh-CN" dirty="0"/>
          </a:p>
          <a:p>
            <a:pPr lvl="2"/>
            <a:r>
              <a:rPr kumimoji="1" lang="zh-CN" dirty="0"/>
              <a:t>总价格</a:t>
            </a:r>
            <a:r>
              <a:rPr kumimoji="1" lang="en-US" dirty="0"/>
              <a:t>/</a:t>
            </a:r>
            <a:r>
              <a:rPr kumimoji="1" lang="zh-CN" dirty="0"/>
              <a:t>总积分</a:t>
            </a:r>
            <a:endParaRPr lang="zh-CN" dirty="0"/>
          </a:p>
          <a:p>
            <a:pPr lvl="2"/>
            <a:r>
              <a:rPr kumimoji="1" lang="zh-CN" dirty="0"/>
              <a:t>折扣总价格</a:t>
            </a:r>
            <a:endParaRPr lang="zh-CN" dirty="0"/>
          </a:p>
          <a:p>
            <a:pPr lvl="2"/>
            <a:r>
              <a:rPr kumimoji="1" lang="zh-CN" dirty="0"/>
              <a:t>支付类型</a:t>
            </a:r>
            <a:endParaRPr lang="zh-CN" dirty="0"/>
          </a:p>
          <a:p>
            <a:pPr lvl="2"/>
            <a:r>
              <a:rPr kumimoji="1" lang="zh-CN" dirty="0"/>
              <a:t>状态</a:t>
            </a:r>
            <a:endParaRPr lang="zh-CN" dirty="0"/>
          </a:p>
          <a:p>
            <a:pPr lvl="2"/>
            <a:r>
              <a:rPr kumimoji="1" lang="zh-CN" dirty="0"/>
              <a:t>地址</a:t>
            </a:r>
            <a:endParaRPr lang="zh-CN" dirty="0"/>
          </a:p>
          <a:p>
            <a:pPr lvl="2"/>
            <a:r>
              <a:rPr kumimoji="1" lang="zh-CN" dirty="0"/>
              <a:t>电话</a:t>
            </a:r>
            <a:endParaRPr lang="zh-CN" dirty="0"/>
          </a:p>
          <a:p>
            <a:pPr lvl="2"/>
            <a:r>
              <a:rPr kumimoji="1" lang="zh-CN" dirty="0"/>
              <a:t>收货人</a:t>
            </a:r>
            <a:endParaRPr lang="zh-CN" dirty="0"/>
          </a:p>
          <a:p>
            <a:pPr lvl="2"/>
            <a:r>
              <a:rPr kumimoji="1" lang="zh-CN" dirty="0"/>
              <a:t>商品类型</a:t>
            </a:r>
            <a:endParaRPr lang="zh-CN" dirty="0"/>
          </a:p>
          <a:p>
            <a:pPr lvl="1"/>
            <a:r>
              <a:rPr kumimoji="1" lang="zh-CN" dirty="0"/>
              <a:t>订单分类</a:t>
            </a:r>
            <a:r>
              <a:rPr kumimoji="1" lang="en-US" dirty="0"/>
              <a:t>	</a:t>
            </a:r>
            <a:endParaRPr lang="zh-CN" dirty="0"/>
          </a:p>
          <a:p>
            <a:pPr lvl="2"/>
            <a:r>
              <a:rPr kumimoji="1" lang="zh-CN" dirty="0"/>
              <a:t>未支付订单</a:t>
            </a:r>
            <a:endParaRPr lang="zh-CN" dirty="0"/>
          </a:p>
          <a:p>
            <a:pPr lvl="2"/>
            <a:r>
              <a:rPr kumimoji="1" lang="zh-CN" dirty="0"/>
              <a:t>已取消订单</a:t>
            </a:r>
            <a:endParaRPr lang="zh-CN" dirty="0"/>
          </a:p>
          <a:p>
            <a:pPr lvl="2"/>
            <a:r>
              <a:rPr kumimoji="1" lang="zh-CN" dirty="0"/>
              <a:t>已支付订单</a:t>
            </a:r>
            <a:endParaRPr lang="zh-CN" dirty="0"/>
          </a:p>
          <a:p>
            <a:pPr lvl="2"/>
            <a:r>
              <a:rPr kumimoji="1" lang="zh-CN" dirty="0"/>
              <a:t>已退款订单</a:t>
            </a:r>
            <a:endParaRPr lang="zh-CN" dirty="0"/>
          </a:p>
          <a:p>
            <a:pPr lvl="2"/>
            <a:r>
              <a:rPr kumimoji="1" lang="zh-CN" dirty="0"/>
              <a:t>已完成订单</a:t>
            </a:r>
            <a:endParaRPr lang="zh-CN" dirty="0"/>
          </a:p>
          <a:p>
            <a:pPr lvl="2"/>
            <a:r>
              <a:rPr kumimoji="1" lang="zh-CN" dirty="0"/>
              <a:t>已发货订单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85238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45EB1D54-1A43-D310-78EE-88622BCEFD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1105114"/>
              </p:ext>
            </p:extLst>
          </p:nvPr>
        </p:nvGraphicFramePr>
        <p:xfrm>
          <a:off x="2657475" y="685798"/>
          <a:ext cx="5986463" cy="2443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AC24BEA-B21F-CB96-A757-7760E2E4C652}"/>
              </a:ext>
            </a:extLst>
          </p:cNvPr>
          <p:cNvSpPr txBox="1"/>
          <p:nvPr/>
        </p:nvSpPr>
        <p:spPr>
          <a:xfrm>
            <a:off x="323850" y="3540712"/>
            <a:ext cx="24929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用户功能模块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修改个人信息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查看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购买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管理个人订单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联系在线客服</a:t>
            </a:r>
          </a:p>
        </p:txBody>
      </p:sp>
    </p:spTree>
    <p:extLst>
      <p:ext uri="{BB962C8B-B14F-4D97-AF65-F5344CB8AC3E}">
        <p14:creationId xmlns:p14="http://schemas.microsoft.com/office/powerpoint/2010/main" val="165012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9ADA836-CA9F-984F-1209-CA0DF882F90E}"/>
              </a:ext>
            </a:extLst>
          </p:cNvPr>
          <p:cNvSpPr txBox="1"/>
          <p:nvPr/>
        </p:nvSpPr>
        <p:spPr>
          <a:xfrm>
            <a:off x="371476" y="1171486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修改个人信息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修改用户名、密码、姓名等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新增收货地址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新增收藏图书</a:t>
            </a:r>
          </a:p>
        </p:txBody>
      </p: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61466D0A-6FB2-9867-E09D-00EEEEF40C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5110922"/>
              </p:ext>
            </p:extLst>
          </p:nvPr>
        </p:nvGraphicFramePr>
        <p:xfrm>
          <a:off x="3267076" y="3100388"/>
          <a:ext cx="5348287" cy="198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6404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CC86414-94C0-D26D-B8EE-39E233108EDA}"/>
              </a:ext>
            </a:extLst>
          </p:cNvPr>
          <p:cNvSpPr txBox="1"/>
          <p:nvPr/>
        </p:nvSpPr>
        <p:spPr>
          <a:xfrm>
            <a:off x="1071562" y="442912"/>
            <a:ext cx="341632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查看、评论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查看在架图书详细信息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查看图书资讯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查看全部订单及其状态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查看购物车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评论图书</a:t>
            </a: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953228F1-8D0B-5BD4-876E-AF377A1AEF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5539973"/>
              </p:ext>
            </p:extLst>
          </p:nvPr>
        </p:nvGraphicFramePr>
        <p:xfrm>
          <a:off x="1464467" y="3251122"/>
          <a:ext cx="8736808" cy="2681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9163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27CFC55E-04DC-7FCD-64F3-DD1EDB1BF6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3287991"/>
              </p:ext>
            </p:extLst>
          </p:nvPr>
        </p:nvGraphicFramePr>
        <p:xfrm>
          <a:off x="685799" y="685800"/>
          <a:ext cx="5915026" cy="3557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214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69511A2-1638-494D-5DE2-CC19F72CAB3A}"/>
              </a:ext>
            </a:extLst>
          </p:cNvPr>
          <p:cNvSpPr txBox="1"/>
          <p:nvPr/>
        </p:nvSpPr>
        <p:spPr>
          <a:xfrm>
            <a:off x="1357313" y="428626"/>
            <a:ext cx="226215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管理个人订单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未支付订单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已支付订单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已发货订单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已完成订单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已退款订单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r>
              <a:rPr kumimoji="1" lang="zh-CN" altLang="en-US" dirty="0"/>
              <a:t>已取消订单</a:t>
            </a:r>
            <a:endParaRPr kumimoji="1" lang="en-US" altLang="zh-CN" dirty="0"/>
          </a:p>
          <a:p>
            <a:r>
              <a:rPr kumimoji="1" lang="en-US" altLang="zh-CN" dirty="0"/>
              <a:t>	</a:t>
            </a:r>
            <a:endParaRPr kumimoji="1" lang="zh-CN" altLang="en-US" dirty="0"/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695E1BAE-3692-C409-E4A7-D40355E415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7922290"/>
              </p:ext>
            </p:extLst>
          </p:nvPr>
        </p:nvGraphicFramePr>
        <p:xfrm>
          <a:off x="985837" y="2986086"/>
          <a:ext cx="6200776" cy="3000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9722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599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7003</TotalTime>
  <Words>781</Words>
  <Application>Microsoft Macintosh PowerPoint</Application>
  <PresentationFormat>宽屏</PresentationFormat>
  <Paragraphs>243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瑶 卢</dc:creator>
  <cp:lastModifiedBy>瑶 卢</cp:lastModifiedBy>
  <cp:revision>7</cp:revision>
  <dcterms:created xsi:type="dcterms:W3CDTF">2023-12-15T12:52:23Z</dcterms:created>
  <dcterms:modified xsi:type="dcterms:W3CDTF">2023-12-20T09:36:00Z</dcterms:modified>
</cp:coreProperties>
</file>