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451" r:id="rId11"/>
    <p:sldId id="452" r:id="rId12"/>
    <p:sldId id="453" r:id="rId13"/>
    <p:sldId id="454" r:id="rId14"/>
    <p:sldId id="265"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8" d="100"/>
          <a:sy n="88" d="100"/>
        </p:scale>
        <p:origin x="824"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103545-C6F8-471B-9D1F-179EB46BDF0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1ACC167-77C2-4473-9B14-753E682440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70E49D5-FADA-4B81-85E0-65A057FA697F}"/>
              </a:ext>
            </a:extLst>
          </p:cNvPr>
          <p:cNvSpPr>
            <a:spLocks noGrp="1"/>
          </p:cNvSpPr>
          <p:nvPr>
            <p:ph type="dt" sz="half" idx="10"/>
          </p:nvPr>
        </p:nvSpPr>
        <p:spPr/>
        <p:txBody>
          <a:bodyPr/>
          <a:lstStyle/>
          <a:p>
            <a:fld id="{B471D88C-F6A1-4D0F-AE51-4163213EDC39}" type="datetimeFigureOut">
              <a:rPr lang="zh-CN" altLang="en-US" smtClean="0"/>
              <a:t>2023-05-23</a:t>
            </a:fld>
            <a:endParaRPr lang="zh-CN" altLang="en-US"/>
          </a:p>
        </p:txBody>
      </p:sp>
      <p:sp>
        <p:nvSpPr>
          <p:cNvPr id="5" name="页脚占位符 4">
            <a:extLst>
              <a:ext uri="{FF2B5EF4-FFF2-40B4-BE49-F238E27FC236}">
                <a16:creationId xmlns:a16="http://schemas.microsoft.com/office/drawing/2014/main" id="{FBB221D0-E261-4A24-9AC6-D70D679371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A3B8673-B51D-4157-B427-2BC3B9B93FA8}"/>
              </a:ext>
            </a:extLst>
          </p:cNvPr>
          <p:cNvSpPr>
            <a:spLocks noGrp="1"/>
          </p:cNvSpPr>
          <p:nvPr>
            <p:ph type="sldNum" sz="quarter" idx="12"/>
          </p:nvPr>
        </p:nvSpPr>
        <p:spPr/>
        <p:txBody>
          <a:bodyPr/>
          <a:lstStyle/>
          <a:p>
            <a:fld id="{740992F2-5ED1-4521-B0BF-27B19075C5A5}" type="slidenum">
              <a:rPr lang="zh-CN" altLang="en-US" smtClean="0"/>
              <a:t>‹#›</a:t>
            </a:fld>
            <a:endParaRPr lang="zh-CN" altLang="en-US"/>
          </a:p>
        </p:txBody>
      </p:sp>
    </p:spTree>
    <p:extLst>
      <p:ext uri="{BB962C8B-B14F-4D97-AF65-F5344CB8AC3E}">
        <p14:creationId xmlns:p14="http://schemas.microsoft.com/office/powerpoint/2010/main" val="543755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39295-8D38-4C6F-8DF1-5779D2AE156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C20671D-A17E-4EA8-A1A7-114E320EE00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D36A6EC-A6CE-4E49-9E6F-8510910CD93C}"/>
              </a:ext>
            </a:extLst>
          </p:cNvPr>
          <p:cNvSpPr>
            <a:spLocks noGrp="1"/>
          </p:cNvSpPr>
          <p:nvPr>
            <p:ph type="dt" sz="half" idx="10"/>
          </p:nvPr>
        </p:nvSpPr>
        <p:spPr/>
        <p:txBody>
          <a:bodyPr/>
          <a:lstStyle/>
          <a:p>
            <a:fld id="{B471D88C-F6A1-4D0F-AE51-4163213EDC39}" type="datetimeFigureOut">
              <a:rPr lang="zh-CN" altLang="en-US" smtClean="0"/>
              <a:t>2023-05-23</a:t>
            </a:fld>
            <a:endParaRPr lang="zh-CN" altLang="en-US"/>
          </a:p>
        </p:txBody>
      </p:sp>
      <p:sp>
        <p:nvSpPr>
          <p:cNvPr id="5" name="页脚占位符 4">
            <a:extLst>
              <a:ext uri="{FF2B5EF4-FFF2-40B4-BE49-F238E27FC236}">
                <a16:creationId xmlns:a16="http://schemas.microsoft.com/office/drawing/2014/main" id="{16E75B7C-C243-477E-ACE3-01DDFC0E9C8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08AD33E-6C1C-4867-AC60-5CD365674038}"/>
              </a:ext>
            </a:extLst>
          </p:cNvPr>
          <p:cNvSpPr>
            <a:spLocks noGrp="1"/>
          </p:cNvSpPr>
          <p:nvPr>
            <p:ph type="sldNum" sz="quarter" idx="12"/>
          </p:nvPr>
        </p:nvSpPr>
        <p:spPr/>
        <p:txBody>
          <a:bodyPr/>
          <a:lstStyle/>
          <a:p>
            <a:fld id="{740992F2-5ED1-4521-B0BF-27B19075C5A5}" type="slidenum">
              <a:rPr lang="zh-CN" altLang="en-US" smtClean="0"/>
              <a:t>‹#›</a:t>
            </a:fld>
            <a:endParaRPr lang="zh-CN" altLang="en-US"/>
          </a:p>
        </p:txBody>
      </p:sp>
    </p:spTree>
    <p:extLst>
      <p:ext uri="{BB962C8B-B14F-4D97-AF65-F5344CB8AC3E}">
        <p14:creationId xmlns:p14="http://schemas.microsoft.com/office/powerpoint/2010/main" val="309149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F958F6-E915-41B1-B608-75A63C8D7DF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38EB51D-40E1-4DCC-82E9-328A75F991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74363AE-CEBA-4261-9406-85B65790062F}"/>
              </a:ext>
            </a:extLst>
          </p:cNvPr>
          <p:cNvSpPr>
            <a:spLocks noGrp="1"/>
          </p:cNvSpPr>
          <p:nvPr>
            <p:ph type="dt" sz="half" idx="10"/>
          </p:nvPr>
        </p:nvSpPr>
        <p:spPr/>
        <p:txBody>
          <a:bodyPr/>
          <a:lstStyle/>
          <a:p>
            <a:fld id="{B471D88C-F6A1-4D0F-AE51-4163213EDC39}" type="datetimeFigureOut">
              <a:rPr lang="zh-CN" altLang="en-US" smtClean="0"/>
              <a:t>2023-05-23</a:t>
            </a:fld>
            <a:endParaRPr lang="zh-CN" altLang="en-US"/>
          </a:p>
        </p:txBody>
      </p:sp>
      <p:sp>
        <p:nvSpPr>
          <p:cNvPr id="5" name="页脚占位符 4">
            <a:extLst>
              <a:ext uri="{FF2B5EF4-FFF2-40B4-BE49-F238E27FC236}">
                <a16:creationId xmlns:a16="http://schemas.microsoft.com/office/drawing/2014/main" id="{94302EB0-ACC1-4C0D-B8FF-D2E87739DBD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65DCACF-1B10-41AB-9635-73C5EF196CCF}"/>
              </a:ext>
            </a:extLst>
          </p:cNvPr>
          <p:cNvSpPr>
            <a:spLocks noGrp="1"/>
          </p:cNvSpPr>
          <p:nvPr>
            <p:ph type="sldNum" sz="quarter" idx="12"/>
          </p:nvPr>
        </p:nvSpPr>
        <p:spPr/>
        <p:txBody>
          <a:bodyPr/>
          <a:lstStyle/>
          <a:p>
            <a:fld id="{740992F2-5ED1-4521-B0BF-27B19075C5A5}" type="slidenum">
              <a:rPr lang="zh-CN" altLang="en-US" smtClean="0"/>
              <a:t>‹#›</a:t>
            </a:fld>
            <a:endParaRPr lang="zh-CN" altLang="en-US"/>
          </a:p>
        </p:txBody>
      </p:sp>
    </p:spTree>
    <p:extLst>
      <p:ext uri="{BB962C8B-B14F-4D97-AF65-F5344CB8AC3E}">
        <p14:creationId xmlns:p14="http://schemas.microsoft.com/office/powerpoint/2010/main" val="992912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377CC9-6FEC-48B4-A433-647F3DFFB76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9733188-AC87-4663-921F-362156A4C50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1243F54-CDF7-43B9-91C3-ACCD61D605A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9F1E91C-9DC7-455A-91DB-7FC767E1A5C3}"/>
              </a:ext>
            </a:extLst>
          </p:cNvPr>
          <p:cNvSpPr>
            <a:spLocks noGrp="1"/>
          </p:cNvSpPr>
          <p:nvPr>
            <p:ph type="dt" sz="half" idx="10"/>
          </p:nvPr>
        </p:nvSpPr>
        <p:spPr/>
        <p:txBody>
          <a:bodyPr/>
          <a:lstStyle/>
          <a:p>
            <a:fld id="{B471D88C-F6A1-4D0F-AE51-4163213EDC39}" type="datetimeFigureOut">
              <a:rPr lang="zh-CN" altLang="en-US" smtClean="0"/>
              <a:t>2023-05-23</a:t>
            </a:fld>
            <a:endParaRPr lang="zh-CN" altLang="en-US"/>
          </a:p>
        </p:txBody>
      </p:sp>
      <p:sp>
        <p:nvSpPr>
          <p:cNvPr id="6" name="页脚占位符 5">
            <a:extLst>
              <a:ext uri="{FF2B5EF4-FFF2-40B4-BE49-F238E27FC236}">
                <a16:creationId xmlns:a16="http://schemas.microsoft.com/office/drawing/2014/main" id="{BABF5532-D5E4-436C-9FE5-B38F9A5838C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DDCB096-6DD0-425F-A9BF-F862FB23FDEB}"/>
              </a:ext>
            </a:extLst>
          </p:cNvPr>
          <p:cNvSpPr>
            <a:spLocks noGrp="1"/>
          </p:cNvSpPr>
          <p:nvPr>
            <p:ph type="sldNum" sz="quarter" idx="12"/>
          </p:nvPr>
        </p:nvSpPr>
        <p:spPr/>
        <p:txBody>
          <a:bodyPr/>
          <a:lstStyle/>
          <a:p>
            <a:fld id="{740992F2-5ED1-4521-B0BF-27B19075C5A5}" type="slidenum">
              <a:rPr lang="zh-CN" altLang="en-US" smtClean="0"/>
              <a:t>‹#›</a:t>
            </a:fld>
            <a:endParaRPr lang="zh-CN" altLang="en-US"/>
          </a:p>
        </p:txBody>
      </p:sp>
    </p:spTree>
    <p:extLst>
      <p:ext uri="{BB962C8B-B14F-4D97-AF65-F5344CB8AC3E}">
        <p14:creationId xmlns:p14="http://schemas.microsoft.com/office/powerpoint/2010/main" val="2064515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379845-5E95-4ACF-95EF-5A8FECB65BA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013E719-FD84-4FB2-AC26-30EEC9011A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5FBF810-9BB9-4732-BF55-C08A98FD374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70AE47F-41A0-48A6-9E92-73588F81F9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2C9967F-B75F-42B8-8888-3F90A251D9A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88B2646-0900-4F3F-9997-783DF0ED3B62}"/>
              </a:ext>
            </a:extLst>
          </p:cNvPr>
          <p:cNvSpPr>
            <a:spLocks noGrp="1"/>
          </p:cNvSpPr>
          <p:nvPr>
            <p:ph type="dt" sz="half" idx="10"/>
          </p:nvPr>
        </p:nvSpPr>
        <p:spPr/>
        <p:txBody>
          <a:bodyPr/>
          <a:lstStyle/>
          <a:p>
            <a:fld id="{B471D88C-F6A1-4D0F-AE51-4163213EDC39}" type="datetimeFigureOut">
              <a:rPr lang="zh-CN" altLang="en-US" smtClean="0"/>
              <a:t>2023-05-23</a:t>
            </a:fld>
            <a:endParaRPr lang="zh-CN" altLang="en-US"/>
          </a:p>
        </p:txBody>
      </p:sp>
      <p:sp>
        <p:nvSpPr>
          <p:cNvPr id="8" name="页脚占位符 7">
            <a:extLst>
              <a:ext uri="{FF2B5EF4-FFF2-40B4-BE49-F238E27FC236}">
                <a16:creationId xmlns:a16="http://schemas.microsoft.com/office/drawing/2014/main" id="{3288C14A-A57B-4F88-A29B-DA8D6CA512E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ECACA84-C247-440D-A35D-4ABAC65E5D3A}"/>
              </a:ext>
            </a:extLst>
          </p:cNvPr>
          <p:cNvSpPr>
            <a:spLocks noGrp="1"/>
          </p:cNvSpPr>
          <p:nvPr>
            <p:ph type="sldNum" sz="quarter" idx="12"/>
          </p:nvPr>
        </p:nvSpPr>
        <p:spPr/>
        <p:txBody>
          <a:bodyPr/>
          <a:lstStyle/>
          <a:p>
            <a:fld id="{740992F2-5ED1-4521-B0BF-27B19075C5A5}" type="slidenum">
              <a:rPr lang="zh-CN" altLang="en-US" smtClean="0"/>
              <a:t>‹#›</a:t>
            </a:fld>
            <a:endParaRPr lang="zh-CN" altLang="en-US"/>
          </a:p>
        </p:txBody>
      </p:sp>
    </p:spTree>
    <p:extLst>
      <p:ext uri="{BB962C8B-B14F-4D97-AF65-F5344CB8AC3E}">
        <p14:creationId xmlns:p14="http://schemas.microsoft.com/office/powerpoint/2010/main" val="2853123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FBBFCA-C6DF-4B8F-BB13-0C3F7F0A839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051099D-F1F8-49D3-87E7-EDD121EEAF1E}"/>
              </a:ext>
            </a:extLst>
          </p:cNvPr>
          <p:cNvSpPr>
            <a:spLocks noGrp="1"/>
          </p:cNvSpPr>
          <p:nvPr>
            <p:ph type="dt" sz="half" idx="10"/>
          </p:nvPr>
        </p:nvSpPr>
        <p:spPr/>
        <p:txBody>
          <a:bodyPr/>
          <a:lstStyle/>
          <a:p>
            <a:fld id="{B471D88C-F6A1-4D0F-AE51-4163213EDC39}" type="datetimeFigureOut">
              <a:rPr lang="zh-CN" altLang="en-US" smtClean="0"/>
              <a:t>2023-05-23</a:t>
            </a:fld>
            <a:endParaRPr lang="zh-CN" altLang="en-US"/>
          </a:p>
        </p:txBody>
      </p:sp>
      <p:sp>
        <p:nvSpPr>
          <p:cNvPr id="4" name="页脚占位符 3">
            <a:extLst>
              <a:ext uri="{FF2B5EF4-FFF2-40B4-BE49-F238E27FC236}">
                <a16:creationId xmlns:a16="http://schemas.microsoft.com/office/drawing/2014/main" id="{3B245EE0-4487-4539-A33B-F3A065D9DEB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878E384-C6DD-4A96-8AF0-05B8C472FCE0}"/>
              </a:ext>
            </a:extLst>
          </p:cNvPr>
          <p:cNvSpPr>
            <a:spLocks noGrp="1"/>
          </p:cNvSpPr>
          <p:nvPr>
            <p:ph type="sldNum" sz="quarter" idx="12"/>
          </p:nvPr>
        </p:nvSpPr>
        <p:spPr/>
        <p:txBody>
          <a:bodyPr/>
          <a:lstStyle/>
          <a:p>
            <a:fld id="{740992F2-5ED1-4521-B0BF-27B19075C5A5}" type="slidenum">
              <a:rPr lang="zh-CN" altLang="en-US" smtClean="0"/>
              <a:t>‹#›</a:t>
            </a:fld>
            <a:endParaRPr lang="zh-CN" altLang="en-US"/>
          </a:p>
        </p:txBody>
      </p:sp>
    </p:spTree>
    <p:extLst>
      <p:ext uri="{BB962C8B-B14F-4D97-AF65-F5344CB8AC3E}">
        <p14:creationId xmlns:p14="http://schemas.microsoft.com/office/powerpoint/2010/main" val="2440087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2772CFA-A428-49DD-81E6-DEC70EAC4A97}"/>
              </a:ext>
            </a:extLst>
          </p:cNvPr>
          <p:cNvSpPr>
            <a:spLocks noGrp="1"/>
          </p:cNvSpPr>
          <p:nvPr>
            <p:ph type="dt" sz="half" idx="10"/>
          </p:nvPr>
        </p:nvSpPr>
        <p:spPr/>
        <p:txBody>
          <a:bodyPr/>
          <a:lstStyle/>
          <a:p>
            <a:fld id="{B471D88C-F6A1-4D0F-AE51-4163213EDC39}" type="datetimeFigureOut">
              <a:rPr lang="zh-CN" altLang="en-US" smtClean="0"/>
              <a:t>2023-05-23</a:t>
            </a:fld>
            <a:endParaRPr lang="zh-CN" altLang="en-US"/>
          </a:p>
        </p:txBody>
      </p:sp>
      <p:sp>
        <p:nvSpPr>
          <p:cNvPr id="3" name="页脚占位符 2">
            <a:extLst>
              <a:ext uri="{FF2B5EF4-FFF2-40B4-BE49-F238E27FC236}">
                <a16:creationId xmlns:a16="http://schemas.microsoft.com/office/drawing/2014/main" id="{499A83EF-6F15-48E0-BD5B-576BE4226A3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A6F8FCF-5033-4079-96B5-4C5F3140976D}"/>
              </a:ext>
            </a:extLst>
          </p:cNvPr>
          <p:cNvSpPr>
            <a:spLocks noGrp="1"/>
          </p:cNvSpPr>
          <p:nvPr>
            <p:ph type="sldNum" sz="quarter" idx="12"/>
          </p:nvPr>
        </p:nvSpPr>
        <p:spPr/>
        <p:txBody>
          <a:bodyPr/>
          <a:lstStyle/>
          <a:p>
            <a:fld id="{740992F2-5ED1-4521-B0BF-27B19075C5A5}" type="slidenum">
              <a:rPr lang="zh-CN" altLang="en-US" smtClean="0"/>
              <a:t>‹#›</a:t>
            </a:fld>
            <a:endParaRPr lang="zh-CN" altLang="en-US"/>
          </a:p>
        </p:txBody>
      </p:sp>
    </p:spTree>
    <p:extLst>
      <p:ext uri="{BB962C8B-B14F-4D97-AF65-F5344CB8AC3E}">
        <p14:creationId xmlns:p14="http://schemas.microsoft.com/office/powerpoint/2010/main" val="1256935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7ECF2-239E-486B-AB73-28CE0C60054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56F63F9-812F-493C-B40F-9D9725D8DA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4D0CE28-523E-42ED-A2F5-4F86297809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B43F704-BB66-4DF7-B58D-A15D5AAA9BF1}"/>
              </a:ext>
            </a:extLst>
          </p:cNvPr>
          <p:cNvSpPr>
            <a:spLocks noGrp="1"/>
          </p:cNvSpPr>
          <p:nvPr>
            <p:ph type="dt" sz="half" idx="10"/>
          </p:nvPr>
        </p:nvSpPr>
        <p:spPr/>
        <p:txBody>
          <a:bodyPr/>
          <a:lstStyle/>
          <a:p>
            <a:fld id="{B471D88C-F6A1-4D0F-AE51-4163213EDC39}" type="datetimeFigureOut">
              <a:rPr lang="zh-CN" altLang="en-US" smtClean="0"/>
              <a:t>2023-05-23</a:t>
            </a:fld>
            <a:endParaRPr lang="zh-CN" altLang="en-US"/>
          </a:p>
        </p:txBody>
      </p:sp>
      <p:sp>
        <p:nvSpPr>
          <p:cNvPr id="6" name="页脚占位符 5">
            <a:extLst>
              <a:ext uri="{FF2B5EF4-FFF2-40B4-BE49-F238E27FC236}">
                <a16:creationId xmlns:a16="http://schemas.microsoft.com/office/drawing/2014/main" id="{22EA7065-C067-4710-AA33-2AAB864FD2B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366F05E-F71E-49A7-AB59-327B99C55DFB}"/>
              </a:ext>
            </a:extLst>
          </p:cNvPr>
          <p:cNvSpPr>
            <a:spLocks noGrp="1"/>
          </p:cNvSpPr>
          <p:nvPr>
            <p:ph type="sldNum" sz="quarter" idx="12"/>
          </p:nvPr>
        </p:nvSpPr>
        <p:spPr/>
        <p:txBody>
          <a:bodyPr/>
          <a:lstStyle/>
          <a:p>
            <a:fld id="{740992F2-5ED1-4521-B0BF-27B19075C5A5}" type="slidenum">
              <a:rPr lang="zh-CN" altLang="en-US" smtClean="0"/>
              <a:t>‹#›</a:t>
            </a:fld>
            <a:endParaRPr lang="zh-CN" altLang="en-US"/>
          </a:p>
        </p:txBody>
      </p:sp>
    </p:spTree>
    <p:extLst>
      <p:ext uri="{BB962C8B-B14F-4D97-AF65-F5344CB8AC3E}">
        <p14:creationId xmlns:p14="http://schemas.microsoft.com/office/powerpoint/2010/main" val="2988168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215D01-0892-4EFA-B5E7-211F683DFBA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346AF6A-2E26-44FE-B685-DCF046DC0B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2642383-0D98-4542-A20E-58F73ADDC5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962F363-FA9A-48A9-B2AF-A42838573019}"/>
              </a:ext>
            </a:extLst>
          </p:cNvPr>
          <p:cNvSpPr>
            <a:spLocks noGrp="1"/>
          </p:cNvSpPr>
          <p:nvPr>
            <p:ph type="dt" sz="half" idx="10"/>
          </p:nvPr>
        </p:nvSpPr>
        <p:spPr/>
        <p:txBody>
          <a:bodyPr/>
          <a:lstStyle/>
          <a:p>
            <a:fld id="{B471D88C-F6A1-4D0F-AE51-4163213EDC39}" type="datetimeFigureOut">
              <a:rPr lang="zh-CN" altLang="en-US" smtClean="0"/>
              <a:t>2023-05-23</a:t>
            </a:fld>
            <a:endParaRPr lang="zh-CN" altLang="en-US"/>
          </a:p>
        </p:txBody>
      </p:sp>
      <p:sp>
        <p:nvSpPr>
          <p:cNvPr id="6" name="页脚占位符 5">
            <a:extLst>
              <a:ext uri="{FF2B5EF4-FFF2-40B4-BE49-F238E27FC236}">
                <a16:creationId xmlns:a16="http://schemas.microsoft.com/office/drawing/2014/main" id="{B75C084F-0D80-4E27-B019-B6550B91F9B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16EBB60-CBB0-49BF-A3A5-E375B365D962}"/>
              </a:ext>
            </a:extLst>
          </p:cNvPr>
          <p:cNvSpPr>
            <a:spLocks noGrp="1"/>
          </p:cNvSpPr>
          <p:nvPr>
            <p:ph type="sldNum" sz="quarter" idx="12"/>
          </p:nvPr>
        </p:nvSpPr>
        <p:spPr/>
        <p:txBody>
          <a:bodyPr/>
          <a:lstStyle/>
          <a:p>
            <a:fld id="{740992F2-5ED1-4521-B0BF-27B19075C5A5}" type="slidenum">
              <a:rPr lang="zh-CN" altLang="en-US" smtClean="0"/>
              <a:t>‹#›</a:t>
            </a:fld>
            <a:endParaRPr lang="zh-CN" altLang="en-US"/>
          </a:p>
        </p:txBody>
      </p:sp>
    </p:spTree>
    <p:extLst>
      <p:ext uri="{BB962C8B-B14F-4D97-AF65-F5344CB8AC3E}">
        <p14:creationId xmlns:p14="http://schemas.microsoft.com/office/powerpoint/2010/main" val="4196052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1E07F8-4005-4820-96D4-7A230E49BB0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CD867B9-AD85-491F-8759-99999A1386E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82714F6-71F7-4923-B382-6E885748E7FD}"/>
              </a:ext>
            </a:extLst>
          </p:cNvPr>
          <p:cNvSpPr>
            <a:spLocks noGrp="1"/>
          </p:cNvSpPr>
          <p:nvPr>
            <p:ph type="dt" sz="half" idx="10"/>
          </p:nvPr>
        </p:nvSpPr>
        <p:spPr/>
        <p:txBody>
          <a:bodyPr/>
          <a:lstStyle/>
          <a:p>
            <a:fld id="{B471D88C-F6A1-4D0F-AE51-4163213EDC39}" type="datetimeFigureOut">
              <a:rPr lang="zh-CN" altLang="en-US" smtClean="0"/>
              <a:t>2023-05-23</a:t>
            </a:fld>
            <a:endParaRPr lang="zh-CN" altLang="en-US"/>
          </a:p>
        </p:txBody>
      </p:sp>
      <p:sp>
        <p:nvSpPr>
          <p:cNvPr id="5" name="页脚占位符 4">
            <a:extLst>
              <a:ext uri="{FF2B5EF4-FFF2-40B4-BE49-F238E27FC236}">
                <a16:creationId xmlns:a16="http://schemas.microsoft.com/office/drawing/2014/main" id="{2BA2322A-2E51-4036-9226-5EC1B58023D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5C9EAC-B8EB-4EC8-B3DB-1F5AE5497364}"/>
              </a:ext>
            </a:extLst>
          </p:cNvPr>
          <p:cNvSpPr>
            <a:spLocks noGrp="1"/>
          </p:cNvSpPr>
          <p:nvPr>
            <p:ph type="sldNum" sz="quarter" idx="12"/>
          </p:nvPr>
        </p:nvSpPr>
        <p:spPr/>
        <p:txBody>
          <a:bodyPr/>
          <a:lstStyle/>
          <a:p>
            <a:fld id="{740992F2-5ED1-4521-B0BF-27B19075C5A5}" type="slidenum">
              <a:rPr lang="zh-CN" altLang="en-US" smtClean="0"/>
              <a:t>‹#›</a:t>
            </a:fld>
            <a:endParaRPr lang="zh-CN" altLang="en-US"/>
          </a:p>
        </p:txBody>
      </p:sp>
    </p:spTree>
    <p:extLst>
      <p:ext uri="{BB962C8B-B14F-4D97-AF65-F5344CB8AC3E}">
        <p14:creationId xmlns:p14="http://schemas.microsoft.com/office/powerpoint/2010/main" val="3393033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F59FFE4-035D-4CD5-8CE8-87F7675AB96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8A4002B-A21F-4B61-BB4C-B8EB19769B9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D3EE5B-2EB4-4931-8D75-6FA0A86F710E}"/>
              </a:ext>
            </a:extLst>
          </p:cNvPr>
          <p:cNvSpPr>
            <a:spLocks noGrp="1"/>
          </p:cNvSpPr>
          <p:nvPr>
            <p:ph type="dt" sz="half" idx="10"/>
          </p:nvPr>
        </p:nvSpPr>
        <p:spPr/>
        <p:txBody>
          <a:bodyPr/>
          <a:lstStyle/>
          <a:p>
            <a:fld id="{B471D88C-F6A1-4D0F-AE51-4163213EDC39}" type="datetimeFigureOut">
              <a:rPr lang="zh-CN" altLang="en-US" smtClean="0"/>
              <a:t>2023-05-23</a:t>
            </a:fld>
            <a:endParaRPr lang="zh-CN" altLang="en-US"/>
          </a:p>
        </p:txBody>
      </p:sp>
      <p:sp>
        <p:nvSpPr>
          <p:cNvPr id="5" name="页脚占位符 4">
            <a:extLst>
              <a:ext uri="{FF2B5EF4-FFF2-40B4-BE49-F238E27FC236}">
                <a16:creationId xmlns:a16="http://schemas.microsoft.com/office/drawing/2014/main" id="{C552AEDB-BFC6-454F-ACA8-BAE347E167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C90D429-6535-4009-9FA2-578D4891DA70}"/>
              </a:ext>
            </a:extLst>
          </p:cNvPr>
          <p:cNvSpPr>
            <a:spLocks noGrp="1"/>
          </p:cNvSpPr>
          <p:nvPr>
            <p:ph type="sldNum" sz="quarter" idx="12"/>
          </p:nvPr>
        </p:nvSpPr>
        <p:spPr/>
        <p:txBody>
          <a:bodyPr/>
          <a:lstStyle/>
          <a:p>
            <a:fld id="{740992F2-5ED1-4521-B0BF-27B19075C5A5}" type="slidenum">
              <a:rPr lang="zh-CN" altLang="en-US" smtClean="0"/>
              <a:t>‹#›</a:t>
            </a:fld>
            <a:endParaRPr lang="zh-CN" altLang="en-US"/>
          </a:p>
        </p:txBody>
      </p:sp>
    </p:spTree>
    <p:extLst>
      <p:ext uri="{BB962C8B-B14F-4D97-AF65-F5344CB8AC3E}">
        <p14:creationId xmlns:p14="http://schemas.microsoft.com/office/powerpoint/2010/main" val="2239590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cxnSp>
        <p:nvCxnSpPr>
          <p:cNvPr id="3" name="直接连接符 2"/>
          <p:cNvCxnSpPr>
            <a:cxnSpLocks/>
          </p:cNvCxnSpPr>
          <p:nvPr userDrawn="1"/>
        </p:nvCxnSpPr>
        <p:spPr>
          <a:xfrm>
            <a:off x="1400175" y="1004888"/>
            <a:ext cx="745388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KSO_Shape"/>
          <p:cNvSpPr>
            <a:spLocks/>
          </p:cNvSpPr>
          <p:nvPr userDrawn="1"/>
        </p:nvSpPr>
        <p:spPr bwMode="auto">
          <a:xfrm>
            <a:off x="695325" y="608012"/>
            <a:ext cx="840652" cy="489268"/>
          </a:xfrm>
          <a:custGeom>
            <a:avLst/>
            <a:gdLst>
              <a:gd name="T0" fmla="*/ 523582 w 5574"/>
              <a:gd name="T1" fmla="*/ 1026353 h 3244"/>
              <a:gd name="T2" fmla="*/ 164730 w 5574"/>
              <a:gd name="T3" fmla="*/ 1048328 h 3244"/>
              <a:gd name="T4" fmla="*/ 0 w 5574"/>
              <a:gd name="T5" fmla="*/ 1009549 h 3244"/>
              <a:gd name="T6" fmla="*/ 319446 w 5574"/>
              <a:gd name="T7" fmla="*/ 836336 h 3244"/>
              <a:gd name="T8" fmla="*/ 613375 w 5574"/>
              <a:gd name="T9" fmla="*/ 882224 h 3244"/>
              <a:gd name="T10" fmla="*/ 764539 w 5574"/>
              <a:gd name="T11" fmla="*/ 841183 h 3244"/>
              <a:gd name="T12" fmla="*/ 1800397 w 5574"/>
              <a:gd name="T13" fmla="*/ 867682 h 3244"/>
              <a:gd name="T14" fmla="*/ 693802 w 5574"/>
              <a:gd name="T15" fmla="*/ 1048005 h 3244"/>
              <a:gd name="T16" fmla="*/ 556850 w 5574"/>
              <a:gd name="T17" fmla="*/ 973032 h 3244"/>
              <a:gd name="T18" fmla="*/ 247094 w 5574"/>
              <a:gd name="T19" fmla="*/ 935545 h 3244"/>
              <a:gd name="T20" fmla="*/ 556850 w 5574"/>
              <a:gd name="T21" fmla="*/ 973032 h 3244"/>
              <a:gd name="T22" fmla="*/ 1014540 w 5574"/>
              <a:gd name="T23" fmla="*/ 156732 h 3244"/>
              <a:gd name="T24" fmla="*/ 1066866 w 5574"/>
              <a:gd name="T25" fmla="*/ 790124 h 3244"/>
              <a:gd name="T26" fmla="*/ 98515 w 5574"/>
              <a:gd name="T27" fmla="*/ 789801 h 3244"/>
              <a:gd name="T28" fmla="*/ 52649 w 5574"/>
              <a:gd name="T29" fmla="*/ 743912 h 3244"/>
              <a:gd name="T30" fmla="*/ 52649 w 5574"/>
              <a:gd name="T31" fmla="*/ 149623 h 3244"/>
              <a:gd name="T32" fmla="*/ 150841 w 5574"/>
              <a:gd name="T33" fmla="*/ 18420 h 3244"/>
              <a:gd name="T34" fmla="*/ 187339 w 5574"/>
              <a:gd name="T35" fmla="*/ 0 h 3244"/>
              <a:gd name="T36" fmla="*/ 734500 w 5574"/>
              <a:gd name="T37" fmla="*/ 0 h 3244"/>
              <a:gd name="T38" fmla="*/ 132107 w 5574"/>
              <a:gd name="T39" fmla="*/ 596228 h 3244"/>
              <a:gd name="T40" fmla="*/ 257753 w 5574"/>
              <a:gd name="T41" fmla="*/ 596228 h 3244"/>
              <a:gd name="T42" fmla="*/ 688311 w 5574"/>
              <a:gd name="T43" fmla="*/ 533536 h 3244"/>
              <a:gd name="T44" fmla="*/ 688311 w 5574"/>
              <a:gd name="T45" fmla="*/ 659244 h 3244"/>
              <a:gd name="T46" fmla="*/ 688311 w 5574"/>
              <a:gd name="T47" fmla="*/ 533536 h 3244"/>
              <a:gd name="T48" fmla="*/ 748066 w 5574"/>
              <a:gd name="T49" fmla="*/ 439819 h 3244"/>
              <a:gd name="T50" fmla="*/ 688311 w 5574"/>
              <a:gd name="T51" fmla="*/ 91777 h 3244"/>
              <a:gd name="T52" fmla="*/ 144381 w 5574"/>
              <a:gd name="T53" fmla="*/ 179676 h 3244"/>
              <a:gd name="T54" fmla="*/ 1106272 w 5574"/>
              <a:gd name="T55" fmla="*/ 207791 h 3244"/>
              <a:gd name="T56" fmla="*/ 1385343 w 5574"/>
              <a:gd name="T57" fmla="*/ 790447 h 3244"/>
              <a:gd name="T58" fmla="*/ 1119515 w 5574"/>
              <a:gd name="T59" fmla="*/ 236876 h 3244"/>
              <a:gd name="T60" fmla="*/ 1115639 w 5574"/>
              <a:gd name="T61" fmla="*/ 223626 h 3244"/>
              <a:gd name="T62" fmla="*/ 1437669 w 5574"/>
              <a:gd name="T63" fmla="*/ 393608 h 3244"/>
              <a:gd name="T64" fmla="*/ 1634375 w 5574"/>
              <a:gd name="T65" fmla="*/ 791093 h 3244"/>
              <a:gd name="T66" fmla="*/ 1437669 w 5574"/>
              <a:gd name="T67" fmla="*/ 393608 h 3244"/>
              <a:gd name="T68" fmla="*/ 1746133 w 5574"/>
              <a:gd name="T69" fmla="*/ 566175 h 3244"/>
              <a:gd name="T70" fmla="*/ 1686701 w 5574"/>
              <a:gd name="T71" fmla="*/ 791093 h 32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574" h="3244">
                <a:moveTo>
                  <a:pt x="1585" y="3235"/>
                </a:moveTo>
                <a:cubicBezTo>
                  <a:pt x="1621" y="3176"/>
                  <a:pt x="1621" y="3176"/>
                  <a:pt x="1621" y="3176"/>
                </a:cubicBezTo>
                <a:cubicBezTo>
                  <a:pt x="560" y="3176"/>
                  <a:pt x="560" y="3176"/>
                  <a:pt x="560" y="3176"/>
                </a:cubicBezTo>
                <a:cubicBezTo>
                  <a:pt x="510" y="3244"/>
                  <a:pt x="510" y="3244"/>
                  <a:pt x="510" y="3244"/>
                </a:cubicBezTo>
                <a:cubicBezTo>
                  <a:pt x="3" y="3244"/>
                  <a:pt x="3" y="3244"/>
                  <a:pt x="3" y="3244"/>
                </a:cubicBezTo>
                <a:cubicBezTo>
                  <a:pt x="0" y="3124"/>
                  <a:pt x="0" y="3124"/>
                  <a:pt x="0" y="3124"/>
                </a:cubicBezTo>
                <a:cubicBezTo>
                  <a:pt x="552" y="2588"/>
                  <a:pt x="552" y="2588"/>
                  <a:pt x="552" y="2588"/>
                </a:cubicBezTo>
                <a:cubicBezTo>
                  <a:pt x="989" y="2588"/>
                  <a:pt x="989" y="2588"/>
                  <a:pt x="989" y="2588"/>
                </a:cubicBezTo>
                <a:cubicBezTo>
                  <a:pt x="886" y="2730"/>
                  <a:pt x="886" y="2730"/>
                  <a:pt x="886" y="2730"/>
                </a:cubicBezTo>
                <a:cubicBezTo>
                  <a:pt x="1899" y="2730"/>
                  <a:pt x="1899" y="2730"/>
                  <a:pt x="1899" y="2730"/>
                </a:cubicBezTo>
                <a:cubicBezTo>
                  <a:pt x="1978" y="2603"/>
                  <a:pt x="1978" y="2603"/>
                  <a:pt x="1978" y="2603"/>
                </a:cubicBezTo>
                <a:cubicBezTo>
                  <a:pt x="2367" y="2603"/>
                  <a:pt x="2367" y="2603"/>
                  <a:pt x="2367" y="2603"/>
                </a:cubicBezTo>
                <a:cubicBezTo>
                  <a:pt x="5574" y="2603"/>
                  <a:pt x="5574" y="2603"/>
                  <a:pt x="5574" y="2603"/>
                </a:cubicBezTo>
                <a:cubicBezTo>
                  <a:pt x="5574" y="2685"/>
                  <a:pt x="5574" y="2685"/>
                  <a:pt x="5574" y="2685"/>
                </a:cubicBezTo>
                <a:cubicBezTo>
                  <a:pt x="2290" y="2828"/>
                  <a:pt x="2290" y="2828"/>
                  <a:pt x="2290" y="2828"/>
                </a:cubicBezTo>
                <a:cubicBezTo>
                  <a:pt x="2148" y="3243"/>
                  <a:pt x="2148" y="3243"/>
                  <a:pt x="2148" y="3243"/>
                </a:cubicBezTo>
                <a:cubicBezTo>
                  <a:pt x="1585" y="3235"/>
                  <a:pt x="1585" y="3235"/>
                  <a:pt x="1585" y="3235"/>
                </a:cubicBezTo>
                <a:close/>
                <a:moveTo>
                  <a:pt x="1724" y="3011"/>
                </a:moveTo>
                <a:cubicBezTo>
                  <a:pt x="1796" y="2895"/>
                  <a:pt x="1796" y="2895"/>
                  <a:pt x="1796" y="2895"/>
                </a:cubicBezTo>
                <a:cubicBezTo>
                  <a:pt x="765" y="2895"/>
                  <a:pt x="765" y="2895"/>
                  <a:pt x="765" y="2895"/>
                </a:cubicBezTo>
                <a:cubicBezTo>
                  <a:pt x="681" y="3011"/>
                  <a:pt x="681" y="3011"/>
                  <a:pt x="681" y="3011"/>
                </a:cubicBezTo>
                <a:cubicBezTo>
                  <a:pt x="1724" y="3011"/>
                  <a:pt x="1724" y="3011"/>
                  <a:pt x="1724" y="3011"/>
                </a:cubicBezTo>
                <a:close/>
                <a:moveTo>
                  <a:pt x="2274" y="0"/>
                </a:moveTo>
                <a:cubicBezTo>
                  <a:pt x="3141" y="485"/>
                  <a:pt x="3141" y="485"/>
                  <a:pt x="3141" y="485"/>
                </a:cubicBezTo>
                <a:cubicBezTo>
                  <a:pt x="3303" y="755"/>
                  <a:pt x="3303" y="755"/>
                  <a:pt x="3303" y="755"/>
                </a:cubicBezTo>
                <a:cubicBezTo>
                  <a:pt x="3303" y="2445"/>
                  <a:pt x="3303" y="2445"/>
                  <a:pt x="3303" y="2445"/>
                </a:cubicBezTo>
                <a:cubicBezTo>
                  <a:pt x="2600" y="2444"/>
                  <a:pt x="2600" y="2444"/>
                  <a:pt x="2600" y="2444"/>
                </a:cubicBezTo>
                <a:cubicBezTo>
                  <a:pt x="2180" y="2444"/>
                  <a:pt x="638" y="2444"/>
                  <a:pt x="305" y="2444"/>
                </a:cubicBezTo>
                <a:cubicBezTo>
                  <a:pt x="163" y="2444"/>
                  <a:pt x="163" y="2444"/>
                  <a:pt x="163" y="2444"/>
                </a:cubicBezTo>
                <a:cubicBezTo>
                  <a:pt x="163" y="2302"/>
                  <a:pt x="163" y="2302"/>
                  <a:pt x="163" y="2302"/>
                </a:cubicBezTo>
                <a:cubicBezTo>
                  <a:pt x="163" y="1569"/>
                  <a:pt x="163" y="1871"/>
                  <a:pt x="163" y="509"/>
                </a:cubicBezTo>
                <a:cubicBezTo>
                  <a:pt x="163" y="463"/>
                  <a:pt x="163" y="463"/>
                  <a:pt x="163" y="463"/>
                </a:cubicBezTo>
                <a:cubicBezTo>
                  <a:pt x="192" y="425"/>
                  <a:pt x="192" y="425"/>
                  <a:pt x="192" y="425"/>
                </a:cubicBezTo>
                <a:cubicBezTo>
                  <a:pt x="467" y="57"/>
                  <a:pt x="467" y="57"/>
                  <a:pt x="467" y="57"/>
                </a:cubicBezTo>
                <a:cubicBezTo>
                  <a:pt x="510" y="0"/>
                  <a:pt x="510" y="0"/>
                  <a:pt x="510" y="0"/>
                </a:cubicBezTo>
                <a:cubicBezTo>
                  <a:pt x="580" y="0"/>
                  <a:pt x="580" y="0"/>
                  <a:pt x="580" y="0"/>
                </a:cubicBezTo>
                <a:cubicBezTo>
                  <a:pt x="2202" y="0"/>
                  <a:pt x="2202" y="0"/>
                  <a:pt x="2202" y="0"/>
                </a:cubicBezTo>
                <a:cubicBezTo>
                  <a:pt x="2274" y="0"/>
                  <a:pt x="2274" y="0"/>
                  <a:pt x="2274" y="0"/>
                </a:cubicBezTo>
                <a:close/>
                <a:moveTo>
                  <a:pt x="604" y="1651"/>
                </a:moveTo>
                <a:cubicBezTo>
                  <a:pt x="496" y="1651"/>
                  <a:pt x="409" y="1738"/>
                  <a:pt x="409" y="1845"/>
                </a:cubicBezTo>
                <a:cubicBezTo>
                  <a:pt x="409" y="1953"/>
                  <a:pt x="496" y="2040"/>
                  <a:pt x="604" y="2040"/>
                </a:cubicBezTo>
                <a:cubicBezTo>
                  <a:pt x="711" y="2040"/>
                  <a:pt x="798" y="1953"/>
                  <a:pt x="798" y="1845"/>
                </a:cubicBezTo>
                <a:cubicBezTo>
                  <a:pt x="798" y="1738"/>
                  <a:pt x="711" y="1651"/>
                  <a:pt x="604" y="1651"/>
                </a:cubicBezTo>
                <a:close/>
                <a:moveTo>
                  <a:pt x="2131" y="1651"/>
                </a:moveTo>
                <a:cubicBezTo>
                  <a:pt x="2024" y="1651"/>
                  <a:pt x="1937" y="1738"/>
                  <a:pt x="1937" y="1845"/>
                </a:cubicBezTo>
                <a:cubicBezTo>
                  <a:pt x="1937" y="1953"/>
                  <a:pt x="2024" y="2040"/>
                  <a:pt x="2131" y="2040"/>
                </a:cubicBezTo>
                <a:cubicBezTo>
                  <a:pt x="2239" y="2040"/>
                  <a:pt x="2326" y="1953"/>
                  <a:pt x="2326" y="1845"/>
                </a:cubicBezTo>
                <a:cubicBezTo>
                  <a:pt x="2326" y="1738"/>
                  <a:pt x="2239" y="1651"/>
                  <a:pt x="2131" y="1651"/>
                </a:cubicBezTo>
                <a:close/>
                <a:moveTo>
                  <a:pt x="447" y="1361"/>
                </a:moveTo>
                <a:cubicBezTo>
                  <a:pt x="2316" y="1361"/>
                  <a:pt x="2316" y="1361"/>
                  <a:pt x="2316" y="1361"/>
                </a:cubicBezTo>
                <a:cubicBezTo>
                  <a:pt x="2316" y="536"/>
                  <a:pt x="2316" y="536"/>
                  <a:pt x="2316" y="536"/>
                </a:cubicBezTo>
                <a:cubicBezTo>
                  <a:pt x="2131" y="284"/>
                  <a:pt x="2131" y="284"/>
                  <a:pt x="2131" y="284"/>
                </a:cubicBezTo>
                <a:cubicBezTo>
                  <a:pt x="650" y="284"/>
                  <a:pt x="650" y="284"/>
                  <a:pt x="650" y="284"/>
                </a:cubicBezTo>
                <a:cubicBezTo>
                  <a:pt x="447" y="556"/>
                  <a:pt x="447" y="556"/>
                  <a:pt x="447" y="556"/>
                </a:cubicBezTo>
                <a:cubicBezTo>
                  <a:pt x="447" y="1361"/>
                  <a:pt x="447" y="1361"/>
                  <a:pt x="447" y="1361"/>
                </a:cubicBezTo>
                <a:close/>
                <a:moveTo>
                  <a:pt x="3425" y="643"/>
                </a:moveTo>
                <a:cubicBezTo>
                  <a:pt x="4289" y="1127"/>
                  <a:pt x="4289" y="1127"/>
                  <a:pt x="4289" y="1127"/>
                </a:cubicBezTo>
                <a:cubicBezTo>
                  <a:pt x="4289" y="2446"/>
                  <a:pt x="4289" y="2446"/>
                  <a:pt x="4289" y="2446"/>
                </a:cubicBezTo>
                <a:cubicBezTo>
                  <a:pt x="3466" y="2445"/>
                  <a:pt x="3466" y="2445"/>
                  <a:pt x="3466" y="2445"/>
                </a:cubicBezTo>
                <a:cubicBezTo>
                  <a:pt x="3466" y="733"/>
                  <a:pt x="3466" y="733"/>
                  <a:pt x="3466" y="733"/>
                </a:cubicBezTo>
                <a:cubicBezTo>
                  <a:pt x="3466" y="712"/>
                  <a:pt x="3466" y="712"/>
                  <a:pt x="3466" y="712"/>
                </a:cubicBezTo>
                <a:cubicBezTo>
                  <a:pt x="3454" y="692"/>
                  <a:pt x="3454" y="692"/>
                  <a:pt x="3454" y="692"/>
                </a:cubicBezTo>
                <a:cubicBezTo>
                  <a:pt x="3425" y="643"/>
                  <a:pt x="3425" y="643"/>
                  <a:pt x="3425" y="643"/>
                </a:cubicBezTo>
                <a:close/>
                <a:moveTo>
                  <a:pt x="4451" y="1218"/>
                </a:moveTo>
                <a:cubicBezTo>
                  <a:pt x="5060" y="1558"/>
                  <a:pt x="5060" y="1558"/>
                  <a:pt x="5060" y="1558"/>
                </a:cubicBezTo>
                <a:cubicBezTo>
                  <a:pt x="5060" y="2448"/>
                  <a:pt x="5060" y="2448"/>
                  <a:pt x="5060" y="2448"/>
                </a:cubicBezTo>
                <a:cubicBezTo>
                  <a:pt x="4451" y="2447"/>
                  <a:pt x="4451" y="2447"/>
                  <a:pt x="4451" y="2447"/>
                </a:cubicBezTo>
                <a:cubicBezTo>
                  <a:pt x="4451" y="1218"/>
                  <a:pt x="4451" y="1218"/>
                  <a:pt x="4451" y="1218"/>
                </a:cubicBezTo>
                <a:close/>
                <a:moveTo>
                  <a:pt x="5222" y="1649"/>
                </a:moveTo>
                <a:cubicBezTo>
                  <a:pt x="5406" y="1752"/>
                  <a:pt x="5406" y="1752"/>
                  <a:pt x="5406" y="1752"/>
                </a:cubicBezTo>
                <a:cubicBezTo>
                  <a:pt x="5406" y="2448"/>
                  <a:pt x="5406" y="2448"/>
                  <a:pt x="5406" y="2448"/>
                </a:cubicBezTo>
                <a:cubicBezTo>
                  <a:pt x="5222" y="2448"/>
                  <a:pt x="5222" y="2448"/>
                  <a:pt x="5222" y="2448"/>
                </a:cubicBezTo>
                <a:lnTo>
                  <a:pt x="5222" y="1649"/>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6" name="KSO_Shape"/>
          <p:cNvSpPr>
            <a:spLocks/>
          </p:cNvSpPr>
          <p:nvPr userDrawn="1"/>
        </p:nvSpPr>
        <p:spPr bwMode="auto">
          <a:xfrm>
            <a:off x="10648111" y="804863"/>
            <a:ext cx="400050" cy="400050"/>
          </a:xfrm>
          <a:custGeom>
            <a:avLst/>
            <a:gdLst>
              <a:gd name="T0" fmla="*/ 899372 w 2764"/>
              <a:gd name="T1" fmla="*/ 1800397 h 2764"/>
              <a:gd name="T2" fmla="*/ 0 w 2764"/>
              <a:gd name="T3" fmla="*/ 900198 h 2764"/>
              <a:gd name="T4" fmla="*/ 899372 w 2764"/>
              <a:gd name="T5" fmla="*/ 0 h 2764"/>
              <a:gd name="T6" fmla="*/ 1798743 w 2764"/>
              <a:gd name="T7" fmla="*/ 900198 h 2764"/>
              <a:gd name="T8" fmla="*/ 899372 w 2764"/>
              <a:gd name="T9" fmla="*/ 1800397 h 2764"/>
              <a:gd name="T10" fmla="*/ 811517 w 2764"/>
              <a:gd name="T11" fmla="*/ 110734 h 2764"/>
              <a:gd name="T12" fmla="*/ 748392 w 2764"/>
              <a:gd name="T13" fmla="*/ 173917 h 2764"/>
              <a:gd name="T14" fmla="*/ 811517 w 2764"/>
              <a:gd name="T15" fmla="*/ 237751 h 2764"/>
              <a:gd name="T16" fmla="*/ 875293 w 2764"/>
              <a:gd name="T17" fmla="*/ 173917 h 2764"/>
              <a:gd name="T18" fmla="*/ 811517 w 2764"/>
              <a:gd name="T19" fmla="*/ 110734 h 2764"/>
              <a:gd name="T20" fmla="*/ 980068 w 2764"/>
              <a:gd name="T21" fmla="*/ 110734 h 2764"/>
              <a:gd name="T22" fmla="*/ 916942 w 2764"/>
              <a:gd name="T23" fmla="*/ 173917 h 2764"/>
              <a:gd name="T24" fmla="*/ 980068 w 2764"/>
              <a:gd name="T25" fmla="*/ 237751 h 2764"/>
              <a:gd name="T26" fmla="*/ 1043193 w 2764"/>
              <a:gd name="T27" fmla="*/ 173917 h 2764"/>
              <a:gd name="T28" fmla="*/ 980068 w 2764"/>
              <a:gd name="T29" fmla="*/ 110734 h 2764"/>
              <a:gd name="T30" fmla="*/ 1365327 w 2764"/>
              <a:gd name="T31" fmla="*/ 455310 h 2764"/>
              <a:gd name="T32" fmla="*/ 1147317 w 2764"/>
              <a:gd name="T33" fmla="*/ 248825 h 2764"/>
              <a:gd name="T34" fmla="*/ 896768 w 2764"/>
              <a:gd name="T35" fmla="*/ 248825 h 2764"/>
              <a:gd name="T36" fmla="*/ 644268 w 2764"/>
              <a:gd name="T37" fmla="*/ 248825 h 2764"/>
              <a:gd name="T38" fmla="*/ 426258 w 2764"/>
              <a:gd name="T39" fmla="*/ 455310 h 2764"/>
              <a:gd name="T40" fmla="*/ 426258 w 2764"/>
              <a:gd name="T41" fmla="*/ 1194619 h 2764"/>
              <a:gd name="T42" fmla="*/ 596110 w 2764"/>
              <a:gd name="T43" fmla="*/ 1388729 h 2764"/>
              <a:gd name="T44" fmla="*/ 442527 w 2764"/>
              <a:gd name="T45" fmla="*/ 1590655 h 2764"/>
              <a:gd name="T46" fmla="*/ 579841 w 2764"/>
              <a:gd name="T47" fmla="*/ 1590655 h 2764"/>
              <a:gd name="T48" fmla="*/ 665092 w 2764"/>
              <a:gd name="T49" fmla="*/ 1481875 h 2764"/>
              <a:gd name="T50" fmla="*/ 1126492 w 2764"/>
              <a:gd name="T51" fmla="*/ 1481875 h 2764"/>
              <a:gd name="T52" fmla="*/ 1211744 w 2764"/>
              <a:gd name="T53" fmla="*/ 1590655 h 2764"/>
              <a:gd name="T54" fmla="*/ 1349708 w 2764"/>
              <a:gd name="T55" fmla="*/ 1590655 h 2764"/>
              <a:gd name="T56" fmla="*/ 1195474 w 2764"/>
              <a:gd name="T57" fmla="*/ 1388729 h 2764"/>
              <a:gd name="T58" fmla="*/ 1365327 w 2764"/>
              <a:gd name="T59" fmla="*/ 1194619 h 2764"/>
              <a:gd name="T60" fmla="*/ 1365327 w 2764"/>
              <a:gd name="T61" fmla="*/ 455310 h 2764"/>
              <a:gd name="T62" fmla="*/ 1140809 w 2764"/>
              <a:gd name="T63" fmla="*/ 794676 h 2764"/>
              <a:gd name="T64" fmla="*/ 650775 w 2764"/>
              <a:gd name="T65" fmla="*/ 794676 h 2764"/>
              <a:gd name="T66" fmla="*/ 535588 w 2764"/>
              <a:gd name="T67" fmla="*/ 706089 h 2764"/>
              <a:gd name="T68" fmla="*/ 535588 w 2764"/>
              <a:gd name="T69" fmla="*/ 575163 h 2764"/>
              <a:gd name="T70" fmla="*/ 650775 w 2764"/>
              <a:gd name="T71" fmla="*/ 469640 h 2764"/>
              <a:gd name="T72" fmla="*/ 1140809 w 2764"/>
              <a:gd name="T73" fmla="*/ 469640 h 2764"/>
              <a:gd name="T74" fmla="*/ 1255996 w 2764"/>
              <a:gd name="T75" fmla="*/ 575163 h 2764"/>
              <a:gd name="T76" fmla="*/ 1255996 w 2764"/>
              <a:gd name="T77" fmla="*/ 706089 h 2764"/>
              <a:gd name="T78" fmla="*/ 1140809 w 2764"/>
              <a:gd name="T79" fmla="*/ 794676 h 2764"/>
              <a:gd name="T80" fmla="*/ 1012606 w 2764"/>
              <a:gd name="T81" fmla="*/ 398641 h 2764"/>
              <a:gd name="T82" fmla="*/ 778978 w 2764"/>
              <a:gd name="T83" fmla="*/ 398641 h 2764"/>
              <a:gd name="T84" fmla="*/ 739281 w 2764"/>
              <a:gd name="T85" fmla="*/ 371934 h 2764"/>
              <a:gd name="T86" fmla="*/ 739281 w 2764"/>
              <a:gd name="T87" fmla="*/ 326338 h 2764"/>
              <a:gd name="T88" fmla="*/ 778978 w 2764"/>
              <a:gd name="T89" fmla="*/ 323733 h 2764"/>
              <a:gd name="T90" fmla="*/ 1012606 w 2764"/>
              <a:gd name="T91" fmla="*/ 323733 h 2764"/>
              <a:gd name="T92" fmla="*/ 1052304 w 2764"/>
              <a:gd name="T93" fmla="*/ 350439 h 2764"/>
              <a:gd name="T94" fmla="*/ 1052304 w 2764"/>
              <a:gd name="T95" fmla="*/ 371934 h 2764"/>
              <a:gd name="T96" fmla="*/ 1012606 w 2764"/>
              <a:gd name="T97" fmla="*/ 398641 h 2764"/>
              <a:gd name="T98" fmla="*/ 646871 w 2764"/>
              <a:gd name="T99" fmla="*/ 1103427 h 2764"/>
              <a:gd name="T100" fmla="*/ 736027 w 2764"/>
              <a:gd name="T101" fmla="*/ 1192665 h 2764"/>
              <a:gd name="T102" fmla="*/ 646871 w 2764"/>
              <a:gd name="T103" fmla="*/ 1282555 h 2764"/>
              <a:gd name="T104" fmla="*/ 557064 w 2764"/>
              <a:gd name="T105" fmla="*/ 1192665 h 2764"/>
              <a:gd name="T106" fmla="*/ 646871 w 2764"/>
              <a:gd name="T107" fmla="*/ 1103427 h 2764"/>
              <a:gd name="T108" fmla="*/ 1142761 w 2764"/>
              <a:gd name="T109" fmla="*/ 1103427 h 2764"/>
              <a:gd name="T110" fmla="*/ 1232568 w 2764"/>
              <a:gd name="T111" fmla="*/ 1193317 h 2764"/>
              <a:gd name="T112" fmla="*/ 1142761 w 2764"/>
              <a:gd name="T113" fmla="*/ 1282555 h 2764"/>
              <a:gd name="T114" fmla="*/ 1053605 w 2764"/>
              <a:gd name="T115" fmla="*/ 1193317 h 2764"/>
              <a:gd name="T116" fmla="*/ 1142761 w 2764"/>
              <a:gd name="T117" fmla="*/ 1103427 h 276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764" h="2764">
                <a:moveTo>
                  <a:pt x="1382" y="2764"/>
                </a:moveTo>
                <a:cubicBezTo>
                  <a:pt x="619" y="2764"/>
                  <a:pt x="0" y="2145"/>
                  <a:pt x="0" y="1382"/>
                </a:cubicBezTo>
                <a:cubicBezTo>
                  <a:pt x="0" y="619"/>
                  <a:pt x="619" y="0"/>
                  <a:pt x="1382" y="0"/>
                </a:cubicBezTo>
                <a:cubicBezTo>
                  <a:pt x="2145" y="0"/>
                  <a:pt x="2764" y="619"/>
                  <a:pt x="2764" y="1382"/>
                </a:cubicBezTo>
                <a:cubicBezTo>
                  <a:pt x="2764" y="2145"/>
                  <a:pt x="2145" y="2764"/>
                  <a:pt x="1382" y="2764"/>
                </a:cubicBezTo>
                <a:close/>
                <a:moveTo>
                  <a:pt x="1247" y="170"/>
                </a:moveTo>
                <a:cubicBezTo>
                  <a:pt x="1193" y="170"/>
                  <a:pt x="1150" y="214"/>
                  <a:pt x="1150" y="267"/>
                </a:cubicBezTo>
                <a:cubicBezTo>
                  <a:pt x="1150" y="321"/>
                  <a:pt x="1193" y="365"/>
                  <a:pt x="1247" y="365"/>
                </a:cubicBezTo>
                <a:cubicBezTo>
                  <a:pt x="1301" y="365"/>
                  <a:pt x="1345" y="321"/>
                  <a:pt x="1345" y="267"/>
                </a:cubicBezTo>
                <a:cubicBezTo>
                  <a:pt x="1345" y="214"/>
                  <a:pt x="1301" y="170"/>
                  <a:pt x="1247" y="170"/>
                </a:cubicBezTo>
                <a:close/>
                <a:moveTo>
                  <a:pt x="1506" y="170"/>
                </a:moveTo>
                <a:cubicBezTo>
                  <a:pt x="1452" y="170"/>
                  <a:pt x="1409" y="214"/>
                  <a:pt x="1409" y="267"/>
                </a:cubicBezTo>
                <a:cubicBezTo>
                  <a:pt x="1409" y="321"/>
                  <a:pt x="1452" y="365"/>
                  <a:pt x="1506" y="365"/>
                </a:cubicBezTo>
                <a:cubicBezTo>
                  <a:pt x="1560" y="365"/>
                  <a:pt x="1603" y="321"/>
                  <a:pt x="1603" y="267"/>
                </a:cubicBezTo>
                <a:cubicBezTo>
                  <a:pt x="1603" y="214"/>
                  <a:pt x="1560" y="170"/>
                  <a:pt x="1506" y="170"/>
                </a:cubicBezTo>
                <a:close/>
                <a:moveTo>
                  <a:pt x="2098" y="699"/>
                </a:moveTo>
                <a:cubicBezTo>
                  <a:pt x="2098" y="541"/>
                  <a:pt x="1944" y="382"/>
                  <a:pt x="1763" y="382"/>
                </a:cubicBezTo>
                <a:cubicBezTo>
                  <a:pt x="1378" y="382"/>
                  <a:pt x="1378" y="382"/>
                  <a:pt x="1378" y="382"/>
                </a:cubicBezTo>
                <a:cubicBezTo>
                  <a:pt x="990" y="382"/>
                  <a:pt x="990" y="382"/>
                  <a:pt x="990" y="382"/>
                </a:cubicBezTo>
                <a:cubicBezTo>
                  <a:pt x="809" y="382"/>
                  <a:pt x="655" y="541"/>
                  <a:pt x="655" y="699"/>
                </a:cubicBezTo>
                <a:cubicBezTo>
                  <a:pt x="655" y="1834"/>
                  <a:pt x="655" y="1834"/>
                  <a:pt x="655" y="1834"/>
                </a:cubicBezTo>
                <a:cubicBezTo>
                  <a:pt x="655" y="1987"/>
                  <a:pt x="796" y="2113"/>
                  <a:pt x="916" y="2132"/>
                </a:cubicBezTo>
                <a:cubicBezTo>
                  <a:pt x="680" y="2442"/>
                  <a:pt x="680" y="2442"/>
                  <a:pt x="680" y="2442"/>
                </a:cubicBezTo>
                <a:cubicBezTo>
                  <a:pt x="891" y="2442"/>
                  <a:pt x="891" y="2442"/>
                  <a:pt x="891" y="2442"/>
                </a:cubicBezTo>
                <a:cubicBezTo>
                  <a:pt x="1022" y="2275"/>
                  <a:pt x="1022" y="2275"/>
                  <a:pt x="1022" y="2275"/>
                </a:cubicBezTo>
                <a:cubicBezTo>
                  <a:pt x="1731" y="2275"/>
                  <a:pt x="1731" y="2275"/>
                  <a:pt x="1731" y="2275"/>
                </a:cubicBezTo>
                <a:cubicBezTo>
                  <a:pt x="1862" y="2442"/>
                  <a:pt x="1862" y="2442"/>
                  <a:pt x="1862" y="2442"/>
                </a:cubicBezTo>
                <a:cubicBezTo>
                  <a:pt x="2074" y="2442"/>
                  <a:pt x="2074" y="2442"/>
                  <a:pt x="2074" y="2442"/>
                </a:cubicBezTo>
                <a:cubicBezTo>
                  <a:pt x="1837" y="2132"/>
                  <a:pt x="1837" y="2132"/>
                  <a:pt x="1837" y="2132"/>
                </a:cubicBezTo>
                <a:cubicBezTo>
                  <a:pt x="1957" y="2113"/>
                  <a:pt x="2098" y="1987"/>
                  <a:pt x="2098" y="1834"/>
                </a:cubicBezTo>
                <a:lnTo>
                  <a:pt x="2098" y="699"/>
                </a:lnTo>
                <a:close/>
                <a:moveTo>
                  <a:pt x="1753" y="1220"/>
                </a:moveTo>
                <a:cubicBezTo>
                  <a:pt x="1000" y="1220"/>
                  <a:pt x="1000" y="1220"/>
                  <a:pt x="1000" y="1220"/>
                </a:cubicBezTo>
                <a:cubicBezTo>
                  <a:pt x="914" y="1220"/>
                  <a:pt x="822" y="1182"/>
                  <a:pt x="823" y="1084"/>
                </a:cubicBezTo>
                <a:cubicBezTo>
                  <a:pt x="823" y="883"/>
                  <a:pt x="823" y="883"/>
                  <a:pt x="823" y="883"/>
                </a:cubicBezTo>
                <a:cubicBezTo>
                  <a:pt x="823" y="799"/>
                  <a:pt x="898" y="721"/>
                  <a:pt x="1000" y="721"/>
                </a:cubicBezTo>
                <a:cubicBezTo>
                  <a:pt x="1753" y="721"/>
                  <a:pt x="1753" y="721"/>
                  <a:pt x="1753" y="721"/>
                </a:cubicBezTo>
                <a:cubicBezTo>
                  <a:pt x="1855" y="721"/>
                  <a:pt x="1930" y="799"/>
                  <a:pt x="1930" y="883"/>
                </a:cubicBezTo>
                <a:cubicBezTo>
                  <a:pt x="1930" y="1084"/>
                  <a:pt x="1930" y="1084"/>
                  <a:pt x="1930" y="1084"/>
                </a:cubicBezTo>
                <a:cubicBezTo>
                  <a:pt x="1931" y="1182"/>
                  <a:pt x="1839" y="1220"/>
                  <a:pt x="1753" y="1220"/>
                </a:cubicBezTo>
                <a:close/>
                <a:moveTo>
                  <a:pt x="1556" y="612"/>
                </a:moveTo>
                <a:cubicBezTo>
                  <a:pt x="1197" y="612"/>
                  <a:pt x="1197" y="612"/>
                  <a:pt x="1197" y="612"/>
                </a:cubicBezTo>
                <a:cubicBezTo>
                  <a:pt x="1163" y="612"/>
                  <a:pt x="1136" y="593"/>
                  <a:pt x="1136" y="571"/>
                </a:cubicBezTo>
                <a:cubicBezTo>
                  <a:pt x="1136" y="501"/>
                  <a:pt x="1136" y="501"/>
                  <a:pt x="1136" y="501"/>
                </a:cubicBezTo>
                <a:cubicBezTo>
                  <a:pt x="1136" y="479"/>
                  <a:pt x="1164" y="497"/>
                  <a:pt x="1197" y="497"/>
                </a:cubicBezTo>
                <a:cubicBezTo>
                  <a:pt x="1556" y="497"/>
                  <a:pt x="1556" y="497"/>
                  <a:pt x="1556" y="497"/>
                </a:cubicBezTo>
                <a:cubicBezTo>
                  <a:pt x="1589" y="497"/>
                  <a:pt x="1617" y="516"/>
                  <a:pt x="1617" y="538"/>
                </a:cubicBezTo>
                <a:cubicBezTo>
                  <a:pt x="1617" y="571"/>
                  <a:pt x="1617" y="571"/>
                  <a:pt x="1617" y="571"/>
                </a:cubicBezTo>
                <a:cubicBezTo>
                  <a:pt x="1617" y="593"/>
                  <a:pt x="1590" y="612"/>
                  <a:pt x="1556" y="612"/>
                </a:cubicBezTo>
                <a:close/>
                <a:moveTo>
                  <a:pt x="994" y="1694"/>
                </a:moveTo>
                <a:cubicBezTo>
                  <a:pt x="1070" y="1694"/>
                  <a:pt x="1131" y="1755"/>
                  <a:pt x="1131" y="1831"/>
                </a:cubicBezTo>
                <a:cubicBezTo>
                  <a:pt x="1131" y="1907"/>
                  <a:pt x="1070" y="1969"/>
                  <a:pt x="994" y="1969"/>
                </a:cubicBezTo>
                <a:cubicBezTo>
                  <a:pt x="918" y="1969"/>
                  <a:pt x="856" y="1907"/>
                  <a:pt x="856" y="1831"/>
                </a:cubicBezTo>
                <a:cubicBezTo>
                  <a:pt x="856" y="1755"/>
                  <a:pt x="918" y="1694"/>
                  <a:pt x="994" y="1694"/>
                </a:cubicBezTo>
                <a:close/>
                <a:moveTo>
                  <a:pt x="1756" y="1694"/>
                </a:moveTo>
                <a:cubicBezTo>
                  <a:pt x="1832" y="1694"/>
                  <a:pt x="1894" y="1755"/>
                  <a:pt x="1894" y="1832"/>
                </a:cubicBezTo>
                <a:cubicBezTo>
                  <a:pt x="1894" y="1907"/>
                  <a:pt x="1832" y="1969"/>
                  <a:pt x="1756" y="1969"/>
                </a:cubicBezTo>
                <a:cubicBezTo>
                  <a:pt x="1680" y="1969"/>
                  <a:pt x="1619" y="1907"/>
                  <a:pt x="1619" y="1832"/>
                </a:cubicBezTo>
                <a:cubicBezTo>
                  <a:pt x="1619" y="1755"/>
                  <a:pt x="1680" y="1694"/>
                  <a:pt x="1756" y="1694"/>
                </a:cubicBezTo>
                <a:close/>
              </a:path>
            </a:pathLst>
          </a:custGeom>
          <a:solidFill>
            <a:schemeClr val="bg2">
              <a:lumMod val="75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7" name="KSO_Shape"/>
          <p:cNvSpPr>
            <a:spLocks/>
          </p:cNvSpPr>
          <p:nvPr userDrawn="1"/>
        </p:nvSpPr>
        <p:spPr bwMode="auto">
          <a:xfrm>
            <a:off x="10199597" y="804863"/>
            <a:ext cx="400050" cy="400050"/>
          </a:xfrm>
          <a:custGeom>
            <a:avLst/>
            <a:gdLst>
              <a:gd name="T0" fmla="*/ 899372 w 2764"/>
              <a:gd name="T1" fmla="*/ 1800397 h 2764"/>
              <a:gd name="T2" fmla="*/ 0 w 2764"/>
              <a:gd name="T3" fmla="*/ 900198 h 2764"/>
              <a:gd name="T4" fmla="*/ 899372 w 2764"/>
              <a:gd name="T5" fmla="*/ 0 h 2764"/>
              <a:gd name="T6" fmla="*/ 1798743 w 2764"/>
              <a:gd name="T7" fmla="*/ 900198 h 2764"/>
              <a:gd name="T8" fmla="*/ 899372 w 2764"/>
              <a:gd name="T9" fmla="*/ 1800397 h 2764"/>
              <a:gd name="T10" fmla="*/ 811517 w 2764"/>
              <a:gd name="T11" fmla="*/ 110734 h 2764"/>
              <a:gd name="T12" fmla="*/ 748392 w 2764"/>
              <a:gd name="T13" fmla="*/ 173917 h 2764"/>
              <a:gd name="T14" fmla="*/ 811517 w 2764"/>
              <a:gd name="T15" fmla="*/ 237751 h 2764"/>
              <a:gd name="T16" fmla="*/ 875293 w 2764"/>
              <a:gd name="T17" fmla="*/ 173917 h 2764"/>
              <a:gd name="T18" fmla="*/ 811517 w 2764"/>
              <a:gd name="T19" fmla="*/ 110734 h 2764"/>
              <a:gd name="T20" fmla="*/ 980068 w 2764"/>
              <a:gd name="T21" fmla="*/ 110734 h 2764"/>
              <a:gd name="T22" fmla="*/ 916942 w 2764"/>
              <a:gd name="T23" fmla="*/ 173917 h 2764"/>
              <a:gd name="T24" fmla="*/ 980068 w 2764"/>
              <a:gd name="T25" fmla="*/ 237751 h 2764"/>
              <a:gd name="T26" fmla="*/ 1043193 w 2764"/>
              <a:gd name="T27" fmla="*/ 173917 h 2764"/>
              <a:gd name="T28" fmla="*/ 980068 w 2764"/>
              <a:gd name="T29" fmla="*/ 110734 h 2764"/>
              <a:gd name="T30" fmla="*/ 1365327 w 2764"/>
              <a:gd name="T31" fmla="*/ 455310 h 2764"/>
              <a:gd name="T32" fmla="*/ 1147317 w 2764"/>
              <a:gd name="T33" fmla="*/ 248825 h 2764"/>
              <a:gd name="T34" fmla="*/ 896768 w 2764"/>
              <a:gd name="T35" fmla="*/ 248825 h 2764"/>
              <a:gd name="T36" fmla="*/ 644268 w 2764"/>
              <a:gd name="T37" fmla="*/ 248825 h 2764"/>
              <a:gd name="T38" fmla="*/ 426258 w 2764"/>
              <a:gd name="T39" fmla="*/ 455310 h 2764"/>
              <a:gd name="T40" fmla="*/ 426258 w 2764"/>
              <a:gd name="T41" fmla="*/ 1194619 h 2764"/>
              <a:gd name="T42" fmla="*/ 596110 w 2764"/>
              <a:gd name="T43" fmla="*/ 1388729 h 2764"/>
              <a:gd name="T44" fmla="*/ 442527 w 2764"/>
              <a:gd name="T45" fmla="*/ 1590655 h 2764"/>
              <a:gd name="T46" fmla="*/ 579841 w 2764"/>
              <a:gd name="T47" fmla="*/ 1590655 h 2764"/>
              <a:gd name="T48" fmla="*/ 665092 w 2764"/>
              <a:gd name="T49" fmla="*/ 1481875 h 2764"/>
              <a:gd name="T50" fmla="*/ 1126492 w 2764"/>
              <a:gd name="T51" fmla="*/ 1481875 h 2764"/>
              <a:gd name="T52" fmla="*/ 1211744 w 2764"/>
              <a:gd name="T53" fmla="*/ 1590655 h 2764"/>
              <a:gd name="T54" fmla="*/ 1349708 w 2764"/>
              <a:gd name="T55" fmla="*/ 1590655 h 2764"/>
              <a:gd name="T56" fmla="*/ 1195474 w 2764"/>
              <a:gd name="T57" fmla="*/ 1388729 h 2764"/>
              <a:gd name="T58" fmla="*/ 1365327 w 2764"/>
              <a:gd name="T59" fmla="*/ 1194619 h 2764"/>
              <a:gd name="T60" fmla="*/ 1365327 w 2764"/>
              <a:gd name="T61" fmla="*/ 455310 h 2764"/>
              <a:gd name="T62" fmla="*/ 1140809 w 2764"/>
              <a:gd name="T63" fmla="*/ 794676 h 2764"/>
              <a:gd name="T64" fmla="*/ 650775 w 2764"/>
              <a:gd name="T65" fmla="*/ 794676 h 2764"/>
              <a:gd name="T66" fmla="*/ 535588 w 2764"/>
              <a:gd name="T67" fmla="*/ 706089 h 2764"/>
              <a:gd name="T68" fmla="*/ 535588 w 2764"/>
              <a:gd name="T69" fmla="*/ 575163 h 2764"/>
              <a:gd name="T70" fmla="*/ 650775 w 2764"/>
              <a:gd name="T71" fmla="*/ 469640 h 2764"/>
              <a:gd name="T72" fmla="*/ 1140809 w 2764"/>
              <a:gd name="T73" fmla="*/ 469640 h 2764"/>
              <a:gd name="T74" fmla="*/ 1255996 w 2764"/>
              <a:gd name="T75" fmla="*/ 575163 h 2764"/>
              <a:gd name="T76" fmla="*/ 1255996 w 2764"/>
              <a:gd name="T77" fmla="*/ 706089 h 2764"/>
              <a:gd name="T78" fmla="*/ 1140809 w 2764"/>
              <a:gd name="T79" fmla="*/ 794676 h 2764"/>
              <a:gd name="T80" fmla="*/ 1012606 w 2764"/>
              <a:gd name="T81" fmla="*/ 398641 h 2764"/>
              <a:gd name="T82" fmla="*/ 778978 w 2764"/>
              <a:gd name="T83" fmla="*/ 398641 h 2764"/>
              <a:gd name="T84" fmla="*/ 739281 w 2764"/>
              <a:gd name="T85" fmla="*/ 371934 h 2764"/>
              <a:gd name="T86" fmla="*/ 739281 w 2764"/>
              <a:gd name="T87" fmla="*/ 326338 h 2764"/>
              <a:gd name="T88" fmla="*/ 778978 w 2764"/>
              <a:gd name="T89" fmla="*/ 323733 h 2764"/>
              <a:gd name="T90" fmla="*/ 1012606 w 2764"/>
              <a:gd name="T91" fmla="*/ 323733 h 2764"/>
              <a:gd name="T92" fmla="*/ 1052304 w 2764"/>
              <a:gd name="T93" fmla="*/ 350439 h 2764"/>
              <a:gd name="T94" fmla="*/ 1052304 w 2764"/>
              <a:gd name="T95" fmla="*/ 371934 h 2764"/>
              <a:gd name="T96" fmla="*/ 1012606 w 2764"/>
              <a:gd name="T97" fmla="*/ 398641 h 2764"/>
              <a:gd name="T98" fmla="*/ 646871 w 2764"/>
              <a:gd name="T99" fmla="*/ 1103427 h 2764"/>
              <a:gd name="T100" fmla="*/ 736027 w 2764"/>
              <a:gd name="T101" fmla="*/ 1192665 h 2764"/>
              <a:gd name="T102" fmla="*/ 646871 w 2764"/>
              <a:gd name="T103" fmla="*/ 1282555 h 2764"/>
              <a:gd name="T104" fmla="*/ 557064 w 2764"/>
              <a:gd name="T105" fmla="*/ 1192665 h 2764"/>
              <a:gd name="T106" fmla="*/ 646871 w 2764"/>
              <a:gd name="T107" fmla="*/ 1103427 h 2764"/>
              <a:gd name="T108" fmla="*/ 1142761 w 2764"/>
              <a:gd name="T109" fmla="*/ 1103427 h 2764"/>
              <a:gd name="T110" fmla="*/ 1232568 w 2764"/>
              <a:gd name="T111" fmla="*/ 1193317 h 2764"/>
              <a:gd name="T112" fmla="*/ 1142761 w 2764"/>
              <a:gd name="T113" fmla="*/ 1282555 h 2764"/>
              <a:gd name="T114" fmla="*/ 1053605 w 2764"/>
              <a:gd name="T115" fmla="*/ 1193317 h 2764"/>
              <a:gd name="T116" fmla="*/ 1142761 w 2764"/>
              <a:gd name="T117" fmla="*/ 1103427 h 276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764" h="2764">
                <a:moveTo>
                  <a:pt x="1382" y="2764"/>
                </a:moveTo>
                <a:cubicBezTo>
                  <a:pt x="619" y="2764"/>
                  <a:pt x="0" y="2145"/>
                  <a:pt x="0" y="1382"/>
                </a:cubicBezTo>
                <a:cubicBezTo>
                  <a:pt x="0" y="619"/>
                  <a:pt x="619" y="0"/>
                  <a:pt x="1382" y="0"/>
                </a:cubicBezTo>
                <a:cubicBezTo>
                  <a:pt x="2145" y="0"/>
                  <a:pt x="2764" y="619"/>
                  <a:pt x="2764" y="1382"/>
                </a:cubicBezTo>
                <a:cubicBezTo>
                  <a:pt x="2764" y="2145"/>
                  <a:pt x="2145" y="2764"/>
                  <a:pt x="1382" y="2764"/>
                </a:cubicBezTo>
                <a:close/>
                <a:moveTo>
                  <a:pt x="1247" y="170"/>
                </a:moveTo>
                <a:cubicBezTo>
                  <a:pt x="1193" y="170"/>
                  <a:pt x="1150" y="214"/>
                  <a:pt x="1150" y="267"/>
                </a:cubicBezTo>
                <a:cubicBezTo>
                  <a:pt x="1150" y="321"/>
                  <a:pt x="1193" y="365"/>
                  <a:pt x="1247" y="365"/>
                </a:cubicBezTo>
                <a:cubicBezTo>
                  <a:pt x="1301" y="365"/>
                  <a:pt x="1345" y="321"/>
                  <a:pt x="1345" y="267"/>
                </a:cubicBezTo>
                <a:cubicBezTo>
                  <a:pt x="1345" y="214"/>
                  <a:pt x="1301" y="170"/>
                  <a:pt x="1247" y="170"/>
                </a:cubicBezTo>
                <a:close/>
                <a:moveTo>
                  <a:pt x="1506" y="170"/>
                </a:moveTo>
                <a:cubicBezTo>
                  <a:pt x="1452" y="170"/>
                  <a:pt x="1409" y="214"/>
                  <a:pt x="1409" y="267"/>
                </a:cubicBezTo>
                <a:cubicBezTo>
                  <a:pt x="1409" y="321"/>
                  <a:pt x="1452" y="365"/>
                  <a:pt x="1506" y="365"/>
                </a:cubicBezTo>
                <a:cubicBezTo>
                  <a:pt x="1560" y="365"/>
                  <a:pt x="1603" y="321"/>
                  <a:pt x="1603" y="267"/>
                </a:cubicBezTo>
                <a:cubicBezTo>
                  <a:pt x="1603" y="214"/>
                  <a:pt x="1560" y="170"/>
                  <a:pt x="1506" y="170"/>
                </a:cubicBezTo>
                <a:close/>
                <a:moveTo>
                  <a:pt x="2098" y="699"/>
                </a:moveTo>
                <a:cubicBezTo>
                  <a:pt x="2098" y="541"/>
                  <a:pt x="1944" y="382"/>
                  <a:pt x="1763" y="382"/>
                </a:cubicBezTo>
                <a:cubicBezTo>
                  <a:pt x="1378" y="382"/>
                  <a:pt x="1378" y="382"/>
                  <a:pt x="1378" y="382"/>
                </a:cubicBezTo>
                <a:cubicBezTo>
                  <a:pt x="990" y="382"/>
                  <a:pt x="990" y="382"/>
                  <a:pt x="990" y="382"/>
                </a:cubicBezTo>
                <a:cubicBezTo>
                  <a:pt x="809" y="382"/>
                  <a:pt x="655" y="541"/>
                  <a:pt x="655" y="699"/>
                </a:cubicBezTo>
                <a:cubicBezTo>
                  <a:pt x="655" y="1834"/>
                  <a:pt x="655" y="1834"/>
                  <a:pt x="655" y="1834"/>
                </a:cubicBezTo>
                <a:cubicBezTo>
                  <a:pt x="655" y="1987"/>
                  <a:pt x="796" y="2113"/>
                  <a:pt x="916" y="2132"/>
                </a:cubicBezTo>
                <a:cubicBezTo>
                  <a:pt x="680" y="2442"/>
                  <a:pt x="680" y="2442"/>
                  <a:pt x="680" y="2442"/>
                </a:cubicBezTo>
                <a:cubicBezTo>
                  <a:pt x="891" y="2442"/>
                  <a:pt x="891" y="2442"/>
                  <a:pt x="891" y="2442"/>
                </a:cubicBezTo>
                <a:cubicBezTo>
                  <a:pt x="1022" y="2275"/>
                  <a:pt x="1022" y="2275"/>
                  <a:pt x="1022" y="2275"/>
                </a:cubicBezTo>
                <a:cubicBezTo>
                  <a:pt x="1731" y="2275"/>
                  <a:pt x="1731" y="2275"/>
                  <a:pt x="1731" y="2275"/>
                </a:cubicBezTo>
                <a:cubicBezTo>
                  <a:pt x="1862" y="2442"/>
                  <a:pt x="1862" y="2442"/>
                  <a:pt x="1862" y="2442"/>
                </a:cubicBezTo>
                <a:cubicBezTo>
                  <a:pt x="2074" y="2442"/>
                  <a:pt x="2074" y="2442"/>
                  <a:pt x="2074" y="2442"/>
                </a:cubicBezTo>
                <a:cubicBezTo>
                  <a:pt x="1837" y="2132"/>
                  <a:pt x="1837" y="2132"/>
                  <a:pt x="1837" y="2132"/>
                </a:cubicBezTo>
                <a:cubicBezTo>
                  <a:pt x="1957" y="2113"/>
                  <a:pt x="2098" y="1987"/>
                  <a:pt x="2098" y="1834"/>
                </a:cubicBezTo>
                <a:lnTo>
                  <a:pt x="2098" y="699"/>
                </a:lnTo>
                <a:close/>
                <a:moveTo>
                  <a:pt x="1753" y="1220"/>
                </a:moveTo>
                <a:cubicBezTo>
                  <a:pt x="1000" y="1220"/>
                  <a:pt x="1000" y="1220"/>
                  <a:pt x="1000" y="1220"/>
                </a:cubicBezTo>
                <a:cubicBezTo>
                  <a:pt x="914" y="1220"/>
                  <a:pt x="822" y="1182"/>
                  <a:pt x="823" y="1084"/>
                </a:cubicBezTo>
                <a:cubicBezTo>
                  <a:pt x="823" y="883"/>
                  <a:pt x="823" y="883"/>
                  <a:pt x="823" y="883"/>
                </a:cubicBezTo>
                <a:cubicBezTo>
                  <a:pt x="823" y="799"/>
                  <a:pt x="898" y="721"/>
                  <a:pt x="1000" y="721"/>
                </a:cubicBezTo>
                <a:cubicBezTo>
                  <a:pt x="1753" y="721"/>
                  <a:pt x="1753" y="721"/>
                  <a:pt x="1753" y="721"/>
                </a:cubicBezTo>
                <a:cubicBezTo>
                  <a:pt x="1855" y="721"/>
                  <a:pt x="1930" y="799"/>
                  <a:pt x="1930" y="883"/>
                </a:cubicBezTo>
                <a:cubicBezTo>
                  <a:pt x="1930" y="1084"/>
                  <a:pt x="1930" y="1084"/>
                  <a:pt x="1930" y="1084"/>
                </a:cubicBezTo>
                <a:cubicBezTo>
                  <a:pt x="1931" y="1182"/>
                  <a:pt x="1839" y="1220"/>
                  <a:pt x="1753" y="1220"/>
                </a:cubicBezTo>
                <a:close/>
                <a:moveTo>
                  <a:pt x="1556" y="612"/>
                </a:moveTo>
                <a:cubicBezTo>
                  <a:pt x="1197" y="612"/>
                  <a:pt x="1197" y="612"/>
                  <a:pt x="1197" y="612"/>
                </a:cubicBezTo>
                <a:cubicBezTo>
                  <a:pt x="1163" y="612"/>
                  <a:pt x="1136" y="593"/>
                  <a:pt x="1136" y="571"/>
                </a:cubicBezTo>
                <a:cubicBezTo>
                  <a:pt x="1136" y="501"/>
                  <a:pt x="1136" y="501"/>
                  <a:pt x="1136" y="501"/>
                </a:cubicBezTo>
                <a:cubicBezTo>
                  <a:pt x="1136" y="479"/>
                  <a:pt x="1164" y="497"/>
                  <a:pt x="1197" y="497"/>
                </a:cubicBezTo>
                <a:cubicBezTo>
                  <a:pt x="1556" y="497"/>
                  <a:pt x="1556" y="497"/>
                  <a:pt x="1556" y="497"/>
                </a:cubicBezTo>
                <a:cubicBezTo>
                  <a:pt x="1589" y="497"/>
                  <a:pt x="1617" y="516"/>
                  <a:pt x="1617" y="538"/>
                </a:cubicBezTo>
                <a:cubicBezTo>
                  <a:pt x="1617" y="571"/>
                  <a:pt x="1617" y="571"/>
                  <a:pt x="1617" y="571"/>
                </a:cubicBezTo>
                <a:cubicBezTo>
                  <a:pt x="1617" y="593"/>
                  <a:pt x="1590" y="612"/>
                  <a:pt x="1556" y="612"/>
                </a:cubicBezTo>
                <a:close/>
                <a:moveTo>
                  <a:pt x="994" y="1694"/>
                </a:moveTo>
                <a:cubicBezTo>
                  <a:pt x="1070" y="1694"/>
                  <a:pt x="1131" y="1755"/>
                  <a:pt x="1131" y="1831"/>
                </a:cubicBezTo>
                <a:cubicBezTo>
                  <a:pt x="1131" y="1907"/>
                  <a:pt x="1070" y="1969"/>
                  <a:pt x="994" y="1969"/>
                </a:cubicBezTo>
                <a:cubicBezTo>
                  <a:pt x="918" y="1969"/>
                  <a:pt x="856" y="1907"/>
                  <a:pt x="856" y="1831"/>
                </a:cubicBezTo>
                <a:cubicBezTo>
                  <a:pt x="856" y="1755"/>
                  <a:pt x="918" y="1694"/>
                  <a:pt x="994" y="1694"/>
                </a:cubicBezTo>
                <a:close/>
                <a:moveTo>
                  <a:pt x="1756" y="1694"/>
                </a:moveTo>
                <a:cubicBezTo>
                  <a:pt x="1832" y="1694"/>
                  <a:pt x="1894" y="1755"/>
                  <a:pt x="1894" y="1832"/>
                </a:cubicBezTo>
                <a:cubicBezTo>
                  <a:pt x="1894" y="1907"/>
                  <a:pt x="1832" y="1969"/>
                  <a:pt x="1756" y="1969"/>
                </a:cubicBezTo>
                <a:cubicBezTo>
                  <a:pt x="1680" y="1969"/>
                  <a:pt x="1619" y="1907"/>
                  <a:pt x="1619" y="1832"/>
                </a:cubicBezTo>
                <a:cubicBezTo>
                  <a:pt x="1619" y="1755"/>
                  <a:pt x="1680" y="1694"/>
                  <a:pt x="1756" y="1694"/>
                </a:cubicBezTo>
                <a:close/>
              </a:path>
            </a:pathLst>
          </a:custGeom>
          <a:solidFill>
            <a:schemeClr val="bg2">
              <a:lumMod val="75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8" name="KSO_Shape"/>
          <p:cNvSpPr>
            <a:spLocks/>
          </p:cNvSpPr>
          <p:nvPr userDrawn="1"/>
        </p:nvSpPr>
        <p:spPr bwMode="auto">
          <a:xfrm>
            <a:off x="9751083" y="804863"/>
            <a:ext cx="400050" cy="400050"/>
          </a:xfrm>
          <a:custGeom>
            <a:avLst/>
            <a:gdLst>
              <a:gd name="T0" fmla="*/ 899372 w 2764"/>
              <a:gd name="T1" fmla="*/ 1800397 h 2764"/>
              <a:gd name="T2" fmla="*/ 0 w 2764"/>
              <a:gd name="T3" fmla="*/ 900198 h 2764"/>
              <a:gd name="T4" fmla="*/ 899372 w 2764"/>
              <a:gd name="T5" fmla="*/ 0 h 2764"/>
              <a:gd name="T6" fmla="*/ 1798743 w 2764"/>
              <a:gd name="T7" fmla="*/ 900198 h 2764"/>
              <a:gd name="T8" fmla="*/ 899372 w 2764"/>
              <a:gd name="T9" fmla="*/ 1800397 h 2764"/>
              <a:gd name="T10" fmla="*/ 811517 w 2764"/>
              <a:gd name="T11" fmla="*/ 110734 h 2764"/>
              <a:gd name="T12" fmla="*/ 748392 w 2764"/>
              <a:gd name="T13" fmla="*/ 173917 h 2764"/>
              <a:gd name="T14" fmla="*/ 811517 w 2764"/>
              <a:gd name="T15" fmla="*/ 237751 h 2764"/>
              <a:gd name="T16" fmla="*/ 875293 w 2764"/>
              <a:gd name="T17" fmla="*/ 173917 h 2764"/>
              <a:gd name="T18" fmla="*/ 811517 w 2764"/>
              <a:gd name="T19" fmla="*/ 110734 h 2764"/>
              <a:gd name="T20" fmla="*/ 980068 w 2764"/>
              <a:gd name="T21" fmla="*/ 110734 h 2764"/>
              <a:gd name="T22" fmla="*/ 916942 w 2764"/>
              <a:gd name="T23" fmla="*/ 173917 h 2764"/>
              <a:gd name="T24" fmla="*/ 980068 w 2764"/>
              <a:gd name="T25" fmla="*/ 237751 h 2764"/>
              <a:gd name="T26" fmla="*/ 1043193 w 2764"/>
              <a:gd name="T27" fmla="*/ 173917 h 2764"/>
              <a:gd name="T28" fmla="*/ 980068 w 2764"/>
              <a:gd name="T29" fmla="*/ 110734 h 2764"/>
              <a:gd name="T30" fmla="*/ 1365327 w 2764"/>
              <a:gd name="T31" fmla="*/ 455310 h 2764"/>
              <a:gd name="T32" fmla="*/ 1147317 w 2764"/>
              <a:gd name="T33" fmla="*/ 248825 h 2764"/>
              <a:gd name="T34" fmla="*/ 896768 w 2764"/>
              <a:gd name="T35" fmla="*/ 248825 h 2764"/>
              <a:gd name="T36" fmla="*/ 644268 w 2764"/>
              <a:gd name="T37" fmla="*/ 248825 h 2764"/>
              <a:gd name="T38" fmla="*/ 426258 w 2764"/>
              <a:gd name="T39" fmla="*/ 455310 h 2764"/>
              <a:gd name="T40" fmla="*/ 426258 w 2764"/>
              <a:gd name="T41" fmla="*/ 1194619 h 2764"/>
              <a:gd name="T42" fmla="*/ 596110 w 2764"/>
              <a:gd name="T43" fmla="*/ 1388729 h 2764"/>
              <a:gd name="T44" fmla="*/ 442527 w 2764"/>
              <a:gd name="T45" fmla="*/ 1590655 h 2764"/>
              <a:gd name="T46" fmla="*/ 579841 w 2764"/>
              <a:gd name="T47" fmla="*/ 1590655 h 2764"/>
              <a:gd name="T48" fmla="*/ 665092 w 2764"/>
              <a:gd name="T49" fmla="*/ 1481875 h 2764"/>
              <a:gd name="T50" fmla="*/ 1126492 w 2764"/>
              <a:gd name="T51" fmla="*/ 1481875 h 2764"/>
              <a:gd name="T52" fmla="*/ 1211744 w 2764"/>
              <a:gd name="T53" fmla="*/ 1590655 h 2764"/>
              <a:gd name="T54" fmla="*/ 1349708 w 2764"/>
              <a:gd name="T55" fmla="*/ 1590655 h 2764"/>
              <a:gd name="T56" fmla="*/ 1195474 w 2764"/>
              <a:gd name="T57" fmla="*/ 1388729 h 2764"/>
              <a:gd name="T58" fmla="*/ 1365327 w 2764"/>
              <a:gd name="T59" fmla="*/ 1194619 h 2764"/>
              <a:gd name="T60" fmla="*/ 1365327 w 2764"/>
              <a:gd name="T61" fmla="*/ 455310 h 2764"/>
              <a:gd name="T62" fmla="*/ 1140809 w 2764"/>
              <a:gd name="T63" fmla="*/ 794676 h 2764"/>
              <a:gd name="T64" fmla="*/ 650775 w 2764"/>
              <a:gd name="T65" fmla="*/ 794676 h 2764"/>
              <a:gd name="T66" fmla="*/ 535588 w 2764"/>
              <a:gd name="T67" fmla="*/ 706089 h 2764"/>
              <a:gd name="T68" fmla="*/ 535588 w 2764"/>
              <a:gd name="T69" fmla="*/ 575163 h 2764"/>
              <a:gd name="T70" fmla="*/ 650775 w 2764"/>
              <a:gd name="T71" fmla="*/ 469640 h 2764"/>
              <a:gd name="T72" fmla="*/ 1140809 w 2764"/>
              <a:gd name="T73" fmla="*/ 469640 h 2764"/>
              <a:gd name="T74" fmla="*/ 1255996 w 2764"/>
              <a:gd name="T75" fmla="*/ 575163 h 2764"/>
              <a:gd name="T76" fmla="*/ 1255996 w 2764"/>
              <a:gd name="T77" fmla="*/ 706089 h 2764"/>
              <a:gd name="T78" fmla="*/ 1140809 w 2764"/>
              <a:gd name="T79" fmla="*/ 794676 h 2764"/>
              <a:gd name="T80" fmla="*/ 1012606 w 2764"/>
              <a:gd name="T81" fmla="*/ 398641 h 2764"/>
              <a:gd name="T82" fmla="*/ 778978 w 2764"/>
              <a:gd name="T83" fmla="*/ 398641 h 2764"/>
              <a:gd name="T84" fmla="*/ 739281 w 2764"/>
              <a:gd name="T85" fmla="*/ 371934 h 2764"/>
              <a:gd name="T86" fmla="*/ 739281 w 2764"/>
              <a:gd name="T87" fmla="*/ 326338 h 2764"/>
              <a:gd name="T88" fmla="*/ 778978 w 2764"/>
              <a:gd name="T89" fmla="*/ 323733 h 2764"/>
              <a:gd name="T90" fmla="*/ 1012606 w 2764"/>
              <a:gd name="T91" fmla="*/ 323733 h 2764"/>
              <a:gd name="T92" fmla="*/ 1052304 w 2764"/>
              <a:gd name="T93" fmla="*/ 350439 h 2764"/>
              <a:gd name="T94" fmla="*/ 1052304 w 2764"/>
              <a:gd name="T95" fmla="*/ 371934 h 2764"/>
              <a:gd name="T96" fmla="*/ 1012606 w 2764"/>
              <a:gd name="T97" fmla="*/ 398641 h 2764"/>
              <a:gd name="T98" fmla="*/ 646871 w 2764"/>
              <a:gd name="T99" fmla="*/ 1103427 h 2764"/>
              <a:gd name="T100" fmla="*/ 736027 w 2764"/>
              <a:gd name="T101" fmla="*/ 1192665 h 2764"/>
              <a:gd name="T102" fmla="*/ 646871 w 2764"/>
              <a:gd name="T103" fmla="*/ 1282555 h 2764"/>
              <a:gd name="T104" fmla="*/ 557064 w 2764"/>
              <a:gd name="T105" fmla="*/ 1192665 h 2764"/>
              <a:gd name="T106" fmla="*/ 646871 w 2764"/>
              <a:gd name="T107" fmla="*/ 1103427 h 2764"/>
              <a:gd name="T108" fmla="*/ 1142761 w 2764"/>
              <a:gd name="T109" fmla="*/ 1103427 h 2764"/>
              <a:gd name="T110" fmla="*/ 1232568 w 2764"/>
              <a:gd name="T111" fmla="*/ 1193317 h 2764"/>
              <a:gd name="T112" fmla="*/ 1142761 w 2764"/>
              <a:gd name="T113" fmla="*/ 1282555 h 2764"/>
              <a:gd name="T114" fmla="*/ 1053605 w 2764"/>
              <a:gd name="T115" fmla="*/ 1193317 h 2764"/>
              <a:gd name="T116" fmla="*/ 1142761 w 2764"/>
              <a:gd name="T117" fmla="*/ 1103427 h 276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764" h="2764">
                <a:moveTo>
                  <a:pt x="1382" y="2764"/>
                </a:moveTo>
                <a:cubicBezTo>
                  <a:pt x="619" y="2764"/>
                  <a:pt x="0" y="2145"/>
                  <a:pt x="0" y="1382"/>
                </a:cubicBezTo>
                <a:cubicBezTo>
                  <a:pt x="0" y="619"/>
                  <a:pt x="619" y="0"/>
                  <a:pt x="1382" y="0"/>
                </a:cubicBezTo>
                <a:cubicBezTo>
                  <a:pt x="2145" y="0"/>
                  <a:pt x="2764" y="619"/>
                  <a:pt x="2764" y="1382"/>
                </a:cubicBezTo>
                <a:cubicBezTo>
                  <a:pt x="2764" y="2145"/>
                  <a:pt x="2145" y="2764"/>
                  <a:pt x="1382" y="2764"/>
                </a:cubicBezTo>
                <a:close/>
                <a:moveTo>
                  <a:pt x="1247" y="170"/>
                </a:moveTo>
                <a:cubicBezTo>
                  <a:pt x="1193" y="170"/>
                  <a:pt x="1150" y="214"/>
                  <a:pt x="1150" y="267"/>
                </a:cubicBezTo>
                <a:cubicBezTo>
                  <a:pt x="1150" y="321"/>
                  <a:pt x="1193" y="365"/>
                  <a:pt x="1247" y="365"/>
                </a:cubicBezTo>
                <a:cubicBezTo>
                  <a:pt x="1301" y="365"/>
                  <a:pt x="1345" y="321"/>
                  <a:pt x="1345" y="267"/>
                </a:cubicBezTo>
                <a:cubicBezTo>
                  <a:pt x="1345" y="214"/>
                  <a:pt x="1301" y="170"/>
                  <a:pt x="1247" y="170"/>
                </a:cubicBezTo>
                <a:close/>
                <a:moveTo>
                  <a:pt x="1506" y="170"/>
                </a:moveTo>
                <a:cubicBezTo>
                  <a:pt x="1452" y="170"/>
                  <a:pt x="1409" y="214"/>
                  <a:pt x="1409" y="267"/>
                </a:cubicBezTo>
                <a:cubicBezTo>
                  <a:pt x="1409" y="321"/>
                  <a:pt x="1452" y="365"/>
                  <a:pt x="1506" y="365"/>
                </a:cubicBezTo>
                <a:cubicBezTo>
                  <a:pt x="1560" y="365"/>
                  <a:pt x="1603" y="321"/>
                  <a:pt x="1603" y="267"/>
                </a:cubicBezTo>
                <a:cubicBezTo>
                  <a:pt x="1603" y="214"/>
                  <a:pt x="1560" y="170"/>
                  <a:pt x="1506" y="170"/>
                </a:cubicBezTo>
                <a:close/>
                <a:moveTo>
                  <a:pt x="2098" y="699"/>
                </a:moveTo>
                <a:cubicBezTo>
                  <a:pt x="2098" y="541"/>
                  <a:pt x="1944" y="382"/>
                  <a:pt x="1763" y="382"/>
                </a:cubicBezTo>
                <a:cubicBezTo>
                  <a:pt x="1378" y="382"/>
                  <a:pt x="1378" y="382"/>
                  <a:pt x="1378" y="382"/>
                </a:cubicBezTo>
                <a:cubicBezTo>
                  <a:pt x="990" y="382"/>
                  <a:pt x="990" y="382"/>
                  <a:pt x="990" y="382"/>
                </a:cubicBezTo>
                <a:cubicBezTo>
                  <a:pt x="809" y="382"/>
                  <a:pt x="655" y="541"/>
                  <a:pt x="655" y="699"/>
                </a:cubicBezTo>
                <a:cubicBezTo>
                  <a:pt x="655" y="1834"/>
                  <a:pt x="655" y="1834"/>
                  <a:pt x="655" y="1834"/>
                </a:cubicBezTo>
                <a:cubicBezTo>
                  <a:pt x="655" y="1987"/>
                  <a:pt x="796" y="2113"/>
                  <a:pt x="916" y="2132"/>
                </a:cubicBezTo>
                <a:cubicBezTo>
                  <a:pt x="680" y="2442"/>
                  <a:pt x="680" y="2442"/>
                  <a:pt x="680" y="2442"/>
                </a:cubicBezTo>
                <a:cubicBezTo>
                  <a:pt x="891" y="2442"/>
                  <a:pt x="891" y="2442"/>
                  <a:pt x="891" y="2442"/>
                </a:cubicBezTo>
                <a:cubicBezTo>
                  <a:pt x="1022" y="2275"/>
                  <a:pt x="1022" y="2275"/>
                  <a:pt x="1022" y="2275"/>
                </a:cubicBezTo>
                <a:cubicBezTo>
                  <a:pt x="1731" y="2275"/>
                  <a:pt x="1731" y="2275"/>
                  <a:pt x="1731" y="2275"/>
                </a:cubicBezTo>
                <a:cubicBezTo>
                  <a:pt x="1862" y="2442"/>
                  <a:pt x="1862" y="2442"/>
                  <a:pt x="1862" y="2442"/>
                </a:cubicBezTo>
                <a:cubicBezTo>
                  <a:pt x="2074" y="2442"/>
                  <a:pt x="2074" y="2442"/>
                  <a:pt x="2074" y="2442"/>
                </a:cubicBezTo>
                <a:cubicBezTo>
                  <a:pt x="1837" y="2132"/>
                  <a:pt x="1837" y="2132"/>
                  <a:pt x="1837" y="2132"/>
                </a:cubicBezTo>
                <a:cubicBezTo>
                  <a:pt x="1957" y="2113"/>
                  <a:pt x="2098" y="1987"/>
                  <a:pt x="2098" y="1834"/>
                </a:cubicBezTo>
                <a:lnTo>
                  <a:pt x="2098" y="699"/>
                </a:lnTo>
                <a:close/>
                <a:moveTo>
                  <a:pt x="1753" y="1220"/>
                </a:moveTo>
                <a:cubicBezTo>
                  <a:pt x="1000" y="1220"/>
                  <a:pt x="1000" y="1220"/>
                  <a:pt x="1000" y="1220"/>
                </a:cubicBezTo>
                <a:cubicBezTo>
                  <a:pt x="914" y="1220"/>
                  <a:pt x="822" y="1182"/>
                  <a:pt x="823" y="1084"/>
                </a:cubicBezTo>
                <a:cubicBezTo>
                  <a:pt x="823" y="883"/>
                  <a:pt x="823" y="883"/>
                  <a:pt x="823" y="883"/>
                </a:cubicBezTo>
                <a:cubicBezTo>
                  <a:pt x="823" y="799"/>
                  <a:pt x="898" y="721"/>
                  <a:pt x="1000" y="721"/>
                </a:cubicBezTo>
                <a:cubicBezTo>
                  <a:pt x="1753" y="721"/>
                  <a:pt x="1753" y="721"/>
                  <a:pt x="1753" y="721"/>
                </a:cubicBezTo>
                <a:cubicBezTo>
                  <a:pt x="1855" y="721"/>
                  <a:pt x="1930" y="799"/>
                  <a:pt x="1930" y="883"/>
                </a:cubicBezTo>
                <a:cubicBezTo>
                  <a:pt x="1930" y="1084"/>
                  <a:pt x="1930" y="1084"/>
                  <a:pt x="1930" y="1084"/>
                </a:cubicBezTo>
                <a:cubicBezTo>
                  <a:pt x="1931" y="1182"/>
                  <a:pt x="1839" y="1220"/>
                  <a:pt x="1753" y="1220"/>
                </a:cubicBezTo>
                <a:close/>
                <a:moveTo>
                  <a:pt x="1556" y="612"/>
                </a:moveTo>
                <a:cubicBezTo>
                  <a:pt x="1197" y="612"/>
                  <a:pt x="1197" y="612"/>
                  <a:pt x="1197" y="612"/>
                </a:cubicBezTo>
                <a:cubicBezTo>
                  <a:pt x="1163" y="612"/>
                  <a:pt x="1136" y="593"/>
                  <a:pt x="1136" y="571"/>
                </a:cubicBezTo>
                <a:cubicBezTo>
                  <a:pt x="1136" y="501"/>
                  <a:pt x="1136" y="501"/>
                  <a:pt x="1136" y="501"/>
                </a:cubicBezTo>
                <a:cubicBezTo>
                  <a:pt x="1136" y="479"/>
                  <a:pt x="1164" y="497"/>
                  <a:pt x="1197" y="497"/>
                </a:cubicBezTo>
                <a:cubicBezTo>
                  <a:pt x="1556" y="497"/>
                  <a:pt x="1556" y="497"/>
                  <a:pt x="1556" y="497"/>
                </a:cubicBezTo>
                <a:cubicBezTo>
                  <a:pt x="1589" y="497"/>
                  <a:pt x="1617" y="516"/>
                  <a:pt x="1617" y="538"/>
                </a:cubicBezTo>
                <a:cubicBezTo>
                  <a:pt x="1617" y="571"/>
                  <a:pt x="1617" y="571"/>
                  <a:pt x="1617" y="571"/>
                </a:cubicBezTo>
                <a:cubicBezTo>
                  <a:pt x="1617" y="593"/>
                  <a:pt x="1590" y="612"/>
                  <a:pt x="1556" y="612"/>
                </a:cubicBezTo>
                <a:close/>
                <a:moveTo>
                  <a:pt x="994" y="1694"/>
                </a:moveTo>
                <a:cubicBezTo>
                  <a:pt x="1070" y="1694"/>
                  <a:pt x="1131" y="1755"/>
                  <a:pt x="1131" y="1831"/>
                </a:cubicBezTo>
                <a:cubicBezTo>
                  <a:pt x="1131" y="1907"/>
                  <a:pt x="1070" y="1969"/>
                  <a:pt x="994" y="1969"/>
                </a:cubicBezTo>
                <a:cubicBezTo>
                  <a:pt x="918" y="1969"/>
                  <a:pt x="856" y="1907"/>
                  <a:pt x="856" y="1831"/>
                </a:cubicBezTo>
                <a:cubicBezTo>
                  <a:pt x="856" y="1755"/>
                  <a:pt x="918" y="1694"/>
                  <a:pt x="994" y="1694"/>
                </a:cubicBezTo>
                <a:close/>
                <a:moveTo>
                  <a:pt x="1756" y="1694"/>
                </a:moveTo>
                <a:cubicBezTo>
                  <a:pt x="1832" y="1694"/>
                  <a:pt x="1894" y="1755"/>
                  <a:pt x="1894" y="1832"/>
                </a:cubicBezTo>
                <a:cubicBezTo>
                  <a:pt x="1894" y="1907"/>
                  <a:pt x="1832" y="1969"/>
                  <a:pt x="1756" y="1969"/>
                </a:cubicBezTo>
                <a:cubicBezTo>
                  <a:pt x="1680" y="1969"/>
                  <a:pt x="1619" y="1907"/>
                  <a:pt x="1619" y="1832"/>
                </a:cubicBezTo>
                <a:cubicBezTo>
                  <a:pt x="1619" y="1755"/>
                  <a:pt x="1680" y="1694"/>
                  <a:pt x="1756" y="1694"/>
                </a:cubicBezTo>
                <a:close/>
              </a:path>
            </a:pathLst>
          </a:custGeom>
          <a:solidFill>
            <a:schemeClr val="bg2">
              <a:lumMod val="75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9" name="KSO_Shape"/>
          <p:cNvSpPr>
            <a:spLocks/>
          </p:cNvSpPr>
          <p:nvPr userDrawn="1"/>
        </p:nvSpPr>
        <p:spPr bwMode="auto">
          <a:xfrm>
            <a:off x="9302569" y="804863"/>
            <a:ext cx="400050" cy="400050"/>
          </a:xfrm>
          <a:custGeom>
            <a:avLst/>
            <a:gdLst>
              <a:gd name="T0" fmla="*/ 899372 w 2764"/>
              <a:gd name="T1" fmla="*/ 1800397 h 2764"/>
              <a:gd name="T2" fmla="*/ 0 w 2764"/>
              <a:gd name="T3" fmla="*/ 900198 h 2764"/>
              <a:gd name="T4" fmla="*/ 899372 w 2764"/>
              <a:gd name="T5" fmla="*/ 0 h 2764"/>
              <a:gd name="T6" fmla="*/ 1798743 w 2764"/>
              <a:gd name="T7" fmla="*/ 900198 h 2764"/>
              <a:gd name="T8" fmla="*/ 899372 w 2764"/>
              <a:gd name="T9" fmla="*/ 1800397 h 2764"/>
              <a:gd name="T10" fmla="*/ 811517 w 2764"/>
              <a:gd name="T11" fmla="*/ 110734 h 2764"/>
              <a:gd name="T12" fmla="*/ 748392 w 2764"/>
              <a:gd name="T13" fmla="*/ 173917 h 2764"/>
              <a:gd name="T14" fmla="*/ 811517 w 2764"/>
              <a:gd name="T15" fmla="*/ 237751 h 2764"/>
              <a:gd name="T16" fmla="*/ 875293 w 2764"/>
              <a:gd name="T17" fmla="*/ 173917 h 2764"/>
              <a:gd name="T18" fmla="*/ 811517 w 2764"/>
              <a:gd name="T19" fmla="*/ 110734 h 2764"/>
              <a:gd name="T20" fmla="*/ 980068 w 2764"/>
              <a:gd name="T21" fmla="*/ 110734 h 2764"/>
              <a:gd name="T22" fmla="*/ 916942 w 2764"/>
              <a:gd name="T23" fmla="*/ 173917 h 2764"/>
              <a:gd name="T24" fmla="*/ 980068 w 2764"/>
              <a:gd name="T25" fmla="*/ 237751 h 2764"/>
              <a:gd name="T26" fmla="*/ 1043193 w 2764"/>
              <a:gd name="T27" fmla="*/ 173917 h 2764"/>
              <a:gd name="T28" fmla="*/ 980068 w 2764"/>
              <a:gd name="T29" fmla="*/ 110734 h 2764"/>
              <a:gd name="T30" fmla="*/ 1365327 w 2764"/>
              <a:gd name="T31" fmla="*/ 455310 h 2764"/>
              <a:gd name="T32" fmla="*/ 1147317 w 2764"/>
              <a:gd name="T33" fmla="*/ 248825 h 2764"/>
              <a:gd name="T34" fmla="*/ 896768 w 2764"/>
              <a:gd name="T35" fmla="*/ 248825 h 2764"/>
              <a:gd name="T36" fmla="*/ 644268 w 2764"/>
              <a:gd name="T37" fmla="*/ 248825 h 2764"/>
              <a:gd name="T38" fmla="*/ 426258 w 2764"/>
              <a:gd name="T39" fmla="*/ 455310 h 2764"/>
              <a:gd name="T40" fmla="*/ 426258 w 2764"/>
              <a:gd name="T41" fmla="*/ 1194619 h 2764"/>
              <a:gd name="T42" fmla="*/ 596110 w 2764"/>
              <a:gd name="T43" fmla="*/ 1388729 h 2764"/>
              <a:gd name="T44" fmla="*/ 442527 w 2764"/>
              <a:gd name="T45" fmla="*/ 1590655 h 2764"/>
              <a:gd name="T46" fmla="*/ 579841 w 2764"/>
              <a:gd name="T47" fmla="*/ 1590655 h 2764"/>
              <a:gd name="T48" fmla="*/ 665092 w 2764"/>
              <a:gd name="T49" fmla="*/ 1481875 h 2764"/>
              <a:gd name="T50" fmla="*/ 1126492 w 2764"/>
              <a:gd name="T51" fmla="*/ 1481875 h 2764"/>
              <a:gd name="T52" fmla="*/ 1211744 w 2764"/>
              <a:gd name="T53" fmla="*/ 1590655 h 2764"/>
              <a:gd name="T54" fmla="*/ 1349708 w 2764"/>
              <a:gd name="T55" fmla="*/ 1590655 h 2764"/>
              <a:gd name="T56" fmla="*/ 1195474 w 2764"/>
              <a:gd name="T57" fmla="*/ 1388729 h 2764"/>
              <a:gd name="T58" fmla="*/ 1365327 w 2764"/>
              <a:gd name="T59" fmla="*/ 1194619 h 2764"/>
              <a:gd name="T60" fmla="*/ 1365327 w 2764"/>
              <a:gd name="T61" fmla="*/ 455310 h 2764"/>
              <a:gd name="T62" fmla="*/ 1140809 w 2764"/>
              <a:gd name="T63" fmla="*/ 794676 h 2764"/>
              <a:gd name="T64" fmla="*/ 650775 w 2764"/>
              <a:gd name="T65" fmla="*/ 794676 h 2764"/>
              <a:gd name="T66" fmla="*/ 535588 w 2764"/>
              <a:gd name="T67" fmla="*/ 706089 h 2764"/>
              <a:gd name="T68" fmla="*/ 535588 w 2764"/>
              <a:gd name="T69" fmla="*/ 575163 h 2764"/>
              <a:gd name="T70" fmla="*/ 650775 w 2764"/>
              <a:gd name="T71" fmla="*/ 469640 h 2764"/>
              <a:gd name="T72" fmla="*/ 1140809 w 2764"/>
              <a:gd name="T73" fmla="*/ 469640 h 2764"/>
              <a:gd name="T74" fmla="*/ 1255996 w 2764"/>
              <a:gd name="T75" fmla="*/ 575163 h 2764"/>
              <a:gd name="T76" fmla="*/ 1255996 w 2764"/>
              <a:gd name="T77" fmla="*/ 706089 h 2764"/>
              <a:gd name="T78" fmla="*/ 1140809 w 2764"/>
              <a:gd name="T79" fmla="*/ 794676 h 2764"/>
              <a:gd name="T80" fmla="*/ 1012606 w 2764"/>
              <a:gd name="T81" fmla="*/ 398641 h 2764"/>
              <a:gd name="T82" fmla="*/ 778978 w 2764"/>
              <a:gd name="T83" fmla="*/ 398641 h 2764"/>
              <a:gd name="T84" fmla="*/ 739281 w 2764"/>
              <a:gd name="T85" fmla="*/ 371934 h 2764"/>
              <a:gd name="T86" fmla="*/ 739281 w 2764"/>
              <a:gd name="T87" fmla="*/ 326338 h 2764"/>
              <a:gd name="T88" fmla="*/ 778978 w 2764"/>
              <a:gd name="T89" fmla="*/ 323733 h 2764"/>
              <a:gd name="T90" fmla="*/ 1012606 w 2764"/>
              <a:gd name="T91" fmla="*/ 323733 h 2764"/>
              <a:gd name="T92" fmla="*/ 1052304 w 2764"/>
              <a:gd name="T93" fmla="*/ 350439 h 2764"/>
              <a:gd name="T94" fmla="*/ 1052304 w 2764"/>
              <a:gd name="T95" fmla="*/ 371934 h 2764"/>
              <a:gd name="T96" fmla="*/ 1012606 w 2764"/>
              <a:gd name="T97" fmla="*/ 398641 h 2764"/>
              <a:gd name="T98" fmla="*/ 646871 w 2764"/>
              <a:gd name="T99" fmla="*/ 1103427 h 2764"/>
              <a:gd name="T100" fmla="*/ 736027 w 2764"/>
              <a:gd name="T101" fmla="*/ 1192665 h 2764"/>
              <a:gd name="T102" fmla="*/ 646871 w 2764"/>
              <a:gd name="T103" fmla="*/ 1282555 h 2764"/>
              <a:gd name="T104" fmla="*/ 557064 w 2764"/>
              <a:gd name="T105" fmla="*/ 1192665 h 2764"/>
              <a:gd name="T106" fmla="*/ 646871 w 2764"/>
              <a:gd name="T107" fmla="*/ 1103427 h 2764"/>
              <a:gd name="T108" fmla="*/ 1142761 w 2764"/>
              <a:gd name="T109" fmla="*/ 1103427 h 2764"/>
              <a:gd name="T110" fmla="*/ 1232568 w 2764"/>
              <a:gd name="T111" fmla="*/ 1193317 h 2764"/>
              <a:gd name="T112" fmla="*/ 1142761 w 2764"/>
              <a:gd name="T113" fmla="*/ 1282555 h 2764"/>
              <a:gd name="T114" fmla="*/ 1053605 w 2764"/>
              <a:gd name="T115" fmla="*/ 1193317 h 2764"/>
              <a:gd name="T116" fmla="*/ 1142761 w 2764"/>
              <a:gd name="T117" fmla="*/ 1103427 h 276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764" h="2764">
                <a:moveTo>
                  <a:pt x="1382" y="2764"/>
                </a:moveTo>
                <a:cubicBezTo>
                  <a:pt x="619" y="2764"/>
                  <a:pt x="0" y="2145"/>
                  <a:pt x="0" y="1382"/>
                </a:cubicBezTo>
                <a:cubicBezTo>
                  <a:pt x="0" y="619"/>
                  <a:pt x="619" y="0"/>
                  <a:pt x="1382" y="0"/>
                </a:cubicBezTo>
                <a:cubicBezTo>
                  <a:pt x="2145" y="0"/>
                  <a:pt x="2764" y="619"/>
                  <a:pt x="2764" y="1382"/>
                </a:cubicBezTo>
                <a:cubicBezTo>
                  <a:pt x="2764" y="2145"/>
                  <a:pt x="2145" y="2764"/>
                  <a:pt x="1382" y="2764"/>
                </a:cubicBezTo>
                <a:close/>
                <a:moveTo>
                  <a:pt x="1247" y="170"/>
                </a:moveTo>
                <a:cubicBezTo>
                  <a:pt x="1193" y="170"/>
                  <a:pt x="1150" y="214"/>
                  <a:pt x="1150" y="267"/>
                </a:cubicBezTo>
                <a:cubicBezTo>
                  <a:pt x="1150" y="321"/>
                  <a:pt x="1193" y="365"/>
                  <a:pt x="1247" y="365"/>
                </a:cubicBezTo>
                <a:cubicBezTo>
                  <a:pt x="1301" y="365"/>
                  <a:pt x="1345" y="321"/>
                  <a:pt x="1345" y="267"/>
                </a:cubicBezTo>
                <a:cubicBezTo>
                  <a:pt x="1345" y="214"/>
                  <a:pt x="1301" y="170"/>
                  <a:pt x="1247" y="170"/>
                </a:cubicBezTo>
                <a:close/>
                <a:moveTo>
                  <a:pt x="1506" y="170"/>
                </a:moveTo>
                <a:cubicBezTo>
                  <a:pt x="1452" y="170"/>
                  <a:pt x="1409" y="214"/>
                  <a:pt x="1409" y="267"/>
                </a:cubicBezTo>
                <a:cubicBezTo>
                  <a:pt x="1409" y="321"/>
                  <a:pt x="1452" y="365"/>
                  <a:pt x="1506" y="365"/>
                </a:cubicBezTo>
                <a:cubicBezTo>
                  <a:pt x="1560" y="365"/>
                  <a:pt x="1603" y="321"/>
                  <a:pt x="1603" y="267"/>
                </a:cubicBezTo>
                <a:cubicBezTo>
                  <a:pt x="1603" y="214"/>
                  <a:pt x="1560" y="170"/>
                  <a:pt x="1506" y="170"/>
                </a:cubicBezTo>
                <a:close/>
                <a:moveTo>
                  <a:pt x="2098" y="699"/>
                </a:moveTo>
                <a:cubicBezTo>
                  <a:pt x="2098" y="541"/>
                  <a:pt x="1944" y="382"/>
                  <a:pt x="1763" y="382"/>
                </a:cubicBezTo>
                <a:cubicBezTo>
                  <a:pt x="1378" y="382"/>
                  <a:pt x="1378" y="382"/>
                  <a:pt x="1378" y="382"/>
                </a:cubicBezTo>
                <a:cubicBezTo>
                  <a:pt x="990" y="382"/>
                  <a:pt x="990" y="382"/>
                  <a:pt x="990" y="382"/>
                </a:cubicBezTo>
                <a:cubicBezTo>
                  <a:pt x="809" y="382"/>
                  <a:pt x="655" y="541"/>
                  <a:pt x="655" y="699"/>
                </a:cubicBezTo>
                <a:cubicBezTo>
                  <a:pt x="655" y="1834"/>
                  <a:pt x="655" y="1834"/>
                  <a:pt x="655" y="1834"/>
                </a:cubicBezTo>
                <a:cubicBezTo>
                  <a:pt x="655" y="1987"/>
                  <a:pt x="796" y="2113"/>
                  <a:pt x="916" y="2132"/>
                </a:cubicBezTo>
                <a:cubicBezTo>
                  <a:pt x="680" y="2442"/>
                  <a:pt x="680" y="2442"/>
                  <a:pt x="680" y="2442"/>
                </a:cubicBezTo>
                <a:cubicBezTo>
                  <a:pt x="891" y="2442"/>
                  <a:pt x="891" y="2442"/>
                  <a:pt x="891" y="2442"/>
                </a:cubicBezTo>
                <a:cubicBezTo>
                  <a:pt x="1022" y="2275"/>
                  <a:pt x="1022" y="2275"/>
                  <a:pt x="1022" y="2275"/>
                </a:cubicBezTo>
                <a:cubicBezTo>
                  <a:pt x="1731" y="2275"/>
                  <a:pt x="1731" y="2275"/>
                  <a:pt x="1731" y="2275"/>
                </a:cubicBezTo>
                <a:cubicBezTo>
                  <a:pt x="1862" y="2442"/>
                  <a:pt x="1862" y="2442"/>
                  <a:pt x="1862" y="2442"/>
                </a:cubicBezTo>
                <a:cubicBezTo>
                  <a:pt x="2074" y="2442"/>
                  <a:pt x="2074" y="2442"/>
                  <a:pt x="2074" y="2442"/>
                </a:cubicBezTo>
                <a:cubicBezTo>
                  <a:pt x="1837" y="2132"/>
                  <a:pt x="1837" y="2132"/>
                  <a:pt x="1837" y="2132"/>
                </a:cubicBezTo>
                <a:cubicBezTo>
                  <a:pt x="1957" y="2113"/>
                  <a:pt x="2098" y="1987"/>
                  <a:pt x="2098" y="1834"/>
                </a:cubicBezTo>
                <a:lnTo>
                  <a:pt x="2098" y="699"/>
                </a:lnTo>
                <a:close/>
                <a:moveTo>
                  <a:pt x="1753" y="1220"/>
                </a:moveTo>
                <a:cubicBezTo>
                  <a:pt x="1000" y="1220"/>
                  <a:pt x="1000" y="1220"/>
                  <a:pt x="1000" y="1220"/>
                </a:cubicBezTo>
                <a:cubicBezTo>
                  <a:pt x="914" y="1220"/>
                  <a:pt x="822" y="1182"/>
                  <a:pt x="823" y="1084"/>
                </a:cubicBezTo>
                <a:cubicBezTo>
                  <a:pt x="823" y="883"/>
                  <a:pt x="823" y="883"/>
                  <a:pt x="823" y="883"/>
                </a:cubicBezTo>
                <a:cubicBezTo>
                  <a:pt x="823" y="799"/>
                  <a:pt x="898" y="721"/>
                  <a:pt x="1000" y="721"/>
                </a:cubicBezTo>
                <a:cubicBezTo>
                  <a:pt x="1753" y="721"/>
                  <a:pt x="1753" y="721"/>
                  <a:pt x="1753" y="721"/>
                </a:cubicBezTo>
                <a:cubicBezTo>
                  <a:pt x="1855" y="721"/>
                  <a:pt x="1930" y="799"/>
                  <a:pt x="1930" y="883"/>
                </a:cubicBezTo>
                <a:cubicBezTo>
                  <a:pt x="1930" y="1084"/>
                  <a:pt x="1930" y="1084"/>
                  <a:pt x="1930" y="1084"/>
                </a:cubicBezTo>
                <a:cubicBezTo>
                  <a:pt x="1931" y="1182"/>
                  <a:pt x="1839" y="1220"/>
                  <a:pt x="1753" y="1220"/>
                </a:cubicBezTo>
                <a:close/>
                <a:moveTo>
                  <a:pt x="1556" y="612"/>
                </a:moveTo>
                <a:cubicBezTo>
                  <a:pt x="1197" y="612"/>
                  <a:pt x="1197" y="612"/>
                  <a:pt x="1197" y="612"/>
                </a:cubicBezTo>
                <a:cubicBezTo>
                  <a:pt x="1163" y="612"/>
                  <a:pt x="1136" y="593"/>
                  <a:pt x="1136" y="571"/>
                </a:cubicBezTo>
                <a:cubicBezTo>
                  <a:pt x="1136" y="501"/>
                  <a:pt x="1136" y="501"/>
                  <a:pt x="1136" y="501"/>
                </a:cubicBezTo>
                <a:cubicBezTo>
                  <a:pt x="1136" y="479"/>
                  <a:pt x="1164" y="497"/>
                  <a:pt x="1197" y="497"/>
                </a:cubicBezTo>
                <a:cubicBezTo>
                  <a:pt x="1556" y="497"/>
                  <a:pt x="1556" y="497"/>
                  <a:pt x="1556" y="497"/>
                </a:cubicBezTo>
                <a:cubicBezTo>
                  <a:pt x="1589" y="497"/>
                  <a:pt x="1617" y="516"/>
                  <a:pt x="1617" y="538"/>
                </a:cubicBezTo>
                <a:cubicBezTo>
                  <a:pt x="1617" y="571"/>
                  <a:pt x="1617" y="571"/>
                  <a:pt x="1617" y="571"/>
                </a:cubicBezTo>
                <a:cubicBezTo>
                  <a:pt x="1617" y="593"/>
                  <a:pt x="1590" y="612"/>
                  <a:pt x="1556" y="612"/>
                </a:cubicBezTo>
                <a:close/>
                <a:moveTo>
                  <a:pt x="994" y="1694"/>
                </a:moveTo>
                <a:cubicBezTo>
                  <a:pt x="1070" y="1694"/>
                  <a:pt x="1131" y="1755"/>
                  <a:pt x="1131" y="1831"/>
                </a:cubicBezTo>
                <a:cubicBezTo>
                  <a:pt x="1131" y="1907"/>
                  <a:pt x="1070" y="1969"/>
                  <a:pt x="994" y="1969"/>
                </a:cubicBezTo>
                <a:cubicBezTo>
                  <a:pt x="918" y="1969"/>
                  <a:pt x="856" y="1907"/>
                  <a:pt x="856" y="1831"/>
                </a:cubicBezTo>
                <a:cubicBezTo>
                  <a:pt x="856" y="1755"/>
                  <a:pt x="918" y="1694"/>
                  <a:pt x="994" y="1694"/>
                </a:cubicBezTo>
                <a:close/>
                <a:moveTo>
                  <a:pt x="1756" y="1694"/>
                </a:moveTo>
                <a:cubicBezTo>
                  <a:pt x="1832" y="1694"/>
                  <a:pt x="1894" y="1755"/>
                  <a:pt x="1894" y="1832"/>
                </a:cubicBezTo>
                <a:cubicBezTo>
                  <a:pt x="1894" y="1907"/>
                  <a:pt x="1832" y="1969"/>
                  <a:pt x="1756" y="1969"/>
                </a:cubicBezTo>
                <a:cubicBezTo>
                  <a:pt x="1680" y="1969"/>
                  <a:pt x="1619" y="1907"/>
                  <a:pt x="1619" y="1832"/>
                </a:cubicBezTo>
                <a:cubicBezTo>
                  <a:pt x="1619" y="1755"/>
                  <a:pt x="1680" y="1694"/>
                  <a:pt x="1756" y="1694"/>
                </a:cubicBezTo>
                <a:close/>
              </a:path>
            </a:pathLst>
          </a:custGeom>
          <a:solidFill>
            <a:schemeClr val="bg2">
              <a:lumMod val="75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0" name="KSO_Shape"/>
          <p:cNvSpPr>
            <a:spLocks/>
          </p:cNvSpPr>
          <p:nvPr userDrawn="1"/>
        </p:nvSpPr>
        <p:spPr bwMode="auto">
          <a:xfrm>
            <a:off x="8854055" y="804863"/>
            <a:ext cx="400050" cy="400050"/>
          </a:xfrm>
          <a:custGeom>
            <a:avLst/>
            <a:gdLst>
              <a:gd name="T0" fmla="*/ 899372 w 2764"/>
              <a:gd name="T1" fmla="*/ 1800397 h 2764"/>
              <a:gd name="T2" fmla="*/ 0 w 2764"/>
              <a:gd name="T3" fmla="*/ 900198 h 2764"/>
              <a:gd name="T4" fmla="*/ 899372 w 2764"/>
              <a:gd name="T5" fmla="*/ 0 h 2764"/>
              <a:gd name="T6" fmla="*/ 1798743 w 2764"/>
              <a:gd name="T7" fmla="*/ 900198 h 2764"/>
              <a:gd name="T8" fmla="*/ 899372 w 2764"/>
              <a:gd name="T9" fmla="*/ 1800397 h 2764"/>
              <a:gd name="T10" fmla="*/ 811517 w 2764"/>
              <a:gd name="T11" fmla="*/ 110734 h 2764"/>
              <a:gd name="T12" fmla="*/ 748392 w 2764"/>
              <a:gd name="T13" fmla="*/ 173917 h 2764"/>
              <a:gd name="T14" fmla="*/ 811517 w 2764"/>
              <a:gd name="T15" fmla="*/ 237751 h 2764"/>
              <a:gd name="T16" fmla="*/ 875293 w 2764"/>
              <a:gd name="T17" fmla="*/ 173917 h 2764"/>
              <a:gd name="T18" fmla="*/ 811517 w 2764"/>
              <a:gd name="T19" fmla="*/ 110734 h 2764"/>
              <a:gd name="T20" fmla="*/ 980068 w 2764"/>
              <a:gd name="T21" fmla="*/ 110734 h 2764"/>
              <a:gd name="T22" fmla="*/ 916942 w 2764"/>
              <a:gd name="T23" fmla="*/ 173917 h 2764"/>
              <a:gd name="T24" fmla="*/ 980068 w 2764"/>
              <a:gd name="T25" fmla="*/ 237751 h 2764"/>
              <a:gd name="T26" fmla="*/ 1043193 w 2764"/>
              <a:gd name="T27" fmla="*/ 173917 h 2764"/>
              <a:gd name="T28" fmla="*/ 980068 w 2764"/>
              <a:gd name="T29" fmla="*/ 110734 h 2764"/>
              <a:gd name="T30" fmla="*/ 1365327 w 2764"/>
              <a:gd name="T31" fmla="*/ 455310 h 2764"/>
              <a:gd name="T32" fmla="*/ 1147317 w 2764"/>
              <a:gd name="T33" fmla="*/ 248825 h 2764"/>
              <a:gd name="T34" fmla="*/ 896768 w 2764"/>
              <a:gd name="T35" fmla="*/ 248825 h 2764"/>
              <a:gd name="T36" fmla="*/ 644268 w 2764"/>
              <a:gd name="T37" fmla="*/ 248825 h 2764"/>
              <a:gd name="T38" fmla="*/ 426258 w 2764"/>
              <a:gd name="T39" fmla="*/ 455310 h 2764"/>
              <a:gd name="T40" fmla="*/ 426258 w 2764"/>
              <a:gd name="T41" fmla="*/ 1194619 h 2764"/>
              <a:gd name="T42" fmla="*/ 596110 w 2764"/>
              <a:gd name="T43" fmla="*/ 1388729 h 2764"/>
              <a:gd name="T44" fmla="*/ 442527 w 2764"/>
              <a:gd name="T45" fmla="*/ 1590655 h 2764"/>
              <a:gd name="T46" fmla="*/ 579841 w 2764"/>
              <a:gd name="T47" fmla="*/ 1590655 h 2764"/>
              <a:gd name="T48" fmla="*/ 665092 w 2764"/>
              <a:gd name="T49" fmla="*/ 1481875 h 2764"/>
              <a:gd name="T50" fmla="*/ 1126492 w 2764"/>
              <a:gd name="T51" fmla="*/ 1481875 h 2764"/>
              <a:gd name="T52" fmla="*/ 1211744 w 2764"/>
              <a:gd name="T53" fmla="*/ 1590655 h 2764"/>
              <a:gd name="T54" fmla="*/ 1349708 w 2764"/>
              <a:gd name="T55" fmla="*/ 1590655 h 2764"/>
              <a:gd name="T56" fmla="*/ 1195474 w 2764"/>
              <a:gd name="T57" fmla="*/ 1388729 h 2764"/>
              <a:gd name="T58" fmla="*/ 1365327 w 2764"/>
              <a:gd name="T59" fmla="*/ 1194619 h 2764"/>
              <a:gd name="T60" fmla="*/ 1365327 w 2764"/>
              <a:gd name="T61" fmla="*/ 455310 h 2764"/>
              <a:gd name="T62" fmla="*/ 1140809 w 2764"/>
              <a:gd name="T63" fmla="*/ 794676 h 2764"/>
              <a:gd name="T64" fmla="*/ 650775 w 2764"/>
              <a:gd name="T65" fmla="*/ 794676 h 2764"/>
              <a:gd name="T66" fmla="*/ 535588 w 2764"/>
              <a:gd name="T67" fmla="*/ 706089 h 2764"/>
              <a:gd name="T68" fmla="*/ 535588 w 2764"/>
              <a:gd name="T69" fmla="*/ 575163 h 2764"/>
              <a:gd name="T70" fmla="*/ 650775 w 2764"/>
              <a:gd name="T71" fmla="*/ 469640 h 2764"/>
              <a:gd name="T72" fmla="*/ 1140809 w 2764"/>
              <a:gd name="T73" fmla="*/ 469640 h 2764"/>
              <a:gd name="T74" fmla="*/ 1255996 w 2764"/>
              <a:gd name="T75" fmla="*/ 575163 h 2764"/>
              <a:gd name="T76" fmla="*/ 1255996 w 2764"/>
              <a:gd name="T77" fmla="*/ 706089 h 2764"/>
              <a:gd name="T78" fmla="*/ 1140809 w 2764"/>
              <a:gd name="T79" fmla="*/ 794676 h 2764"/>
              <a:gd name="T80" fmla="*/ 1012606 w 2764"/>
              <a:gd name="T81" fmla="*/ 398641 h 2764"/>
              <a:gd name="T82" fmla="*/ 778978 w 2764"/>
              <a:gd name="T83" fmla="*/ 398641 h 2764"/>
              <a:gd name="T84" fmla="*/ 739281 w 2764"/>
              <a:gd name="T85" fmla="*/ 371934 h 2764"/>
              <a:gd name="T86" fmla="*/ 739281 w 2764"/>
              <a:gd name="T87" fmla="*/ 326338 h 2764"/>
              <a:gd name="T88" fmla="*/ 778978 w 2764"/>
              <a:gd name="T89" fmla="*/ 323733 h 2764"/>
              <a:gd name="T90" fmla="*/ 1012606 w 2764"/>
              <a:gd name="T91" fmla="*/ 323733 h 2764"/>
              <a:gd name="T92" fmla="*/ 1052304 w 2764"/>
              <a:gd name="T93" fmla="*/ 350439 h 2764"/>
              <a:gd name="T94" fmla="*/ 1052304 w 2764"/>
              <a:gd name="T95" fmla="*/ 371934 h 2764"/>
              <a:gd name="T96" fmla="*/ 1012606 w 2764"/>
              <a:gd name="T97" fmla="*/ 398641 h 2764"/>
              <a:gd name="T98" fmla="*/ 646871 w 2764"/>
              <a:gd name="T99" fmla="*/ 1103427 h 2764"/>
              <a:gd name="T100" fmla="*/ 736027 w 2764"/>
              <a:gd name="T101" fmla="*/ 1192665 h 2764"/>
              <a:gd name="T102" fmla="*/ 646871 w 2764"/>
              <a:gd name="T103" fmla="*/ 1282555 h 2764"/>
              <a:gd name="T104" fmla="*/ 557064 w 2764"/>
              <a:gd name="T105" fmla="*/ 1192665 h 2764"/>
              <a:gd name="T106" fmla="*/ 646871 w 2764"/>
              <a:gd name="T107" fmla="*/ 1103427 h 2764"/>
              <a:gd name="T108" fmla="*/ 1142761 w 2764"/>
              <a:gd name="T109" fmla="*/ 1103427 h 2764"/>
              <a:gd name="T110" fmla="*/ 1232568 w 2764"/>
              <a:gd name="T111" fmla="*/ 1193317 h 2764"/>
              <a:gd name="T112" fmla="*/ 1142761 w 2764"/>
              <a:gd name="T113" fmla="*/ 1282555 h 2764"/>
              <a:gd name="T114" fmla="*/ 1053605 w 2764"/>
              <a:gd name="T115" fmla="*/ 1193317 h 2764"/>
              <a:gd name="T116" fmla="*/ 1142761 w 2764"/>
              <a:gd name="T117" fmla="*/ 1103427 h 276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764" h="2764">
                <a:moveTo>
                  <a:pt x="1382" y="2764"/>
                </a:moveTo>
                <a:cubicBezTo>
                  <a:pt x="619" y="2764"/>
                  <a:pt x="0" y="2145"/>
                  <a:pt x="0" y="1382"/>
                </a:cubicBezTo>
                <a:cubicBezTo>
                  <a:pt x="0" y="619"/>
                  <a:pt x="619" y="0"/>
                  <a:pt x="1382" y="0"/>
                </a:cubicBezTo>
                <a:cubicBezTo>
                  <a:pt x="2145" y="0"/>
                  <a:pt x="2764" y="619"/>
                  <a:pt x="2764" y="1382"/>
                </a:cubicBezTo>
                <a:cubicBezTo>
                  <a:pt x="2764" y="2145"/>
                  <a:pt x="2145" y="2764"/>
                  <a:pt x="1382" y="2764"/>
                </a:cubicBezTo>
                <a:close/>
                <a:moveTo>
                  <a:pt x="1247" y="170"/>
                </a:moveTo>
                <a:cubicBezTo>
                  <a:pt x="1193" y="170"/>
                  <a:pt x="1150" y="214"/>
                  <a:pt x="1150" y="267"/>
                </a:cubicBezTo>
                <a:cubicBezTo>
                  <a:pt x="1150" y="321"/>
                  <a:pt x="1193" y="365"/>
                  <a:pt x="1247" y="365"/>
                </a:cubicBezTo>
                <a:cubicBezTo>
                  <a:pt x="1301" y="365"/>
                  <a:pt x="1345" y="321"/>
                  <a:pt x="1345" y="267"/>
                </a:cubicBezTo>
                <a:cubicBezTo>
                  <a:pt x="1345" y="214"/>
                  <a:pt x="1301" y="170"/>
                  <a:pt x="1247" y="170"/>
                </a:cubicBezTo>
                <a:close/>
                <a:moveTo>
                  <a:pt x="1506" y="170"/>
                </a:moveTo>
                <a:cubicBezTo>
                  <a:pt x="1452" y="170"/>
                  <a:pt x="1409" y="214"/>
                  <a:pt x="1409" y="267"/>
                </a:cubicBezTo>
                <a:cubicBezTo>
                  <a:pt x="1409" y="321"/>
                  <a:pt x="1452" y="365"/>
                  <a:pt x="1506" y="365"/>
                </a:cubicBezTo>
                <a:cubicBezTo>
                  <a:pt x="1560" y="365"/>
                  <a:pt x="1603" y="321"/>
                  <a:pt x="1603" y="267"/>
                </a:cubicBezTo>
                <a:cubicBezTo>
                  <a:pt x="1603" y="214"/>
                  <a:pt x="1560" y="170"/>
                  <a:pt x="1506" y="170"/>
                </a:cubicBezTo>
                <a:close/>
                <a:moveTo>
                  <a:pt x="2098" y="699"/>
                </a:moveTo>
                <a:cubicBezTo>
                  <a:pt x="2098" y="541"/>
                  <a:pt x="1944" y="382"/>
                  <a:pt x="1763" y="382"/>
                </a:cubicBezTo>
                <a:cubicBezTo>
                  <a:pt x="1378" y="382"/>
                  <a:pt x="1378" y="382"/>
                  <a:pt x="1378" y="382"/>
                </a:cubicBezTo>
                <a:cubicBezTo>
                  <a:pt x="990" y="382"/>
                  <a:pt x="990" y="382"/>
                  <a:pt x="990" y="382"/>
                </a:cubicBezTo>
                <a:cubicBezTo>
                  <a:pt x="809" y="382"/>
                  <a:pt x="655" y="541"/>
                  <a:pt x="655" y="699"/>
                </a:cubicBezTo>
                <a:cubicBezTo>
                  <a:pt x="655" y="1834"/>
                  <a:pt x="655" y="1834"/>
                  <a:pt x="655" y="1834"/>
                </a:cubicBezTo>
                <a:cubicBezTo>
                  <a:pt x="655" y="1987"/>
                  <a:pt x="796" y="2113"/>
                  <a:pt x="916" y="2132"/>
                </a:cubicBezTo>
                <a:cubicBezTo>
                  <a:pt x="680" y="2442"/>
                  <a:pt x="680" y="2442"/>
                  <a:pt x="680" y="2442"/>
                </a:cubicBezTo>
                <a:cubicBezTo>
                  <a:pt x="891" y="2442"/>
                  <a:pt x="891" y="2442"/>
                  <a:pt x="891" y="2442"/>
                </a:cubicBezTo>
                <a:cubicBezTo>
                  <a:pt x="1022" y="2275"/>
                  <a:pt x="1022" y="2275"/>
                  <a:pt x="1022" y="2275"/>
                </a:cubicBezTo>
                <a:cubicBezTo>
                  <a:pt x="1731" y="2275"/>
                  <a:pt x="1731" y="2275"/>
                  <a:pt x="1731" y="2275"/>
                </a:cubicBezTo>
                <a:cubicBezTo>
                  <a:pt x="1862" y="2442"/>
                  <a:pt x="1862" y="2442"/>
                  <a:pt x="1862" y="2442"/>
                </a:cubicBezTo>
                <a:cubicBezTo>
                  <a:pt x="2074" y="2442"/>
                  <a:pt x="2074" y="2442"/>
                  <a:pt x="2074" y="2442"/>
                </a:cubicBezTo>
                <a:cubicBezTo>
                  <a:pt x="1837" y="2132"/>
                  <a:pt x="1837" y="2132"/>
                  <a:pt x="1837" y="2132"/>
                </a:cubicBezTo>
                <a:cubicBezTo>
                  <a:pt x="1957" y="2113"/>
                  <a:pt x="2098" y="1987"/>
                  <a:pt x="2098" y="1834"/>
                </a:cubicBezTo>
                <a:lnTo>
                  <a:pt x="2098" y="699"/>
                </a:lnTo>
                <a:close/>
                <a:moveTo>
                  <a:pt x="1753" y="1220"/>
                </a:moveTo>
                <a:cubicBezTo>
                  <a:pt x="1000" y="1220"/>
                  <a:pt x="1000" y="1220"/>
                  <a:pt x="1000" y="1220"/>
                </a:cubicBezTo>
                <a:cubicBezTo>
                  <a:pt x="914" y="1220"/>
                  <a:pt x="822" y="1182"/>
                  <a:pt x="823" y="1084"/>
                </a:cubicBezTo>
                <a:cubicBezTo>
                  <a:pt x="823" y="883"/>
                  <a:pt x="823" y="883"/>
                  <a:pt x="823" y="883"/>
                </a:cubicBezTo>
                <a:cubicBezTo>
                  <a:pt x="823" y="799"/>
                  <a:pt x="898" y="721"/>
                  <a:pt x="1000" y="721"/>
                </a:cubicBezTo>
                <a:cubicBezTo>
                  <a:pt x="1753" y="721"/>
                  <a:pt x="1753" y="721"/>
                  <a:pt x="1753" y="721"/>
                </a:cubicBezTo>
                <a:cubicBezTo>
                  <a:pt x="1855" y="721"/>
                  <a:pt x="1930" y="799"/>
                  <a:pt x="1930" y="883"/>
                </a:cubicBezTo>
                <a:cubicBezTo>
                  <a:pt x="1930" y="1084"/>
                  <a:pt x="1930" y="1084"/>
                  <a:pt x="1930" y="1084"/>
                </a:cubicBezTo>
                <a:cubicBezTo>
                  <a:pt x="1931" y="1182"/>
                  <a:pt x="1839" y="1220"/>
                  <a:pt x="1753" y="1220"/>
                </a:cubicBezTo>
                <a:close/>
                <a:moveTo>
                  <a:pt x="1556" y="612"/>
                </a:moveTo>
                <a:cubicBezTo>
                  <a:pt x="1197" y="612"/>
                  <a:pt x="1197" y="612"/>
                  <a:pt x="1197" y="612"/>
                </a:cubicBezTo>
                <a:cubicBezTo>
                  <a:pt x="1163" y="612"/>
                  <a:pt x="1136" y="593"/>
                  <a:pt x="1136" y="571"/>
                </a:cubicBezTo>
                <a:cubicBezTo>
                  <a:pt x="1136" y="501"/>
                  <a:pt x="1136" y="501"/>
                  <a:pt x="1136" y="501"/>
                </a:cubicBezTo>
                <a:cubicBezTo>
                  <a:pt x="1136" y="479"/>
                  <a:pt x="1164" y="497"/>
                  <a:pt x="1197" y="497"/>
                </a:cubicBezTo>
                <a:cubicBezTo>
                  <a:pt x="1556" y="497"/>
                  <a:pt x="1556" y="497"/>
                  <a:pt x="1556" y="497"/>
                </a:cubicBezTo>
                <a:cubicBezTo>
                  <a:pt x="1589" y="497"/>
                  <a:pt x="1617" y="516"/>
                  <a:pt x="1617" y="538"/>
                </a:cubicBezTo>
                <a:cubicBezTo>
                  <a:pt x="1617" y="571"/>
                  <a:pt x="1617" y="571"/>
                  <a:pt x="1617" y="571"/>
                </a:cubicBezTo>
                <a:cubicBezTo>
                  <a:pt x="1617" y="593"/>
                  <a:pt x="1590" y="612"/>
                  <a:pt x="1556" y="612"/>
                </a:cubicBezTo>
                <a:close/>
                <a:moveTo>
                  <a:pt x="994" y="1694"/>
                </a:moveTo>
                <a:cubicBezTo>
                  <a:pt x="1070" y="1694"/>
                  <a:pt x="1131" y="1755"/>
                  <a:pt x="1131" y="1831"/>
                </a:cubicBezTo>
                <a:cubicBezTo>
                  <a:pt x="1131" y="1907"/>
                  <a:pt x="1070" y="1969"/>
                  <a:pt x="994" y="1969"/>
                </a:cubicBezTo>
                <a:cubicBezTo>
                  <a:pt x="918" y="1969"/>
                  <a:pt x="856" y="1907"/>
                  <a:pt x="856" y="1831"/>
                </a:cubicBezTo>
                <a:cubicBezTo>
                  <a:pt x="856" y="1755"/>
                  <a:pt x="918" y="1694"/>
                  <a:pt x="994" y="1694"/>
                </a:cubicBezTo>
                <a:close/>
                <a:moveTo>
                  <a:pt x="1756" y="1694"/>
                </a:moveTo>
                <a:cubicBezTo>
                  <a:pt x="1832" y="1694"/>
                  <a:pt x="1894" y="1755"/>
                  <a:pt x="1894" y="1832"/>
                </a:cubicBezTo>
                <a:cubicBezTo>
                  <a:pt x="1894" y="1907"/>
                  <a:pt x="1832" y="1969"/>
                  <a:pt x="1756" y="1969"/>
                </a:cubicBezTo>
                <a:cubicBezTo>
                  <a:pt x="1680" y="1969"/>
                  <a:pt x="1619" y="1907"/>
                  <a:pt x="1619" y="1832"/>
                </a:cubicBezTo>
                <a:cubicBezTo>
                  <a:pt x="1619" y="1755"/>
                  <a:pt x="1680" y="1694"/>
                  <a:pt x="1756" y="1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7" name="文本占位符 16"/>
          <p:cNvSpPr>
            <a:spLocks noGrp="1"/>
          </p:cNvSpPr>
          <p:nvPr>
            <p:ph type="body" sz="quarter" idx="10"/>
          </p:nvPr>
        </p:nvSpPr>
        <p:spPr>
          <a:xfrm>
            <a:off x="1621701" y="739001"/>
            <a:ext cx="3188423" cy="249299"/>
          </a:xfrm>
          <a:noFill/>
        </p:spPr>
        <p:txBody>
          <a:bodyPr wrap="square" lIns="0" tIns="0" rIns="0" bIns="0" rtlCol="0" anchor="b" anchorCtr="0">
            <a:spAutoFit/>
          </a:bodyPr>
          <a:lstStyle>
            <a:lvl1pPr marL="0" indent="0">
              <a:buFontTx/>
              <a:buNone/>
              <a:defRPr lang="zh-CN" altLang="en-US" sz="1800" b="1" dirty="0" smtClean="0">
                <a:solidFill>
                  <a:schemeClr val="accent1"/>
                </a:solidFill>
                <a:latin typeface="+mn-lt"/>
                <a:ea typeface="+mn-ea"/>
                <a:cs typeface="+mn-cs"/>
              </a:defRPr>
            </a:lvl1pPr>
          </a:lstStyle>
          <a:p>
            <a:pPr marL="0" lvl="0" defTabSz="457200"/>
            <a:r>
              <a:rPr lang="zh-CN" altLang="en-US" dirty="0"/>
              <a:t>编辑母版文本样式</a:t>
            </a:r>
          </a:p>
        </p:txBody>
      </p:sp>
      <p:sp>
        <p:nvSpPr>
          <p:cNvPr id="18" name="KSO_Shape"/>
          <p:cNvSpPr>
            <a:spLocks/>
          </p:cNvSpPr>
          <p:nvPr userDrawn="1"/>
        </p:nvSpPr>
        <p:spPr bwMode="auto">
          <a:xfrm>
            <a:off x="11096625" y="804863"/>
            <a:ext cx="400050" cy="400050"/>
          </a:xfrm>
          <a:custGeom>
            <a:avLst/>
            <a:gdLst>
              <a:gd name="T0" fmla="*/ 899372 w 2764"/>
              <a:gd name="T1" fmla="*/ 1800397 h 2764"/>
              <a:gd name="T2" fmla="*/ 0 w 2764"/>
              <a:gd name="T3" fmla="*/ 900198 h 2764"/>
              <a:gd name="T4" fmla="*/ 899372 w 2764"/>
              <a:gd name="T5" fmla="*/ 0 h 2764"/>
              <a:gd name="T6" fmla="*/ 1798743 w 2764"/>
              <a:gd name="T7" fmla="*/ 900198 h 2764"/>
              <a:gd name="T8" fmla="*/ 899372 w 2764"/>
              <a:gd name="T9" fmla="*/ 1800397 h 2764"/>
              <a:gd name="T10" fmla="*/ 811517 w 2764"/>
              <a:gd name="T11" fmla="*/ 110734 h 2764"/>
              <a:gd name="T12" fmla="*/ 748392 w 2764"/>
              <a:gd name="T13" fmla="*/ 173917 h 2764"/>
              <a:gd name="T14" fmla="*/ 811517 w 2764"/>
              <a:gd name="T15" fmla="*/ 237751 h 2764"/>
              <a:gd name="T16" fmla="*/ 875293 w 2764"/>
              <a:gd name="T17" fmla="*/ 173917 h 2764"/>
              <a:gd name="T18" fmla="*/ 811517 w 2764"/>
              <a:gd name="T19" fmla="*/ 110734 h 2764"/>
              <a:gd name="T20" fmla="*/ 980068 w 2764"/>
              <a:gd name="T21" fmla="*/ 110734 h 2764"/>
              <a:gd name="T22" fmla="*/ 916942 w 2764"/>
              <a:gd name="T23" fmla="*/ 173917 h 2764"/>
              <a:gd name="T24" fmla="*/ 980068 w 2764"/>
              <a:gd name="T25" fmla="*/ 237751 h 2764"/>
              <a:gd name="T26" fmla="*/ 1043193 w 2764"/>
              <a:gd name="T27" fmla="*/ 173917 h 2764"/>
              <a:gd name="T28" fmla="*/ 980068 w 2764"/>
              <a:gd name="T29" fmla="*/ 110734 h 2764"/>
              <a:gd name="T30" fmla="*/ 1365327 w 2764"/>
              <a:gd name="T31" fmla="*/ 455310 h 2764"/>
              <a:gd name="T32" fmla="*/ 1147317 w 2764"/>
              <a:gd name="T33" fmla="*/ 248825 h 2764"/>
              <a:gd name="T34" fmla="*/ 896768 w 2764"/>
              <a:gd name="T35" fmla="*/ 248825 h 2764"/>
              <a:gd name="T36" fmla="*/ 644268 w 2764"/>
              <a:gd name="T37" fmla="*/ 248825 h 2764"/>
              <a:gd name="T38" fmla="*/ 426258 w 2764"/>
              <a:gd name="T39" fmla="*/ 455310 h 2764"/>
              <a:gd name="T40" fmla="*/ 426258 w 2764"/>
              <a:gd name="T41" fmla="*/ 1194619 h 2764"/>
              <a:gd name="T42" fmla="*/ 596110 w 2764"/>
              <a:gd name="T43" fmla="*/ 1388729 h 2764"/>
              <a:gd name="T44" fmla="*/ 442527 w 2764"/>
              <a:gd name="T45" fmla="*/ 1590655 h 2764"/>
              <a:gd name="T46" fmla="*/ 579841 w 2764"/>
              <a:gd name="T47" fmla="*/ 1590655 h 2764"/>
              <a:gd name="T48" fmla="*/ 665092 w 2764"/>
              <a:gd name="T49" fmla="*/ 1481875 h 2764"/>
              <a:gd name="T50" fmla="*/ 1126492 w 2764"/>
              <a:gd name="T51" fmla="*/ 1481875 h 2764"/>
              <a:gd name="T52" fmla="*/ 1211744 w 2764"/>
              <a:gd name="T53" fmla="*/ 1590655 h 2764"/>
              <a:gd name="T54" fmla="*/ 1349708 w 2764"/>
              <a:gd name="T55" fmla="*/ 1590655 h 2764"/>
              <a:gd name="T56" fmla="*/ 1195474 w 2764"/>
              <a:gd name="T57" fmla="*/ 1388729 h 2764"/>
              <a:gd name="T58" fmla="*/ 1365327 w 2764"/>
              <a:gd name="T59" fmla="*/ 1194619 h 2764"/>
              <a:gd name="T60" fmla="*/ 1365327 w 2764"/>
              <a:gd name="T61" fmla="*/ 455310 h 2764"/>
              <a:gd name="T62" fmla="*/ 1140809 w 2764"/>
              <a:gd name="T63" fmla="*/ 794676 h 2764"/>
              <a:gd name="T64" fmla="*/ 650775 w 2764"/>
              <a:gd name="T65" fmla="*/ 794676 h 2764"/>
              <a:gd name="T66" fmla="*/ 535588 w 2764"/>
              <a:gd name="T67" fmla="*/ 706089 h 2764"/>
              <a:gd name="T68" fmla="*/ 535588 w 2764"/>
              <a:gd name="T69" fmla="*/ 575163 h 2764"/>
              <a:gd name="T70" fmla="*/ 650775 w 2764"/>
              <a:gd name="T71" fmla="*/ 469640 h 2764"/>
              <a:gd name="T72" fmla="*/ 1140809 w 2764"/>
              <a:gd name="T73" fmla="*/ 469640 h 2764"/>
              <a:gd name="T74" fmla="*/ 1255996 w 2764"/>
              <a:gd name="T75" fmla="*/ 575163 h 2764"/>
              <a:gd name="T76" fmla="*/ 1255996 w 2764"/>
              <a:gd name="T77" fmla="*/ 706089 h 2764"/>
              <a:gd name="T78" fmla="*/ 1140809 w 2764"/>
              <a:gd name="T79" fmla="*/ 794676 h 2764"/>
              <a:gd name="T80" fmla="*/ 1012606 w 2764"/>
              <a:gd name="T81" fmla="*/ 398641 h 2764"/>
              <a:gd name="T82" fmla="*/ 778978 w 2764"/>
              <a:gd name="T83" fmla="*/ 398641 h 2764"/>
              <a:gd name="T84" fmla="*/ 739281 w 2764"/>
              <a:gd name="T85" fmla="*/ 371934 h 2764"/>
              <a:gd name="T86" fmla="*/ 739281 w 2764"/>
              <a:gd name="T87" fmla="*/ 326338 h 2764"/>
              <a:gd name="T88" fmla="*/ 778978 w 2764"/>
              <a:gd name="T89" fmla="*/ 323733 h 2764"/>
              <a:gd name="T90" fmla="*/ 1012606 w 2764"/>
              <a:gd name="T91" fmla="*/ 323733 h 2764"/>
              <a:gd name="T92" fmla="*/ 1052304 w 2764"/>
              <a:gd name="T93" fmla="*/ 350439 h 2764"/>
              <a:gd name="T94" fmla="*/ 1052304 w 2764"/>
              <a:gd name="T95" fmla="*/ 371934 h 2764"/>
              <a:gd name="T96" fmla="*/ 1012606 w 2764"/>
              <a:gd name="T97" fmla="*/ 398641 h 2764"/>
              <a:gd name="T98" fmla="*/ 646871 w 2764"/>
              <a:gd name="T99" fmla="*/ 1103427 h 2764"/>
              <a:gd name="T100" fmla="*/ 736027 w 2764"/>
              <a:gd name="T101" fmla="*/ 1192665 h 2764"/>
              <a:gd name="T102" fmla="*/ 646871 w 2764"/>
              <a:gd name="T103" fmla="*/ 1282555 h 2764"/>
              <a:gd name="T104" fmla="*/ 557064 w 2764"/>
              <a:gd name="T105" fmla="*/ 1192665 h 2764"/>
              <a:gd name="T106" fmla="*/ 646871 w 2764"/>
              <a:gd name="T107" fmla="*/ 1103427 h 2764"/>
              <a:gd name="T108" fmla="*/ 1142761 w 2764"/>
              <a:gd name="T109" fmla="*/ 1103427 h 2764"/>
              <a:gd name="T110" fmla="*/ 1232568 w 2764"/>
              <a:gd name="T111" fmla="*/ 1193317 h 2764"/>
              <a:gd name="T112" fmla="*/ 1142761 w 2764"/>
              <a:gd name="T113" fmla="*/ 1282555 h 2764"/>
              <a:gd name="T114" fmla="*/ 1053605 w 2764"/>
              <a:gd name="T115" fmla="*/ 1193317 h 2764"/>
              <a:gd name="T116" fmla="*/ 1142761 w 2764"/>
              <a:gd name="T117" fmla="*/ 1103427 h 276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764" h="2764">
                <a:moveTo>
                  <a:pt x="1382" y="2764"/>
                </a:moveTo>
                <a:cubicBezTo>
                  <a:pt x="619" y="2764"/>
                  <a:pt x="0" y="2145"/>
                  <a:pt x="0" y="1382"/>
                </a:cubicBezTo>
                <a:cubicBezTo>
                  <a:pt x="0" y="619"/>
                  <a:pt x="619" y="0"/>
                  <a:pt x="1382" y="0"/>
                </a:cubicBezTo>
                <a:cubicBezTo>
                  <a:pt x="2145" y="0"/>
                  <a:pt x="2764" y="619"/>
                  <a:pt x="2764" y="1382"/>
                </a:cubicBezTo>
                <a:cubicBezTo>
                  <a:pt x="2764" y="2145"/>
                  <a:pt x="2145" y="2764"/>
                  <a:pt x="1382" y="2764"/>
                </a:cubicBezTo>
                <a:close/>
                <a:moveTo>
                  <a:pt x="1247" y="170"/>
                </a:moveTo>
                <a:cubicBezTo>
                  <a:pt x="1193" y="170"/>
                  <a:pt x="1150" y="214"/>
                  <a:pt x="1150" y="267"/>
                </a:cubicBezTo>
                <a:cubicBezTo>
                  <a:pt x="1150" y="321"/>
                  <a:pt x="1193" y="365"/>
                  <a:pt x="1247" y="365"/>
                </a:cubicBezTo>
                <a:cubicBezTo>
                  <a:pt x="1301" y="365"/>
                  <a:pt x="1345" y="321"/>
                  <a:pt x="1345" y="267"/>
                </a:cubicBezTo>
                <a:cubicBezTo>
                  <a:pt x="1345" y="214"/>
                  <a:pt x="1301" y="170"/>
                  <a:pt x="1247" y="170"/>
                </a:cubicBezTo>
                <a:close/>
                <a:moveTo>
                  <a:pt x="1506" y="170"/>
                </a:moveTo>
                <a:cubicBezTo>
                  <a:pt x="1452" y="170"/>
                  <a:pt x="1409" y="214"/>
                  <a:pt x="1409" y="267"/>
                </a:cubicBezTo>
                <a:cubicBezTo>
                  <a:pt x="1409" y="321"/>
                  <a:pt x="1452" y="365"/>
                  <a:pt x="1506" y="365"/>
                </a:cubicBezTo>
                <a:cubicBezTo>
                  <a:pt x="1560" y="365"/>
                  <a:pt x="1603" y="321"/>
                  <a:pt x="1603" y="267"/>
                </a:cubicBezTo>
                <a:cubicBezTo>
                  <a:pt x="1603" y="214"/>
                  <a:pt x="1560" y="170"/>
                  <a:pt x="1506" y="170"/>
                </a:cubicBezTo>
                <a:close/>
                <a:moveTo>
                  <a:pt x="2098" y="699"/>
                </a:moveTo>
                <a:cubicBezTo>
                  <a:pt x="2098" y="541"/>
                  <a:pt x="1944" y="382"/>
                  <a:pt x="1763" y="382"/>
                </a:cubicBezTo>
                <a:cubicBezTo>
                  <a:pt x="1378" y="382"/>
                  <a:pt x="1378" y="382"/>
                  <a:pt x="1378" y="382"/>
                </a:cubicBezTo>
                <a:cubicBezTo>
                  <a:pt x="990" y="382"/>
                  <a:pt x="990" y="382"/>
                  <a:pt x="990" y="382"/>
                </a:cubicBezTo>
                <a:cubicBezTo>
                  <a:pt x="809" y="382"/>
                  <a:pt x="655" y="541"/>
                  <a:pt x="655" y="699"/>
                </a:cubicBezTo>
                <a:cubicBezTo>
                  <a:pt x="655" y="1834"/>
                  <a:pt x="655" y="1834"/>
                  <a:pt x="655" y="1834"/>
                </a:cubicBezTo>
                <a:cubicBezTo>
                  <a:pt x="655" y="1987"/>
                  <a:pt x="796" y="2113"/>
                  <a:pt x="916" y="2132"/>
                </a:cubicBezTo>
                <a:cubicBezTo>
                  <a:pt x="680" y="2442"/>
                  <a:pt x="680" y="2442"/>
                  <a:pt x="680" y="2442"/>
                </a:cubicBezTo>
                <a:cubicBezTo>
                  <a:pt x="891" y="2442"/>
                  <a:pt x="891" y="2442"/>
                  <a:pt x="891" y="2442"/>
                </a:cubicBezTo>
                <a:cubicBezTo>
                  <a:pt x="1022" y="2275"/>
                  <a:pt x="1022" y="2275"/>
                  <a:pt x="1022" y="2275"/>
                </a:cubicBezTo>
                <a:cubicBezTo>
                  <a:pt x="1731" y="2275"/>
                  <a:pt x="1731" y="2275"/>
                  <a:pt x="1731" y="2275"/>
                </a:cubicBezTo>
                <a:cubicBezTo>
                  <a:pt x="1862" y="2442"/>
                  <a:pt x="1862" y="2442"/>
                  <a:pt x="1862" y="2442"/>
                </a:cubicBezTo>
                <a:cubicBezTo>
                  <a:pt x="2074" y="2442"/>
                  <a:pt x="2074" y="2442"/>
                  <a:pt x="2074" y="2442"/>
                </a:cubicBezTo>
                <a:cubicBezTo>
                  <a:pt x="1837" y="2132"/>
                  <a:pt x="1837" y="2132"/>
                  <a:pt x="1837" y="2132"/>
                </a:cubicBezTo>
                <a:cubicBezTo>
                  <a:pt x="1957" y="2113"/>
                  <a:pt x="2098" y="1987"/>
                  <a:pt x="2098" y="1834"/>
                </a:cubicBezTo>
                <a:lnTo>
                  <a:pt x="2098" y="699"/>
                </a:lnTo>
                <a:close/>
                <a:moveTo>
                  <a:pt x="1753" y="1220"/>
                </a:moveTo>
                <a:cubicBezTo>
                  <a:pt x="1000" y="1220"/>
                  <a:pt x="1000" y="1220"/>
                  <a:pt x="1000" y="1220"/>
                </a:cubicBezTo>
                <a:cubicBezTo>
                  <a:pt x="914" y="1220"/>
                  <a:pt x="822" y="1182"/>
                  <a:pt x="823" y="1084"/>
                </a:cubicBezTo>
                <a:cubicBezTo>
                  <a:pt x="823" y="883"/>
                  <a:pt x="823" y="883"/>
                  <a:pt x="823" y="883"/>
                </a:cubicBezTo>
                <a:cubicBezTo>
                  <a:pt x="823" y="799"/>
                  <a:pt x="898" y="721"/>
                  <a:pt x="1000" y="721"/>
                </a:cubicBezTo>
                <a:cubicBezTo>
                  <a:pt x="1753" y="721"/>
                  <a:pt x="1753" y="721"/>
                  <a:pt x="1753" y="721"/>
                </a:cubicBezTo>
                <a:cubicBezTo>
                  <a:pt x="1855" y="721"/>
                  <a:pt x="1930" y="799"/>
                  <a:pt x="1930" y="883"/>
                </a:cubicBezTo>
                <a:cubicBezTo>
                  <a:pt x="1930" y="1084"/>
                  <a:pt x="1930" y="1084"/>
                  <a:pt x="1930" y="1084"/>
                </a:cubicBezTo>
                <a:cubicBezTo>
                  <a:pt x="1931" y="1182"/>
                  <a:pt x="1839" y="1220"/>
                  <a:pt x="1753" y="1220"/>
                </a:cubicBezTo>
                <a:close/>
                <a:moveTo>
                  <a:pt x="1556" y="612"/>
                </a:moveTo>
                <a:cubicBezTo>
                  <a:pt x="1197" y="612"/>
                  <a:pt x="1197" y="612"/>
                  <a:pt x="1197" y="612"/>
                </a:cubicBezTo>
                <a:cubicBezTo>
                  <a:pt x="1163" y="612"/>
                  <a:pt x="1136" y="593"/>
                  <a:pt x="1136" y="571"/>
                </a:cubicBezTo>
                <a:cubicBezTo>
                  <a:pt x="1136" y="501"/>
                  <a:pt x="1136" y="501"/>
                  <a:pt x="1136" y="501"/>
                </a:cubicBezTo>
                <a:cubicBezTo>
                  <a:pt x="1136" y="479"/>
                  <a:pt x="1164" y="497"/>
                  <a:pt x="1197" y="497"/>
                </a:cubicBezTo>
                <a:cubicBezTo>
                  <a:pt x="1556" y="497"/>
                  <a:pt x="1556" y="497"/>
                  <a:pt x="1556" y="497"/>
                </a:cubicBezTo>
                <a:cubicBezTo>
                  <a:pt x="1589" y="497"/>
                  <a:pt x="1617" y="516"/>
                  <a:pt x="1617" y="538"/>
                </a:cubicBezTo>
                <a:cubicBezTo>
                  <a:pt x="1617" y="571"/>
                  <a:pt x="1617" y="571"/>
                  <a:pt x="1617" y="571"/>
                </a:cubicBezTo>
                <a:cubicBezTo>
                  <a:pt x="1617" y="593"/>
                  <a:pt x="1590" y="612"/>
                  <a:pt x="1556" y="612"/>
                </a:cubicBezTo>
                <a:close/>
                <a:moveTo>
                  <a:pt x="994" y="1694"/>
                </a:moveTo>
                <a:cubicBezTo>
                  <a:pt x="1070" y="1694"/>
                  <a:pt x="1131" y="1755"/>
                  <a:pt x="1131" y="1831"/>
                </a:cubicBezTo>
                <a:cubicBezTo>
                  <a:pt x="1131" y="1907"/>
                  <a:pt x="1070" y="1969"/>
                  <a:pt x="994" y="1969"/>
                </a:cubicBezTo>
                <a:cubicBezTo>
                  <a:pt x="918" y="1969"/>
                  <a:pt x="856" y="1907"/>
                  <a:pt x="856" y="1831"/>
                </a:cubicBezTo>
                <a:cubicBezTo>
                  <a:pt x="856" y="1755"/>
                  <a:pt x="918" y="1694"/>
                  <a:pt x="994" y="1694"/>
                </a:cubicBezTo>
                <a:close/>
                <a:moveTo>
                  <a:pt x="1756" y="1694"/>
                </a:moveTo>
                <a:cubicBezTo>
                  <a:pt x="1832" y="1694"/>
                  <a:pt x="1894" y="1755"/>
                  <a:pt x="1894" y="1832"/>
                </a:cubicBezTo>
                <a:cubicBezTo>
                  <a:pt x="1894" y="1907"/>
                  <a:pt x="1832" y="1969"/>
                  <a:pt x="1756" y="1969"/>
                </a:cubicBezTo>
                <a:cubicBezTo>
                  <a:pt x="1680" y="1969"/>
                  <a:pt x="1619" y="1907"/>
                  <a:pt x="1619" y="1832"/>
                </a:cubicBezTo>
                <a:cubicBezTo>
                  <a:pt x="1619" y="1755"/>
                  <a:pt x="1680" y="1694"/>
                  <a:pt x="1756" y="1694"/>
                </a:cubicBezTo>
                <a:close/>
              </a:path>
            </a:pathLst>
          </a:custGeom>
          <a:solidFill>
            <a:schemeClr val="bg2">
              <a:lumMod val="75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Tree>
    <p:extLst>
      <p:ext uri="{BB962C8B-B14F-4D97-AF65-F5344CB8AC3E}">
        <p14:creationId xmlns:p14="http://schemas.microsoft.com/office/powerpoint/2010/main" val="244363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EC0582E-C30B-49AD-B002-58063609B3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F912AE4-CE28-49D4-986E-EFA1D8068F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9D9B1BB-23B8-4D85-A66D-C559414C7D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71D88C-F6A1-4D0F-AE51-4163213EDC39}" type="datetimeFigureOut">
              <a:rPr lang="zh-CN" altLang="en-US" smtClean="0"/>
              <a:t>2023-05-23</a:t>
            </a:fld>
            <a:endParaRPr lang="zh-CN" altLang="en-US"/>
          </a:p>
        </p:txBody>
      </p:sp>
      <p:sp>
        <p:nvSpPr>
          <p:cNvPr id="5" name="页脚占位符 4">
            <a:extLst>
              <a:ext uri="{FF2B5EF4-FFF2-40B4-BE49-F238E27FC236}">
                <a16:creationId xmlns:a16="http://schemas.microsoft.com/office/drawing/2014/main" id="{46331938-7E57-490E-935B-B2CC849124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A0C32F1-69C2-4933-A1D2-CDC1DC77AA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0992F2-5ED1-4521-B0BF-27B19075C5A5}" type="slidenum">
              <a:rPr lang="zh-CN" altLang="en-US" smtClean="0"/>
              <a:t>‹#›</a:t>
            </a:fld>
            <a:endParaRPr lang="zh-CN" altLang="en-US"/>
          </a:p>
        </p:txBody>
      </p:sp>
    </p:spTree>
    <p:extLst>
      <p:ext uri="{BB962C8B-B14F-4D97-AF65-F5344CB8AC3E}">
        <p14:creationId xmlns:p14="http://schemas.microsoft.com/office/powerpoint/2010/main" val="34323590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6438170-57E9-4A49-B66C-91C190C4C7B3}"/>
              </a:ext>
            </a:extLst>
          </p:cNvPr>
          <p:cNvSpPr txBox="1"/>
          <p:nvPr/>
        </p:nvSpPr>
        <p:spPr>
          <a:xfrm>
            <a:off x="1020278" y="433137"/>
            <a:ext cx="6878806"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关系代数：专门的关系代数运算（选择、投影、连接、除法运算）</a:t>
            </a:r>
          </a:p>
        </p:txBody>
      </p:sp>
      <p:sp>
        <p:nvSpPr>
          <p:cNvPr id="5" name="文本框 4">
            <a:extLst>
              <a:ext uri="{FF2B5EF4-FFF2-40B4-BE49-F238E27FC236}">
                <a16:creationId xmlns:a16="http://schemas.microsoft.com/office/drawing/2014/main" id="{AE18F1D8-987B-4E21-A3D7-1834C916EE35}"/>
              </a:ext>
            </a:extLst>
          </p:cNvPr>
          <p:cNvSpPr txBox="1"/>
          <p:nvPr/>
        </p:nvSpPr>
        <p:spPr>
          <a:xfrm>
            <a:off x="1169468" y="1280160"/>
            <a:ext cx="9817770" cy="5262979"/>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差集运算：求没有选修课程号为</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的课程的学生学号</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选择运算：</a:t>
            </a:r>
            <a:r>
              <a:rPr lang="zh-CN" altLang="en-US" sz="1800" dirty="0">
                <a:latin typeface="微软雅黑" panose="020B0503020204020204" pitchFamily="34" charset="-122"/>
                <a:ea typeface="微软雅黑" panose="020B0503020204020204" pitchFamily="34" charset="-122"/>
              </a:rPr>
              <a:t> </a:t>
            </a:r>
            <a:r>
              <a:rPr lang="en-US" altLang="zh-CN" sz="1800" dirty="0" err="1">
                <a:solidFill>
                  <a:srgbClr val="FF0000"/>
                </a:solidFill>
                <a:latin typeface="微软雅黑" panose="020B0503020204020204" pitchFamily="34" charset="-122"/>
                <a:ea typeface="微软雅黑" panose="020B0503020204020204" pitchFamily="34" charset="-122"/>
              </a:rPr>
              <a:t>σ</a:t>
            </a:r>
            <a:r>
              <a:rPr lang="en-US" altLang="zh-CN" sz="1800" baseline="-30000" dirty="0" err="1">
                <a:solidFill>
                  <a:srgbClr val="FF0000"/>
                </a:solidFill>
                <a:latin typeface="微软雅黑" panose="020B0503020204020204" pitchFamily="34" charset="-122"/>
                <a:ea typeface="微软雅黑" panose="020B0503020204020204" pitchFamily="34" charset="-122"/>
              </a:rPr>
              <a:t>F</a:t>
            </a:r>
            <a:r>
              <a:rPr lang="en-US" altLang="zh-CN" sz="1800" dirty="0">
                <a:solidFill>
                  <a:srgbClr val="FF0000"/>
                </a:solidFill>
                <a:latin typeface="微软雅黑" panose="020B0503020204020204" pitchFamily="34" charset="-122"/>
                <a:ea typeface="微软雅黑" panose="020B0503020204020204" pitchFamily="34" charset="-122"/>
              </a:rPr>
              <a:t>(</a:t>
            </a:r>
            <a:r>
              <a:rPr lang="en-US" altLang="zh-CN" sz="1800" i="1" dirty="0">
                <a:solidFill>
                  <a:srgbClr val="FF0000"/>
                </a:solidFill>
                <a:latin typeface="微软雅黑" panose="020B0503020204020204" pitchFamily="34" charset="-122"/>
                <a:ea typeface="微软雅黑" panose="020B0503020204020204" pitchFamily="34" charset="-122"/>
              </a:rPr>
              <a:t>R</a:t>
            </a:r>
            <a:r>
              <a:rPr lang="en-US" altLang="zh-CN" sz="1800" dirty="0">
                <a:solidFill>
                  <a:srgbClr val="FF0000"/>
                </a:solidFill>
                <a:latin typeface="微软雅黑" panose="020B0503020204020204" pitchFamily="34" charset="-122"/>
                <a:ea typeface="微软雅黑" panose="020B0503020204020204" pitchFamily="34" charset="-122"/>
              </a:rPr>
              <a:t>) = {</a:t>
            </a:r>
            <a:r>
              <a:rPr lang="en-US" altLang="zh-CN" sz="1800" i="1" dirty="0" err="1">
                <a:solidFill>
                  <a:srgbClr val="FF0000"/>
                </a:solidFill>
                <a:latin typeface="微软雅黑" panose="020B0503020204020204" pitchFamily="34" charset="-122"/>
                <a:ea typeface="微软雅黑" panose="020B0503020204020204" pitchFamily="34" charset="-122"/>
              </a:rPr>
              <a:t>t</a:t>
            </a:r>
            <a:r>
              <a:rPr lang="en-US" altLang="zh-CN" sz="1800" dirty="0" err="1">
                <a:solidFill>
                  <a:srgbClr val="FF0000"/>
                </a:solidFill>
                <a:latin typeface="微软雅黑" panose="020B0503020204020204" pitchFamily="34" charset="-122"/>
                <a:ea typeface="微软雅黑" panose="020B0503020204020204" pitchFamily="34" charset="-122"/>
              </a:rPr>
              <a:t>|</a:t>
            </a:r>
            <a:r>
              <a:rPr lang="en-US" altLang="zh-CN" sz="1800" i="1" dirty="0" err="1">
                <a:solidFill>
                  <a:srgbClr val="FF0000"/>
                </a:solidFill>
                <a:latin typeface="微软雅黑" panose="020B0503020204020204" pitchFamily="34" charset="-122"/>
                <a:ea typeface="微软雅黑" panose="020B0503020204020204" pitchFamily="34" charset="-122"/>
              </a:rPr>
              <a:t>t</a:t>
            </a:r>
            <a:r>
              <a:rPr lang="zh-CN" altLang="en-US" sz="1800" dirty="0">
                <a:solidFill>
                  <a:srgbClr val="FF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800" i="1" dirty="0">
                <a:solidFill>
                  <a:srgbClr val="FF0000"/>
                </a:solidFill>
                <a:latin typeface="微软雅黑" panose="020B0503020204020204" pitchFamily="34" charset="-122"/>
                <a:ea typeface="微软雅黑" panose="020B0503020204020204" pitchFamily="34" charset="-122"/>
              </a:rPr>
              <a:t>R</a:t>
            </a:r>
            <a:r>
              <a:rPr lang="zh-CN" altLang="en-US" sz="1800" dirty="0">
                <a:solidFill>
                  <a:srgbClr val="FF0000"/>
                </a:solidFill>
                <a:latin typeface="微软雅黑" panose="020B0503020204020204" pitchFamily="34" charset="-122"/>
                <a:ea typeface="微软雅黑" panose="020B0503020204020204" pitchFamily="34" charset="-122"/>
              </a:rPr>
              <a:t>∧</a:t>
            </a:r>
            <a:r>
              <a:rPr lang="en-US" altLang="zh-CN" sz="1800" i="1" dirty="0">
                <a:solidFill>
                  <a:srgbClr val="FF0000"/>
                </a:solidFill>
                <a:latin typeface="微软雅黑" panose="020B0503020204020204" pitchFamily="34" charset="-122"/>
                <a:ea typeface="微软雅黑" panose="020B0503020204020204" pitchFamily="34" charset="-122"/>
              </a:rPr>
              <a:t>F</a:t>
            </a:r>
            <a:r>
              <a:rPr lang="en-US" altLang="zh-CN" sz="1800" dirty="0">
                <a:solidFill>
                  <a:srgbClr val="FF0000"/>
                </a:solidFill>
                <a:latin typeface="微软雅黑" panose="020B0503020204020204" pitchFamily="34" charset="-122"/>
                <a:ea typeface="微软雅黑" panose="020B0503020204020204" pitchFamily="34" charset="-122"/>
              </a:rPr>
              <a:t>(</a:t>
            </a:r>
            <a:r>
              <a:rPr lang="en-US" altLang="zh-CN" sz="1800" i="1" dirty="0">
                <a:solidFill>
                  <a:srgbClr val="FF0000"/>
                </a:solidFill>
                <a:latin typeface="微软雅黑" panose="020B0503020204020204" pitchFamily="34" charset="-122"/>
                <a:ea typeface="微软雅黑" panose="020B0503020204020204" pitchFamily="34" charset="-122"/>
              </a:rPr>
              <a:t>t</a:t>
            </a:r>
            <a:r>
              <a:rPr lang="en-US" altLang="zh-CN" sz="1800" dirty="0">
                <a:solidFill>
                  <a:srgbClr val="FF0000"/>
                </a:solidFill>
                <a:latin typeface="微软雅黑" panose="020B0503020204020204" pitchFamily="34" charset="-122"/>
                <a:ea typeface="微软雅黑" panose="020B0503020204020204" pitchFamily="34" charset="-122"/>
              </a:rPr>
              <a:t>)= '</a:t>
            </a:r>
            <a:r>
              <a:rPr lang="zh-CN" altLang="en-US" sz="1800" dirty="0">
                <a:solidFill>
                  <a:srgbClr val="FF0000"/>
                </a:solidFill>
                <a:latin typeface="微软雅黑" panose="020B0503020204020204" pitchFamily="34" charset="-122"/>
                <a:ea typeface="微软雅黑" panose="020B0503020204020204" pitchFamily="34" charset="-122"/>
              </a:rPr>
              <a:t>真</a:t>
            </a:r>
            <a:r>
              <a:rPr lang="en-US" altLang="zh-CN" sz="1800" dirty="0">
                <a:solidFill>
                  <a:srgbClr val="FF0000"/>
                </a:solidFill>
                <a:latin typeface="微软雅黑" panose="020B0503020204020204" pitchFamily="34" charset="-122"/>
                <a:ea typeface="微软雅黑" panose="020B0503020204020204" pitchFamily="34" charset="-122"/>
              </a:rPr>
              <a:t>’}</a:t>
            </a:r>
          </a:p>
          <a:p>
            <a:pPr lvl="1" algn="just">
              <a:lnSpc>
                <a:spcPct val="150000"/>
              </a:lnSpc>
              <a:spcBef>
                <a:spcPts val="0"/>
              </a:spcBef>
              <a:buFont typeface="Wingdings" panose="05000000000000000000" pitchFamily="2" charset="2"/>
              <a:buChar char="l"/>
            </a:pPr>
            <a:endParaRPr lang="en-US" altLang="zh-CN" sz="2000" dirty="0">
              <a:latin typeface="微软雅黑" panose="020B0503020204020204" pitchFamily="34" charset="-122"/>
              <a:ea typeface="微软雅黑" panose="020B0503020204020204" pitchFamily="34" charset="-122"/>
            </a:endParaRPr>
          </a:p>
          <a:p>
            <a:pPr lvl="1" algn="just">
              <a:lnSpc>
                <a:spcPct val="150000"/>
              </a:lnSpc>
              <a:spcBef>
                <a:spcPts val="0"/>
              </a:spcBef>
              <a:buFont typeface="Wingdings" panose="05000000000000000000" pitchFamily="2" charset="2"/>
              <a:buChar char="l"/>
            </a:pPr>
            <a:r>
              <a:rPr lang="en-US" altLang="zh-CN" sz="2000" dirty="0">
                <a:latin typeface="微软雅黑" panose="020B0503020204020204" pitchFamily="34" charset="-122"/>
                <a:ea typeface="微软雅黑" panose="020B0503020204020204" pitchFamily="34" charset="-122"/>
              </a:rPr>
              <a:t>F</a:t>
            </a:r>
            <a:r>
              <a:rPr lang="zh-CN" altLang="en-US" sz="2000" dirty="0">
                <a:latin typeface="微软雅黑" panose="020B0503020204020204" pitchFamily="34" charset="-122"/>
                <a:ea typeface="微软雅黑" panose="020B0503020204020204" pitchFamily="34" charset="-122"/>
              </a:rPr>
              <a:t>：选择条件，是一个逻辑表达式，取值为“真”或“假”</a:t>
            </a:r>
          </a:p>
          <a:p>
            <a:pPr lvl="2" algn="just">
              <a:lnSpc>
                <a:spcPct val="150000"/>
              </a:lnSpc>
              <a:spcBef>
                <a:spcPts val="0"/>
              </a:spcBef>
              <a:buSzPct val="87000"/>
            </a:pPr>
            <a:r>
              <a:rPr lang="zh-CN" altLang="en-US" sz="2000" dirty="0">
                <a:latin typeface="微软雅黑" panose="020B0503020204020204" pitchFamily="34" charset="-122"/>
                <a:ea typeface="微软雅黑" panose="020B0503020204020204" pitchFamily="34" charset="-122"/>
              </a:rPr>
              <a:t>基本形式为：</a:t>
            </a:r>
            <a:r>
              <a:rPr lang="en-US" altLang="zh-CN" sz="2000" i="1" dirty="0">
                <a:latin typeface="微软雅黑" panose="020B0503020204020204" pitchFamily="34" charset="-122"/>
                <a:ea typeface="微软雅黑" panose="020B0503020204020204" pitchFamily="34" charset="-122"/>
              </a:rPr>
              <a:t>X</a:t>
            </a:r>
            <a:r>
              <a:rPr lang="en-US" altLang="zh-CN" sz="2000" baseline="-25000" dirty="0">
                <a:latin typeface="微软雅黑" panose="020B0503020204020204" pitchFamily="34" charset="-122"/>
                <a:ea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rPr>
              <a:t>θ</a:t>
            </a:r>
            <a:r>
              <a:rPr lang="en-US" altLang="zh-CN" sz="2000" i="1" dirty="0">
                <a:latin typeface="微软雅黑" panose="020B0503020204020204" pitchFamily="34" charset="-122"/>
                <a:ea typeface="微软雅黑" panose="020B0503020204020204" pitchFamily="34" charset="-122"/>
              </a:rPr>
              <a:t>Y</a:t>
            </a:r>
            <a:r>
              <a:rPr lang="en-US" altLang="zh-CN" sz="2000" baseline="-25000" dirty="0">
                <a:latin typeface="微软雅黑" panose="020B0503020204020204" pitchFamily="34" charset="-122"/>
                <a:ea typeface="微软雅黑" panose="020B0503020204020204" pitchFamily="34" charset="-122"/>
              </a:rPr>
              <a:t>1</a:t>
            </a:r>
          </a:p>
          <a:p>
            <a:pPr lvl="2" algn="just">
              <a:lnSpc>
                <a:spcPct val="150000"/>
              </a:lnSpc>
              <a:spcBef>
                <a:spcPts val="0"/>
              </a:spcBef>
              <a:buSzPct val="87000"/>
            </a:pPr>
            <a:r>
              <a:rPr lang="en-US" altLang="zh-CN" sz="2000" dirty="0">
                <a:latin typeface="微软雅黑" panose="020B0503020204020204" pitchFamily="34" charset="-122"/>
                <a:ea typeface="微软雅黑" panose="020B0503020204020204" pitchFamily="34" charset="-122"/>
              </a:rPr>
              <a:t>θ</a:t>
            </a:r>
            <a:r>
              <a:rPr lang="zh-CN" altLang="en-US" sz="2000" dirty="0">
                <a:latin typeface="微软雅黑" panose="020B0503020204020204" pitchFamily="34" charset="-122"/>
                <a:ea typeface="微软雅黑" panose="020B0503020204020204" pitchFamily="34" charset="-122"/>
              </a:rPr>
              <a:t>表示比较运算符，它可以是＞，≥，＜，≤，＝或</a:t>
            </a:r>
            <a:r>
              <a:rPr lang="en-US" altLang="zh-CN" sz="2000" dirty="0">
                <a:latin typeface="微软雅黑" panose="020B0503020204020204" pitchFamily="34" charset="-122"/>
                <a:ea typeface="微软雅黑" panose="020B0503020204020204" pitchFamily="34" charset="-122"/>
              </a:rPr>
              <a:t>&lt;&gt;</a:t>
            </a:r>
          </a:p>
          <a:p>
            <a:pPr marL="447675" lvl="2" algn="just">
              <a:lnSpc>
                <a:spcPct val="150000"/>
              </a:lnSpc>
              <a:spcBef>
                <a:spcPts val="0"/>
              </a:spcBef>
              <a:buSzPct val="87000"/>
            </a:pPr>
            <a:r>
              <a:rPr lang="zh-CN" altLang="en-US" dirty="0">
                <a:solidFill>
                  <a:srgbClr val="FF0000"/>
                </a:solidFill>
                <a:latin typeface="微软雅黑" panose="020B0503020204020204" pitchFamily="34" charset="-122"/>
                <a:ea typeface="微软雅黑" panose="020B0503020204020204" pitchFamily="34" charset="-122"/>
              </a:rPr>
              <a:t>例题：</a:t>
            </a:r>
            <a:r>
              <a:rPr lang="zh-CN" altLang="zh-CN" dirty="0">
                <a:solidFill>
                  <a:srgbClr val="FF0000"/>
                </a:solidFill>
                <a:latin typeface="微软雅黑" panose="020B0503020204020204" pitchFamily="34" charset="-122"/>
                <a:ea typeface="微软雅黑" panose="020B0503020204020204" pitchFamily="34" charset="-122"/>
              </a:rPr>
              <a:t>求选修了课程号为</a:t>
            </a:r>
            <a:r>
              <a:rPr lang="en-US" altLang="zh-CN" dirty="0">
                <a:solidFill>
                  <a:srgbClr val="FF0000"/>
                </a:solidFill>
                <a:latin typeface="微软雅黑" panose="020B0503020204020204" pitchFamily="34" charset="-122"/>
                <a:ea typeface="微软雅黑" panose="020B0503020204020204" pitchFamily="34" charset="-122"/>
              </a:rPr>
              <a:t>1</a:t>
            </a:r>
            <a:r>
              <a:rPr lang="zh-CN" altLang="zh-CN" dirty="0">
                <a:solidFill>
                  <a:srgbClr val="FF0000"/>
                </a:solidFill>
                <a:latin typeface="微软雅黑" panose="020B0503020204020204" pitchFamily="34" charset="-122"/>
                <a:ea typeface="微软雅黑" panose="020B0503020204020204" pitchFamily="34" charset="-122"/>
              </a:rPr>
              <a:t>或</a:t>
            </a:r>
            <a:r>
              <a:rPr lang="en-US" altLang="zh-CN" dirty="0">
                <a:solidFill>
                  <a:srgbClr val="FF0000"/>
                </a:solidFill>
                <a:latin typeface="微软雅黑" panose="020B0503020204020204" pitchFamily="34" charset="-122"/>
                <a:ea typeface="微软雅黑" panose="020B0503020204020204" pitchFamily="34" charset="-122"/>
              </a:rPr>
              <a:t>2</a:t>
            </a:r>
            <a:r>
              <a:rPr lang="zh-CN" altLang="zh-CN" dirty="0">
                <a:solidFill>
                  <a:srgbClr val="FF0000"/>
                </a:solidFill>
                <a:latin typeface="微软雅黑" panose="020B0503020204020204" pitchFamily="34" charset="-122"/>
                <a:ea typeface="微软雅黑" panose="020B0503020204020204" pitchFamily="34" charset="-122"/>
              </a:rPr>
              <a:t>的课程的学生学号</a:t>
            </a:r>
            <a:endParaRPr lang="en-US" altLang="zh-CN" dirty="0">
              <a:solidFill>
                <a:srgbClr val="FF0000"/>
              </a:solidFill>
              <a:latin typeface="微软雅黑" panose="020B0503020204020204" pitchFamily="34" charset="-122"/>
              <a:ea typeface="微软雅黑" panose="020B0503020204020204" pitchFamily="34" charset="-122"/>
            </a:endParaRPr>
          </a:p>
          <a:p>
            <a:pPr marL="447675" lvl="2" algn="just">
              <a:lnSpc>
                <a:spcPct val="150000"/>
              </a:lnSpc>
              <a:spcBef>
                <a:spcPts val="0"/>
              </a:spcBef>
              <a:buSzPct val="87000"/>
            </a:pPr>
            <a:endParaRPr lang="en-US" altLang="zh-CN" dirty="0">
              <a:solidFill>
                <a:srgbClr val="FF0000"/>
              </a:solidFill>
              <a:latin typeface="微软雅黑" panose="020B0503020204020204" pitchFamily="34" charset="-122"/>
              <a:ea typeface="微软雅黑" panose="020B0503020204020204" pitchFamily="34" charset="-122"/>
            </a:endParaRPr>
          </a:p>
          <a:p>
            <a:pPr marL="0" lvl="2" algn="just">
              <a:lnSpc>
                <a:spcPct val="150000"/>
              </a:lnSpc>
              <a:spcBef>
                <a:spcPts val="0"/>
              </a:spcBef>
              <a:buSzPct val="87000"/>
            </a:pPr>
            <a:r>
              <a:rPr lang="zh-CN" altLang="en-US" dirty="0">
                <a:latin typeface="微软雅黑" panose="020B0503020204020204" pitchFamily="34" charset="-122"/>
                <a:ea typeface="微软雅黑" panose="020B0503020204020204" pitchFamily="34" charset="-122"/>
              </a:rPr>
              <a:t>投影运算：</a:t>
            </a:r>
            <a:r>
              <a:rPr lang="zh-CN" altLang="en-US" sz="1800" dirty="0">
                <a:latin typeface="微软雅黑" panose="020B0503020204020204" pitchFamily="34" charset="-122"/>
                <a:ea typeface="微软雅黑" panose="020B0503020204020204" pitchFamily="34" charset="-122"/>
              </a:rPr>
              <a:t> </a:t>
            </a:r>
            <a:r>
              <a:rPr lang="en-US" altLang="zh-CN" sz="1800" dirty="0">
                <a:solidFill>
                  <a:srgbClr val="FF0000"/>
                </a:solidFill>
                <a:latin typeface="微软雅黑" panose="020B0503020204020204" pitchFamily="34" charset="-122"/>
                <a:ea typeface="微软雅黑" panose="020B0503020204020204" pitchFamily="34" charset="-122"/>
              </a:rPr>
              <a:t>π</a:t>
            </a:r>
            <a:r>
              <a:rPr lang="en-US" altLang="zh-CN" sz="1800" i="1" baseline="-30000" dirty="0">
                <a:solidFill>
                  <a:srgbClr val="FF0000"/>
                </a:solidFill>
                <a:latin typeface="微软雅黑" panose="020B0503020204020204" pitchFamily="34" charset="-122"/>
                <a:ea typeface="微软雅黑" panose="020B0503020204020204" pitchFamily="34" charset="-122"/>
              </a:rPr>
              <a:t>A</a:t>
            </a:r>
            <a:r>
              <a:rPr lang="en-US" altLang="zh-CN" sz="1800" dirty="0">
                <a:solidFill>
                  <a:srgbClr val="FF0000"/>
                </a:solidFill>
                <a:latin typeface="微软雅黑" panose="020B0503020204020204" pitchFamily="34" charset="-122"/>
                <a:ea typeface="微软雅黑" panose="020B0503020204020204" pitchFamily="34" charset="-122"/>
              </a:rPr>
              <a:t>(</a:t>
            </a:r>
            <a:r>
              <a:rPr lang="en-US" altLang="zh-CN" sz="1800" i="1" dirty="0">
                <a:solidFill>
                  <a:srgbClr val="FF0000"/>
                </a:solidFill>
                <a:latin typeface="微软雅黑" panose="020B0503020204020204" pitchFamily="34" charset="-122"/>
                <a:ea typeface="微软雅黑" panose="020B0503020204020204" pitchFamily="34" charset="-122"/>
              </a:rPr>
              <a:t>R</a:t>
            </a:r>
            <a:r>
              <a:rPr lang="en-US" altLang="zh-CN" sz="1800" dirty="0">
                <a:solidFill>
                  <a:srgbClr val="FF0000"/>
                </a:solidFill>
                <a:latin typeface="微软雅黑" panose="020B0503020204020204" pitchFamily="34" charset="-122"/>
                <a:ea typeface="微软雅黑" panose="020B0503020204020204" pitchFamily="34" charset="-122"/>
              </a:rPr>
              <a:t>) = { </a:t>
            </a:r>
            <a:r>
              <a:rPr lang="en-US" altLang="zh-CN" sz="1800" i="1" dirty="0">
                <a:solidFill>
                  <a:srgbClr val="FF0000"/>
                </a:solidFill>
                <a:latin typeface="微软雅黑" panose="020B0503020204020204" pitchFamily="34" charset="-122"/>
                <a:ea typeface="微软雅黑" panose="020B0503020204020204" pitchFamily="34" charset="-122"/>
              </a:rPr>
              <a:t>t</a:t>
            </a:r>
            <a:r>
              <a:rPr lang="en-US" altLang="zh-CN" sz="1800" dirty="0">
                <a:solidFill>
                  <a:srgbClr val="FF0000"/>
                </a:solidFill>
                <a:latin typeface="微软雅黑" panose="020B0503020204020204" pitchFamily="34" charset="-122"/>
                <a:ea typeface="微软雅黑" panose="020B0503020204020204" pitchFamily="34" charset="-122"/>
              </a:rPr>
              <a:t>[</a:t>
            </a:r>
            <a:r>
              <a:rPr lang="en-US" altLang="zh-CN" sz="1800" i="1" dirty="0">
                <a:solidFill>
                  <a:srgbClr val="FF0000"/>
                </a:solidFill>
                <a:latin typeface="微软雅黑" panose="020B0503020204020204" pitchFamily="34" charset="-122"/>
                <a:ea typeface="微软雅黑" panose="020B0503020204020204" pitchFamily="34" charset="-122"/>
              </a:rPr>
              <a:t>A</a:t>
            </a:r>
            <a:r>
              <a:rPr lang="en-US" altLang="zh-CN" sz="1800" dirty="0">
                <a:solidFill>
                  <a:srgbClr val="FF0000"/>
                </a:solidFill>
                <a:latin typeface="微软雅黑" panose="020B0503020204020204" pitchFamily="34" charset="-122"/>
                <a:ea typeface="微软雅黑" panose="020B0503020204020204" pitchFamily="34" charset="-122"/>
              </a:rPr>
              <a:t>] | </a:t>
            </a:r>
            <a:r>
              <a:rPr lang="en-US" altLang="zh-CN" sz="1800" i="1" dirty="0">
                <a:solidFill>
                  <a:srgbClr val="FF0000"/>
                </a:solidFill>
                <a:latin typeface="微软雅黑" panose="020B0503020204020204" pitchFamily="34" charset="-122"/>
                <a:ea typeface="微软雅黑" panose="020B0503020204020204" pitchFamily="34" charset="-122"/>
              </a:rPr>
              <a:t>t </a:t>
            </a:r>
            <a:r>
              <a:rPr lang="en-US" altLang="zh-CN" sz="1800" dirty="0">
                <a:solidFill>
                  <a:srgbClr val="FF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800" i="1" dirty="0">
                <a:solidFill>
                  <a:srgbClr val="FF0000"/>
                </a:solidFill>
                <a:latin typeface="微软雅黑" panose="020B0503020204020204" pitchFamily="34" charset="-122"/>
                <a:ea typeface="微软雅黑" panose="020B0503020204020204" pitchFamily="34" charset="-122"/>
              </a:rPr>
              <a:t>R</a:t>
            </a:r>
            <a:r>
              <a:rPr lang="en-US" altLang="zh-CN" sz="1800" dirty="0">
                <a:solidFill>
                  <a:srgbClr val="FF0000"/>
                </a:solidFill>
                <a:latin typeface="微软雅黑" panose="020B0503020204020204" pitchFamily="34" charset="-122"/>
                <a:ea typeface="微软雅黑" panose="020B0503020204020204" pitchFamily="34" charset="-122"/>
              </a:rPr>
              <a:t> }</a:t>
            </a:r>
          </a:p>
          <a:p>
            <a:pPr marL="0" lvl="2" algn="just">
              <a:lnSpc>
                <a:spcPct val="150000"/>
              </a:lnSpc>
              <a:spcBef>
                <a:spcPts val="0"/>
              </a:spcBef>
              <a:buSzPct val="87000"/>
            </a:pPr>
            <a:r>
              <a:rPr lang="en-US" altLang="zh-CN" dirty="0">
                <a:solidFill>
                  <a:srgbClr val="FF0000"/>
                </a:solidFill>
                <a:latin typeface="微软雅黑" panose="020B0503020204020204" pitchFamily="34" charset="-122"/>
                <a:ea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rPr>
              <a:t>例题：查询学生的姓名和所在系</a:t>
            </a:r>
            <a:endParaRPr lang="en-US" altLang="zh-CN" dirty="0">
              <a:solidFill>
                <a:srgbClr val="FF0000"/>
              </a:solidFill>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E9CAF383-9A71-404A-BAFC-F0D3B13193C0}"/>
              </a:ext>
            </a:extLst>
          </p:cNvPr>
          <p:cNvPicPr>
            <a:picLocks noChangeAspect="1"/>
          </p:cNvPicPr>
          <p:nvPr/>
        </p:nvPicPr>
        <p:blipFill>
          <a:blip r:embed="rId2"/>
          <a:stretch>
            <a:fillRect/>
          </a:stretch>
        </p:blipFill>
        <p:spPr>
          <a:xfrm>
            <a:off x="2331797" y="1749259"/>
            <a:ext cx="4885651" cy="469364"/>
          </a:xfrm>
          <a:prstGeom prst="rect">
            <a:avLst/>
          </a:prstGeom>
        </p:spPr>
      </p:pic>
    </p:spTree>
    <p:extLst>
      <p:ext uri="{BB962C8B-B14F-4D97-AF65-F5344CB8AC3E}">
        <p14:creationId xmlns:p14="http://schemas.microsoft.com/office/powerpoint/2010/main" val="3445980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2CA4F47-6F6C-4F01-BC40-CD5273459D23}"/>
              </a:ext>
            </a:extLst>
          </p:cNvPr>
          <p:cNvSpPr txBox="1"/>
          <p:nvPr/>
        </p:nvSpPr>
        <p:spPr>
          <a:xfrm>
            <a:off x="420129" y="606392"/>
            <a:ext cx="10682611" cy="5863144"/>
          </a:xfrm>
          <a:prstGeom prst="rect">
            <a:avLst/>
          </a:prstGeom>
          <a:noFill/>
        </p:spPr>
        <p:txBody>
          <a:bodyPr wrap="square" rtlCol="0">
            <a:spAutoFit/>
          </a:bodyPr>
          <a:lstStyle/>
          <a:p>
            <a:pPr marL="819150" lvl="1" algn="just">
              <a:lnSpc>
                <a:spcPct val="15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rPr>
              <a:t>连接运算：</a:t>
            </a:r>
            <a:r>
              <a:rPr lang="zh-CN" altLang="en-US" sz="2200" dirty="0">
                <a:latin typeface="微软雅黑" panose="020B0503020204020204" pitchFamily="34" charset="-122"/>
                <a:ea typeface="微软雅黑" panose="020B0503020204020204" pitchFamily="34" charset="-122"/>
              </a:rPr>
              <a:t>从两个关系的笛卡尔积中选取属性间满足一定条件的元组</a:t>
            </a:r>
          </a:p>
          <a:p>
            <a:pPr marL="819150" lvl="1" algn="just">
              <a:lnSpc>
                <a:spcPct val="150000"/>
              </a:lnSpc>
              <a:buFont typeface="Wingdings" panose="05000000000000000000" pitchFamily="2" charset="2"/>
              <a:buNone/>
            </a:pPr>
            <a:r>
              <a:rPr lang="zh-CN" altLang="en-US" sz="2000" i="1"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R         S</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          | </a:t>
            </a:r>
            <a:r>
              <a:rPr lang="en-US" altLang="zh-CN" sz="2000" i="1" dirty="0">
                <a:latin typeface="微软雅黑" panose="020B0503020204020204" pitchFamily="34" charset="-122"/>
                <a:ea typeface="微软雅黑" panose="020B0503020204020204" pitchFamily="34" charset="-122"/>
              </a:rPr>
              <a:t>t</a:t>
            </a:r>
            <a:r>
              <a:rPr lang="en-US" altLang="zh-CN" sz="2000" baseline="-30000" dirty="0">
                <a:latin typeface="微软雅黑" panose="020B0503020204020204" pitchFamily="34" charset="-122"/>
                <a:ea typeface="微软雅黑" panose="020B0503020204020204" pitchFamily="34" charset="-122"/>
              </a:rPr>
              <a:t>r</a:t>
            </a:r>
            <a:r>
              <a:rPr lang="zh-CN" altLang="en-US" sz="2000" i="1" baseline="-30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R</a:t>
            </a:r>
            <a:r>
              <a:rPr lang="zh-CN" altLang="en-US" sz="2000" dirty="0">
                <a:latin typeface="微软雅黑" panose="020B0503020204020204" pitchFamily="34" charset="-122"/>
                <a:ea typeface="微软雅黑" panose="020B0503020204020204" pitchFamily="34" charset="-122"/>
              </a:rPr>
              <a:t>∧</a:t>
            </a:r>
            <a:r>
              <a:rPr lang="en-US" altLang="zh-CN" sz="2000" i="1" dirty="0" err="1">
                <a:latin typeface="微软雅黑" panose="020B0503020204020204" pitchFamily="34" charset="-122"/>
                <a:ea typeface="微软雅黑" panose="020B0503020204020204" pitchFamily="34" charset="-122"/>
              </a:rPr>
              <a:t>t</a:t>
            </a:r>
            <a:r>
              <a:rPr lang="en-US" altLang="zh-CN" sz="2000" baseline="-30000" dirty="0" err="1">
                <a:latin typeface="微软雅黑" panose="020B0503020204020204" pitchFamily="34" charset="-122"/>
                <a:ea typeface="微软雅黑" panose="020B0503020204020204" pitchFamily="34" charset="-122"/>
              </a:rPr>
              <a:t>s</a:t>
            </a:r>
            <a:r>
              <a:rPr lang="zh-CN" altLang="en-US" sz="2000" i="1" baseline="-30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i="1"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t</a:t>
            </a:r>
            <a:r>
              <a:rPr lang="en-US" altLang="zh-CN" sz="2000" baseline="-30000" dirty="0">
                <a:latin typeface="微软雅黑" panose="020B0503020204020204" pitchFamily="34" charset="-122"/>
                <a:ea typeface="微软雅黑" panose="020B0503020204020204" pitchFamily="34" charset="-122"/>
              </a:rPr>
              <a:t>r</a:t>
            </a:r>
            <a:r>
              <a:rPr lang="en-US" altLang="zh-CN"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A</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θ</a:t>
            </a:r>
            <a:r>
              <a:rPr lang="en-US" altLang="zh-CN" sz="2000" i="1" dirty="0" err="1">
                <a:latin typeface="微软雅黑" panose="020B0503020204020204" pitchFamily="34" charset="-122"/>
                <a:ea typeface="微软雅黑" panose="020B0503020204020204" pitchFamily="34" charset="-122"/>
              </a:rPr>
              <a:t>t</a:t>
            </a:r>
            <a:r>
              <a:rPr lang="en-US" altLang="zh-CN" sz="2000" baseline="-30000" dirty="0" err="1">
                <a:latin typeface="微软雅黑" panose="020B0503020204020204" pitchFamily="34" charset="-122"/>
                <a:ea typeface="微软雅黑" panose="020B0503020204020204" pitchFamily="34" charset="-122"/>
              </a:rPr>
              <a:t>s</a:t>
            </a:r>
            <a:r>
              <a:rPr lang="en-US" altLang="zh-CN"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B</a:t>
            </a:r>
            <a:r>
              <a:rPr lang="en-US" altLang="zh-CN" sz="2000" dirty="0">
                <a:latin typeface="微软雅黑" panose="020B0503020204020204" pitchFamily="34" charset="-122"/>
                <a:ea typeface="微软雅黑" panose="020B0503020204020204" pitchFamily="34" charset="-122"/>
              </a:rPr>
              <a:t>] }</a:t>
            </a:r>
          </a:p>
          <a:p>
            <a:pPr marL="819150" lvl="1" algn="just">
              <a:lnSpc>
                <a:spcPct val="150000"/>
              </a:lnSpc>
              <a:buFont typeface="Wingdings" panose="05000000000000000000" pitchFamily="2" charset="2"/>
              <a:buNone/>
            </a:pPr>
            <a:endParaRPr lang="zh-CN" altLang="en-US" dirty="0">
              <a:latin typeface="微软雅黑" panose="020B0503020204020204" pitchFamily="34" charset="-122"/>
              <a:ea typeface="微软雅黑" panose="020B0503020204020204" pitchFamily="34" charset="-122"/>
            </a:endParaRPr>
          </a:p>
          <a:p>
            <a:pPr marL="1352550" lvl="2" indent="-342900" algn="just">
              <a:lnSpc>
                <a:spcPct val="150000"/>
              </a:lnSpc>
              <a:buSzPct val="87000"/>
            </a:pPr>
            <a:r>
              <a:rPr lang="en-US" altLang="zh-CN" sz="2200" i="1" dirty="0">
                <a:latin typeface="微软雅黑" panose="020B0503020204020204" pitchFamily="34" charset="-122"/>
                <a:ea typeface="微软雅黑" panose="020B0503020204020204" pitchFamily="34" charset="-122"/>
              </a:rPr>
              <a:t>A</a:t>
            </a:r>
            <a:r>
              <a:rPr lang="zh-CN" altLang="en-US" sz="2200" dirty="0">
                <a:latin typeface="微软雅黑" panose="020B0503020204020204" pitchFamily="34" charset="-122"/>
                <a:ea typeface="微软雅黑" panose="020B0503020204020204" pitchFamily="34" charset="-122"/>
              </a:rPr>
              <a:t>和</a:t>
            </a:r>
            <a:r>
              <a:rPr lang="en-US" altLang="zh-CN" sz="2200" i="1" dirty="0">
                <a:latin typeface="微软雅黑" panose="020B0503020204020204" pitchFamily="34" charset="-122"/>
                <a:ea typeface="微软雅黑" panose="020B0503020204020204" pitchFamily="34" charset="-122"/>
              </a:rPr>
              <a:t>B</a:t>
            </a:r>
            <a:r>
              <a:rPr lang="zh-CN" altLang="en-US" sz="2200" i="1"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分别为</a:t>
            </a:r>
            <a:r>
              <a:rPr lang="en-US" altLang="zh-CN" sz="2200" i="1" dirty="0">
                <a:latin typeface="微软雅黑" panose="020B0503020204020204" pitchFamily="34" charset="-122"/>
                <a:ea typeface="微软雅黑" panose="020B0503020204020204" pitchFamily="34" charset="-122"/>
              </a:rPr>
              <a:t>R </a:t>
            </a:r>
            <a:r>
              <a:rPr lang="zh-CN" altLang="en-US" sz="2200" dirty="0">
                <a:latin typeface="微软雅黑" panose="020B0503020204020204" pitchFamily="34" charset="-122"/>
                <a:ea typeface="微软雅黑" panose="020B0503020204020204" pitchFamily="34" charset="-122"/>
              </a:rPr>
              <a:t>和</a:t>
            </a:r>
            <a:r>
              <a:rPr lang="en-US" altLang="zh-CN" sz="2200" i="1" dirty="0">
                <a:latin typeface="微软雅黑" panose="020B0503020204020204" pitchFamily="34" charset="-122"/>
                <a:ea typeface="微软雅黑" panose="020B0503020204020204" pitchFamily="34" charset="-122"/>
              </a:rPr>
              <a:t>S</a:t>
            </a:r>
            <a:r>
              <a:rPr lang="zh-CN" altLang="en-US" sz="2200" dirty="0">
                <a:latin typeface="微软雅黑" panose="020B0503020204020204" pitchFamily="34" charset="-122"/>
                <a:ea typeface="微软雅黑" panose="020B0503020204020204" pitchFamily="34" charset="-122"/>
              </a:rPr>
              <a:t>上度数相等且可比的属性组</a:t>
            </a:r>
          </a:p>
          <a:p>
            <a:pPr marL="1352550" lvl="2" indent="-342900" algn="just">
              <a:lnSpc>
                <a:spcPct val="150000"/>
              </a:lnSpc>
              <a:buSzPct val="87000"/>
            </a:pPr>
            <a:r>
              <a:rPr lang="en-US" altLang="zh-CN" sz="2200" dirty="0">
                <a:latin typeface="微软雅黑" panose="020B0503020204020204" pitchFamily="34" charset="-122"/>
                <a:ea typeface="微软雅黑" panose="020B0503020204020204" pitchFamily="34" charset="-122"/>
              </a:rPr>
              <a:t>θ</a:t>
            </a:r>
            <a:r>
              <a:rPr lang="zh-CN" altLang="en-US" sz="2200" dirty="0">
                <a:latin typeface="微软雅黑" panose="020B0503020204020204" pitchFamily="34" charset="-122"/>
                <a:ea typeface="微软雅黑" panose="020B0503020204020204" pitchFamily="34" charset="-122"/>
              </a:rPr>
              <a:t>：比较运算符 </a:t>
            </a:r>
          </a:p>
          <a:p>
            <a:pPr marL="933450" lvl="1" indent="-342900">
              <a:lnSpc>
                <a:spcPct val="150000"/>
              </a:lnSpc>
              <a:buFont typeface="Wingdings" panose="05000000000000000000" pitchFamily="2" charset="2"/>
              <a:buChar char="Ø"/>
            </a:pPr>
            <a:r>
              <a:rPr lang="zh-CN" altLang="en-US" sz="2200" dirty="0">
                <a:solidFill>
                  <a:srgbClr val="FF0000"/>
                </a:solidFill>
                <a:latin typeface="微软雅黑" panose="020B0503020204020204" pitchFamily="34" charset="-122"/>
                <a:ea typeface="微软雅黑" panose="020B0503020204020204" pitchFamily="34" charset="-122"/>
              </a:rPr>
              <a:t>连接运算从</a:t>
            </a:r>
            <a:r>
              <a:rPr lang="en-US" altLang="zh-CN" sz="2200" i="1" dirty="0">
                <a:solidFill>
                  <a:srgbClr val="FF0000"/>
                </a:solidFill>
                <a:latin typeface="微软雅黑" panose="020B0503020204020204" pitchFamily="34" charset="-122"/>
                <a:ea typeface="微软雅黑" panose="020B0503020204020204" pitchFamily="34" charset="-122"/>
              </a:rPr>
              <a:t>R </a:t>
            </a:r>
            <a:r>
              <a:rPr lang="zh-CN" altLang="en-US" sz="2200" dirty="0">
                <a:solidFill>
                  <a:srgbClr val="FF0000"/>
                </a:solidFill>
                <a:latin typeface="微软雅黑" panose="020B0503020204020204" pitchFamily="34" charset="-122"/>
                <a:ea typeface="微软雅黑" panose="020B0503020204020204" pitchFamily="34" charset="-122"/>
              </a:rPr>
              <a:t>和</a:t>
            </a:r>
            <a:r>
              <a:rPr lang="en-US" altLang="zh-CN" sz="2200" i="1" dirty="0">
                <a:solidFill>
                  <a:srgbClr val="FF0000"/>
                </a:solidFill>
                <a:latin typeface="微软雅黑" panose="020B0503020204020204" pitchFamily="34" charset="-122"/>
                <a:ea typeface="微软雅黑" panose="020B0503020204020204" pitchFamily="34" charset="-122"/>
              </a:rPr>
              <a:t>S </a:t>
            </a:r>
            <a:r>
              <a:rPr lang="zh-CN" altLang="en-US" sz="2200" dirty="0">
                <a:solidFill>
                  <a:srgbClr val="FF0000"/>
                </a:solidFill>
                <a:latin typeface="微软雅黑" panose="020B0503020204020204" pitchFamily="34" charset="-122"/>
                <a:ea typeface="微软雅黑" panose="020B0503020204020204" pitchFamily="34" charset="-122"/>
              </a:rPr>
              <a:t>的广义笛卡尔积</a:t>
            </a:r>
            <a:r>
              <a:rPr lang="en-US" altLang="zh-CN" sz="2200" i="1" dirty="0">
                <a:solidFill>
                  <a:srgbClr val="FF0000"/>
                </a:solidFill>
                <a:latin typeface="微软雅黑" panose="020B0503020204020204" pitchFamily="34" charset="-122"/>
                <a:ea typeface="微软雅黑" panose="020B0503020204020204" pitchFamily="34" charset="-122"/>
              </a:rPr>
              <a:t>R</a:t>
            </a:r>
            <a:r>
              <a:rPr lang="en-US" altLang="zh-CN" sz="2200" dirty="0">
                <a:solidFill>
                  <a:srgbClr val="FF0000"/>
                </a:solidFill>
                <a:latin typeface="微软雅黑" panose="020B0503020204020204" pitchFamily="34" charset="-122"/>
                <a:ea typeface="微软雅黑" panose="020B0503020204020204" pitchFamily="34" charset="-122"/>
              </a:rPr>
              <a:t>×</a:t>
            </a:r>
            <a:r>
              <a:rPr lang="en-US" altLang="zh-CN" sz="2200" i="1" dirty="0">
                <a:solidFill>
                  <a:srgbClr val="FF0000"/>
                </a:solidFill>
                <a:latin typeface="微软雅黑" panose="020B0503020204020204" pitchFamily="34" charset="-122"/>
                <a:ea typeface="微软雅黑" panose="020B0503020204020204" pitchFamily="34" charset="-122"/>
              </a:rPr>
              <a:t>S </a:t>
            </a:r>
            <a:r>
              <a:rPr lang="zh-CN" altLang="en-US" sz="2200" dirty="0">
                <a:solidFill>
                  <a:srgbClr val="FF0000"/>
                </a:solidFill>
                <a:latin typeface="微软雅黑" panose="020B0503020204020204" pitchFamily="34" charset="-122"/>
                <a:ea typeface="微软雅黑" panose="020B0503020204020204" pitchFamily="34" charset="-122"/>
              </a:rPr>
              <a:t>中选取</a:t>
            </a:r>
            <a:r>
              <a:rPr lang="en-US" altLang="zh-CN" sz="2200" i="1" dirty="0">
                <a:solidFill>
                  <a:srgbClr val="FF0000"/>
                </a:solidFill>
                <a:latin typeface="微软雅黑" panose="020B0503020204020204" pitchFamily="34" charset="-122"/>
                <a:ea typeface="微软雅黑" panose="020B0503020204020204" pitchFamily="34" charset="-122"/>
              </a:rPr>
              <a:t>R </a:t>
            </a:r>
            <a:r>
              <a:rPr lang="zh-CN" altLang="en-US" sz="2200" dirty="0">
                <a:solidFill>
                  <a:srgbClr val="FF0000"/>
                </a:solidFill>
                <a:latin typeface="微软雅黑" panose="020B0503020204020204" pitchFamily="34" charset="-122"/>
                <a:ea typeface="微软雅黑" panose="020B0503020204020204" pitchFamily="34" charset="-122"/>
              </a:rPr>
              <a:t>关系在</a:t>
            </a:r>
            <a:r>
              <a:rPr lang="en-US" altLang="zh-CN" sz="2200" i="1" dirty="0">
                <a:solidFill>
                  <a:srgbClr val="FF0000"/>
                </a:solidFill>
                <a:latin typeface="微软雅黑" panose="020B0503020204020204" pitchFamily="34" charset="-122"/>
                <a:ea typeface="微软雅黑" panose="020B0503020204020204" pitchFamily="34" charset="-122"/>
              </a:rPr>
              <a:t>A</a:t>
            </a:r>
            <a:r>
              <a:rPr lang="zh-CN" altLang="en-US" sz="2200" dirty="0">
                <a:solidFill>
                  <a:srgbClr val="FF0000"/>
                </a:solidFill>
                <a:latin typeface="微软雅黑" panose="020B0503020204020204" pitchFamily="34" charset="-122"/>
                <a:ea typeface="微软雅黑" panose="020B0503020204020204" pitchFamily="34" charset="-122"/>
              </a:rPr>
              <a:t>属性组上的值与</a:t>
            </a:r>
            <a:r>
              <a:rPr lang="en-US" altLang="zh-CN" sz="2200" i="1" dirty="0">
                <a:solidFill>
                  <a:srgbClr val="FF0000"/>
                </a:solidFill>
                <a:latin typeface="微软雅黑" panose="020B0503020204020204" pitchFamily="34" charset="-122"/>
                <a:ea typeface="微软雅黑" panose="020B0503020204020204" pitchFamily="34" charset="-122"/>
              </a:rPr>
              <a:t>S </a:t>
            </a:r>
            <a:r>
              <a:rPr lang="zh-CN" altLang="en-US" sz="2200" dirty="0">
                <a:solidFill>
                  <a:srgbClr val="FF0000"/>
                </a:solidFill>
                <a:latin typeface="微软雅黑" panose="020B0503020204020204" pitchFamily="34" charset="-122"/>
                <a:ea typeface="微软雅黑" panose="020B0503020204020204" pitchFamily="34" charset="-122"/>
              </a:rPr>
              <a:t>关系在</a:t>
            </a:r>
            <a:r>
              <a:rPr lang="en-US" altLang="zh-CN" sz="2200" i="1" dirty="0">
                <a:solidFill>
                  <a:srgbClr val="FF0000"/>
                </a:solidFill>
                <a:latin typeface="微软雅黑" panose="020B0503020204020204" pitchFamily="34" charset="-122"/>
                <a:ea typeface="微软雅黑" panose="020B0503020204020204" pitchFamily="34" charset="-122"/>
              </a:rPr>
              <a:t>B</a:t>
            </a:r>
            <a:r>
              <a:rPr lang="zh-CN" altLang="en-US" sz="2200" dirty="0">
                <a:solidFill>
                  <a:srgbClr val="FF0000"/>
                </a:solidFill>
                <a:latin typeface="微软雅黑" panose="020B0503020204020204" pitchFamily="34" charset="-122"/>
                <a:ea typeface="微软雅黑" panose="020B0503020204020204" pitchFamily="34" charset="-122"/>
              </a:rPr>
              <a:t>属性组上的值满足比较关系</a:t>
            </a:r>
            <a:r>
              <a:rPr lang="en-US" altLang="zh-CN" sz="2200" dirty="0">
                <a:solidFill>
                  <a:srgbClr val="FF0000"/>
                </a:solidFill>
                <a:latin typeface="微软雅黑" panose="020B0503020204020204" pitchFamily="34" charset="-122"/>
                <a:ea typeface="微软雅黑" panose="020B0503020204020204" pitchFamily="34" charset="-122"/>
              </a:rPr>
              <a:t>θ</a:t>
            </a:r>
            <a:r>
              <a:rPr lang="zh-CN" altLang="en-US" sz="2200" dirty="0">
                <a:solidFill>
                  <a:srgbClr val="FF0000"/>
                </a:solidFill>
                <a:latin typeface="微软雅黑" panose="020B0503020204020204" pitchFamily="34" charset="-122"/>
                <a:ea typeface="微软雅黑" panose="020B0503020204020204" pitchFamily="34" charset="-122"/>
              </a:rPr>
              <a:t>的元组</a:t>
            </a:r>
            <a:r>
              <a:rPr lang="zh-CN" altLang="en-US" dirty="0">
                <a:solidFill>
                  <a:srgbClr val="FF0000"/>
                </a:solidFill>
                <a:latin typeface="微软雅黑" panose="020B0503020204020204" pitchFamily="34" charset="-122"/>
                <a:ea typeface="微软雅黑" panose="020B0503020204020204" pitchFamily="34" charset="-122"/>
              </a:rPr>
              <a:t> </a:t>
            </a:r>
            <a:endParaRPr lang="en-US" altLang="zh-CN" dirty="0">
              <a:solidFill>
                <a:srgbClr val="FF0000"/>
              </a:solidFill>
              <a:latin typeface="微软雅黑" panose="020B0503020204020204" pitchFamily="34" charset="-122"/>
              <a:ea typeface="微软雅黑" panose="020B0503020204020204" pitchFamily="34" charset="-122"/>
            </a:endParaRPr>
          </a:p>
          <a:p>
            <a:pPr marL="933450" lvl="1" indent="-34290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例题：查询至少选修了一门其直接先行课为“</a:t>
            </a: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号课程的学生姓名</a:t>
            </a:r>
            <a:endParaRPr lang="en-US" altLang="zh-CN" dirty="0">
              <a:latin typeface="微软雅黑" panose="020B0503020204020204" pitchFamily="34" charset="-122"/>
              <a:ea typeface="微软雅黑" panose="020B0503020204020204" pitchFamily="34" charset="-122"/>
            </a:endParaRPr>
          </a:p>
          <a:p>
            <a:pPr marL="590550" lvl="1">
              <a:lnSpc>
                <a:spcPct val="15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第一步：</a:t>
            </a:r>
            <a:r>
              <a:rPr lang="en-US" altLang="zh-CN" sz="1800" kern="100" dirty="0" err="1">
                <a:effectLst/>
                <a:latin typeface="微软雅黑" panose="020B0503020204020204" pitchFamily="34" charset="-122"/>
                <a:ea typeface="微软雅黑" panose="020B0503020204020204" pitchFamily="34" charset="-122"/>
                <a:cs typeface="Times New Roman" panose="02020603050405020304" pitchFamily="18" charset="0"/>
              </a:rPr>
              <a:t>Sname</a:t>
            </a: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Student</a:t>
            </a: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表中</a:t>
            </a:r>
            <a:r>
              <a:rPr lang="zh-CN" alt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kern="100" dirty="0" err="1">
                <a:effectLst/>
                <a:latin typeface="微软雅黑" panose="020B0503020204020204" pitchFamily="34" charset="-122"/>
                <a:ea typeface="微软雅黑" panose="020B0503020204020204" pitchFamily="34" charset="-122"/>
                <a:cs typeface="Times New Roman" panose="02020603050405020304" pitchFamily="18" charset="0"/>
              </a:rPr>
              <a:t>cpno</a:t>
            </a:r>
            <a:r>
              <a:rPr lang="zh-CN" alt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course</a:t>
            </a:r>
            <a:r>
              <a:rPr lang="zh-CN" altLang="en-US" sz="1800" kern="100" dirty="0">
                <a:effectLst/>
                <a:latin typeface="微软雅黑" panose="020B0503020204020204" pitchFamily="34" charset="-122"/>
                <a:ea typeface="微软雅黑" panose="020B0503020204020204" pitchFamily="34" charset="-122"/>
                <a:cs typeface="Times New Roman" panose="02020603050405020304" pitchFamily="18" charset="0"/>
              </a:rPr>
              <a:t>表中，由此可知需要多表连接查询</a:t>
            </a:r>
            <a:endPar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590550" lvl="1">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第二部：根据表之间关系将三张表先做连接操作 </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590550" lvl="1">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第三部：对连接结果执行选择运算</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590550" lvl="1">
              <a:lnSpc>
                <a:spcPct val="150000"/>
              </a:lnSpc>
            </a:pPr>
            <a:r>
              <a:rPr lang="zh-CN" altLang="en-US" dirty="0">
                <a:latin typeface="微软雅黑" panose="020B0503020204020204" pitchFamily="34" charset="-122"/>
                <a:ea typeface="微软雅黑" panose="020B0503020204020204" pitchFamily="34" charset="-122"/>
              </a:rPr>
              <a:t>       第四部：对选择结果执行投影运算</a:t>
            </a:r>
          </a:p>
          <a:p>
            <a:endParaRPr lang="zh-CN" altLang="en-US" dirty="0">
              <a:latin typeface="微软雅黑" panose="020B0503020204020204" pitchFamily="34" charset="-122"/>
              <a:ea typeface="微软雅黑" panose="020B0503020204020204" pitchFamily="34" charset="-122"/>
            </a:endParaRPr>
          </a:p>
        </p:txBody>
      </p:sp>
      <p:grpSp>
        <p:nvGrpSpPr>
          <p:cNvPr id="5" name="Group 16">
            <a:extLst>
              <a:ext uri="{FF2B5EF4-FFF2-40B4-BE49-F238E27FC236}">
                <a16:creationId xmlns:a16="http://schemas.microsoft.com/office/drawing/2014/main" id="{83B74F5A-BE84-4D34-BD41-9D4E15955339}"/>
              </a:ext>
            </a:extLst>
          </p:cNvPr>
          <p:cNvGrpSpPr>
            <a:grpSpLocks/>
          </p:cNvGrpSpPr>
          <p:nvPr/>
        </p:nvGrpSpPr>
        <p:grpSpPr bwMode="auto">
          <a:xfrm>
            <a:off x="1265887" y="1302245"/>
            <a:ext cx="1600200" cy="685800"/>
            <a:chOff x="1152" y="2304"/>
            <a:chExt cx="1008" cy="432"/>
          </a:xfrm>
        </p:grpSpPr>
        <p:grpSp>
          <p:nvGrpSpPr>
            <p:cNvPr id="6" name="Group 4">
              <a:extLst>
                <a:ext uri="{FF2B5EF4-FFF2-40B4-BE49-F238E27FC236}">
                  <a16:creationId xmlns:a16="http://schemas.microsoft.com/office/drawing/2014/main" id="{34E515A5-47D3-4F38-B3D7-0D23CA160D18}"/>
                </a:ext>
              </a:extLst>
            </p:cNvPr>
            <p:cNvGrpSpPr>
              <a:grpSpLocks/>
            </p:cNvGrpSpPr>
            <p:nvPr/>
          </p:nvGrpSpPr>
          <p:grpSpPr bwMode="auto">
            <a:xfrm>
              <a:off x="1152" y="2352"/>
              <a:ext cx="1008" cy="384"/>
              <a:chOff x="2325" y="6446"/>
              <a:chExt cx="705" cy="367"/>
            </a:xfrm>
          </p:grpSpPr>
          <p:sp>
            <p:nvSpPr>
              <p:cNvPr id="8" name="AutoShape 5">
                <a:extLst>
                  <a:ext uri="{FF2B5EF4-FFF2-40B4-BE49-F238E27FC236}">
                    <a16:creationId xmlns:a16="http://schemas.microsoft.com/office/drawing/2014/main" id="{82453DA9-6613-4836-B74D-6A6F0F3073D2}"/>
                  </a:ext>
                </a:extLst>
              </p:cNvPr>
              <p:cNvSpPr>
                <a:spLocks noChangeArrowheads="1"/>
              </p:cNvSpPr>
              <p:nvPr/>
            </p:nvSpPr>
            <p:spPr bwMode="auto">
              <a:xfrm rot="5400000" flipV="1">
                <a:off x="2612" y="6414"/>
                <a:ext cx="78" cy="142"/>
              </a:xfrm>
              <a:prstGeom prst="flowChartCollate">
                <a:avLst/>
              </a:prstGeom>
              <a:solidFill>
                <a:srgbClr val="FFFFFF"/>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 name="Text Box 6">
                <a:extLst>
                  <a:ext uri="{FF2B5EF4-FFF2-40B4-BE49-F238E27FC236}">
                    <a16:creationId xmlns:a16="http://schemas.microsoft.com/office/drawing/2014/main" id="{68661E92-E5F9-4D25-B5C7-EF9E1A35EF06}"/>
                  </a:ext>
                </a:extLst>
              </p:cNvPr>
              <p:cNvSpPr txBox="1">
                <a:spLocks noChangeArrowheads="1"/>
              </p:cNvSpPr>
              <p:nvPr/>
            </p:nvSpPr>
            <p:spPr bwMode="auto">
              <a:xfrm flipV="1">
                <a:off x="2325" y="6450"/>
                <a:ext cx="70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80000"/>
                  </a:lnSpc>
                </a:pPr>
                <a:r>
                  <a:rPr lang="en-US" altLang="zh-CN" sz="600" i="1"/>
                  <a:t> </a:t>
                </a:r>
                <a:endParaRPr lang="en-US" altLang="zh-CN" sz="600"/>
              </a:p>
            </p:txBody>
          </p:sp>
        </p:grpSp>
        <p:sp>
          <p:nvSpPr>
            <p:cNvPr id="7" name="Rectangle 10">
              <a:extLst>
                <a:ext uri="{FF2B5EF4-FFF2-40B4-BE49-F238E27FC236}">
                  <a16:creationId xmlns:a16="http://schemas.microsoft.com/office/drawing/2014/main" id="{06B883E1-6729-4B0E-9715-50F614D9F4F6}"/>
                </a:ext>
              </a:extLst>
            </p:cNvPr>
            <p:cNvSpPr>
              <a:spLocks noChangeArrowheads="1"/>
            </p:cNvSpPr>
            <p:nvPr/>
          </p:nvSpPr>
          <p:spPr bwMode="auto">
            <a:xfrm>
              <a:off x="1296" y="2304"/>
              <a:ext cx="576"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i="1" dirty="0"/>
                <a:t> </a:t>
              </a:r>
              <a:r>
                <a:rPr lang="en-US" altLang="zh-CN" sz="1600" b="1" i="1" dirty="0" err="1"/>
                <a:t>A</a:t>
              </a:r>
              <a:r>
                <a:rPr lang="en-US" altLang="zh-CN" sz="1600" b="1" dirty="0" err="1"/>
                <a:t>θ</a:t>
              </a:r>
              <a:r>
                <a:rPr lang="en-US" altLang="zh-CN" sz="1600" b="1" i="1" dirty="0" err="1"/>
                <a:t>B</a:t>
              </a:r>
              <a:endParaRPr lang="en-US" altLang="zh-CN" sz="1600" b="1" i="1" dirty="0"/>
            </a:p>
          </p:txBody>
        </p:sp>
      </p:grpSp>
      <p:grpSp>
        <p:nvGrpSpPr>
          <p:cNvPr id="10" name="Group 12">
            <a:extLst>
              <a:ext uri="{FF2B5EF4-FFF2-40B4-BE49-F238E27FC236}">
                <a16:creationId xmlns:a16="http://schemas.microsoft.com/office/drawing/2014/main" id="{E5D34236-995A-44DF-94A9-93D1395DD21F}"/>
              </a:ext>
            </a:extLst>
          </p:cNvPr>
          <p:cNvGrpSpPr>
            <a:grpSpLocks/>
          </p:cNvGrpSpPr>
          <p:nvPr/>
        </p:nvGrpSpPr>
        <p:grpSpPr bwMode="auto">
          <a:xfrm>
            <a:off x="2866087" y="1311949"/>
            <a:ext cx="609600" cy="392113"/>
            <a:chOff x="2400" y="3199"/>
            <a:chExt cx="384" cy="247"/>
          </a:xfrm>
        </p:grpSpPr>
        <p:sp>
          <p:nvSpPr>
            <p:cNvPr id="11" name="Text Box 13">
              <a:extLst>
                <a:ext uri="{FF2B5EF4-FFF2-40B4-BE49-F238E27FC236}">
                  <a16:creationId xmlns:a16="http://schemas.microsoft.com/office/drawing/2014/main" id="{F68D7ABF-3DBF-47FD-BBFA-E4A017C57F08}"/>
                </a:ext>
              </a:extLst>
            </p:cNvPr>
            <p:cNvSpPr txBox="1">
              <a:spLocks noChangeArrowheads="1"/>
            </p:cNvSpPr>
            <p:nvPr/>
          </p:nvSpPr>
          <p:spPr bwMode="auto">
            <a:xfrm>
              <a:off x="2400" y="3216"/>
              <a:ext cx="38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b="1" i="1"/>
                <a:t>t</a:t>
              </a:r>
              <a:r>
                <a:rPr lang="en-US" altLang="zh-CN" b="1" baseline="-30000"/>
                <a:t>r </a:t>
              </a:r>
              <a:r>
                <a:rPr lang="en-US" altLang="zh-CN" b="1" i="1"/>
                <a:t>t</a:t>
              </a:r>
              <a:r>
                <a:rPr lang="en-US" altLang="zh-CN" b="1" baseline="-30000"/>
                <a:t>s</a:t>
              </a:r>
            </a:p>
          </p:txBody>
        </p:sp>
        <p:sp>
          <p:nvSpPr>
            <p:cNvPr id="12" name="Freeform 14">
              <a:extLst>
                <a:ext uri="{FF2B5EF4-FFF2-40B4-BE49-F238E27FC236}">
                  <a16:creationId xmlns:a16="http://schemas.microsoft.com/office/drawing/2014/main" id="{5AB81FAA-03E5-4FA5-8F88-66561159061A}"/>
                </a:ext>
              </a:extLst>
            </p:cNvPr>
            <p:cNvSpPr>
              <a:spLocks/>
            </p:cNvSpPr>
            <p:nvPr/>
          </p:nvSpPr>
          <p:spPr bwMode="auto">
            <a:xfrm>
              <a:off x="2504" y="3199"/>
              <a:ext cx="156" cy="62"/>
            </a:xfrm>
            <a:custGeom>
              <a:avLst/>
              <a:gdLst>
                <a:gd name="T0" fmla="*/ 0 w 156"/>
                <a:gd name="T1" fmla="*/ 62 h 62"/>
                <a:gd name="T2" fmla="*/ 117 w 156"/>
                <a:gd name="T3" fmla="*/ 23 h 62"/>
                <a:gd name="T4" fmla="*/ 156 w 156"/>
                <a:gd name="T5" fmla="*/ 62 h 62"/>
                <a:gd name="T6" fmla="*/ 0 60000 65536"/>
                <a:gd name="T7" fmla="*/ 0 60000 65536"/>
                <a:gd name="T8" fmla="*/ 0 60000 65536"/>
                <a:gd name="T9" fmla="*/ 0 w 156"/>
                <a:gd name="T10" fmla="*/ 0 h 62"/>
                <a:gd name="T11" fmla="*/ 156 w 156"/>
                <a:gd name="T12" fmla="*/ 62 h 62"/>
              </a:gdLst>
              <a:ahLst/>
              <a:cxnLst>
                <a:cxn ang="T6">
                  <a:pos x="T0" y="T1"/>
                </a:cxn>
                <a:cxn ang="T7">
                  <a:pos x="T2" y="T3"/>
                </a:cxn>
                <a:cxn ang="T8">
                  <a:pos x="T4" y="T5"/>
                </a:cxn>
              </a:cxnLst>
              <a:rect l="T9" t="T10" r="T11" b="T12"/>
              <a:pathLst>
                <a:path w="156" h="62">
                  <a:moveTo>
                    <a:pt x="0" y="62"/>
                  </a:moveTo>
                  <a:cubicBezTo>
                    <a:pt x="89" y="2"/>
                    <a:pt x="48" y="0"/>
                    <a:pt x="117" y="23"/>
                  </a:cubicBezTo>
                  <a:cubicBezTo>
                    <a:pt x="130" y="36"/>
                    <a:pt x="156" y="62"/>
                    <a:pt x="156" y="62"/>
                  </a:cubicBez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pic>
        <p:nvPicPr>
          <p:cNvPr id="20" name="图片 19">
            <a:extLst>
              <a:ext uri="{FF2B5EF4-FFF2-40B4-BE49-F238E27FC236}">
                <a16:creationId xmlns:a16="http://schemas.microsoft.com/office/drawing/2014/main" id="{C9D39926-D22D-4898-83D8-76C98C4AEC75}"/>
              </a:ext>
            </a:extLst>
          </p:cNvPr>
          <p:cNvPicPr>
            <a:picLocks noChangeAspect="1"/>
          </p:cNvPicPr>
          <p:nvPr/>
        </p:nvPicPr>
        <p:blipFill>
          <a:blip r:embed="rId2"/>
          <a:stretch>
            <a:fillRect/>
          </a:stretch>
        </p:blipFill>
        <p:spPr>
          <a:xfrm>
            <a:off x="6595206" y="4965835"/>
            <a:ext cx="1985419" cy="304798"/>
          </a:xfrm>
          <a:prstGeom prst="rect">
            <a:avLst/>
          </a:prstGeom>
        </p:spPr>
      </p:pic>
      <p:pic>
        <p:nvPicPr>
          <p:cNvPr id="22" name="图片 21">
            <a:extLst>
              <a:ext uri="{FF2B5EF4-FFF2-40B4-BE49-F238E27FC236}">
                <a16:creationId xmlns:a16="http://schemas.microsoft.com/office/drawing/2014/main" id="{8961AE67-30BF-44ED-A76A-E009E4C9D23B}"/>
              </a:ext>
            </a:extLst>
          </p:cNvPr>
          <p:cNvPicPr>
            <a:picLocks noChangeAspect="1"/>
          </p:cNvPicPr>
          <p:nvPr/>
        </p:nvPicPr>
        <p:blipFill>
          <a:blip r:embed="rId3"/>
          <a:stretch>
            <a:fillRect/>
          </a:stretch>
        </p:blipFill>
        <p:spPr>
          <a:xfrm>
            <a:off x="5799054" y="5270633"/>
            <a:ext cx="3115710" cy="313264"/>
          </a:xfrm>
          <a:prstGeom prst="rect">
            <a:avLst/>
          </a:prstGeom>
        </p:spPr>
      </p:pic>
      <p:pic>
        <p:nvPicPr>
          <p:cNvPr id="24" name="图片 23">
            <a:extLst>
              <a:ext uri="{FF2B5EF4-FFF2-40B4-BE49-F238E27FC236}">
                <a16:creationId xmlns:a16="http://schemas.microsoft.com/office/drawing/2014/main" id="{C5D38622-E0D4-45EA-9E15-E16510E2239B}"/>
              </a:ext>
            </a:extLst>
          </p:cNvPr>
          <p:cNvPicPr>
            <a:picLocks noChangeAspect="1"/>
          </p:cNvPicPr>
          <p:nvPr/>
        </p:nvPicPr>
        <p:blipFill>
          <a:blip r:embed="rId4"/>
          <a:stretch>
            <a:fillRect/>
          </a:stretch>
        </p:blipFill>
        <p:spPr>
          <a:xfrm>
            <a:off x="5255074" y="5759540"/>
            <a:ext cx="4203669" cy="334431"/>
          </a:xfrm>
          <a:prstGeom prst="rect">
            <a:avLst/>
          </a:prstGeom>
        </p:spPr>
      </p:pic>
    </p:spTree>
    <p:extLst>
      <p:ext uri="{BB962C8B-B14F-4D97-AF65-F5344CB8AC3E}">
        <p14:creationId xmlns:p14="http://schemas.microsoft.com/office/powerpoint/2010/main" val="457595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B4C631F-BF33-4A6A-B14F-D98D58B09216}"/>
              </a:ext>
            </a:extLst>
          </p:cNvPr>
          <p:cNvSpPr txBox="1"/>
          <p:nvPr/>
        </p:nvSpPr>
        <p:spPr>
          <a:xfrm>
            <a:off x="540218" y="83308"/>
            <a:ext cx="11833058" cy="6691384"/>
          </a:xfrm>
          <a:prstGeom prst="rect">
            <a:avLst/>
          </a:prstGeom>
          <a:noFill/>
        </p:spPr>
        <p:txBody>
          <a:bodyPr wrap="square">
            <a:spAutoFit/>
          </a:bodyPr>
          <a:lstStyle/>
          <a:p>
            <a:pPr indent="267970" algn="just">
              <a:lnSpc>
                <a:spcPct val="150000"/>
              </a:lnSpc>
            </a:pPr>
            <a:r>
              <a:rPr lang="zh-CN" altLang="en-US" sz="1800" b="1" kern="100" dirty="0">
                <a:effectLst/>
                <a:latin typeface="微软雅黑" panose="020B0503020204020204" pitchFamily="34" charset="-122"/>
                <a:ea typeface="微软雅黑" panose="020B0503020204020204" pitchFamily="34" charset="-122"/>
              </a:rPr>
              <a:t>除法运算</a:t>
            </a:r>
            <a:endParaRPr lang="en-US" altLang="zh-CN" sz="1800" b="1" kern="100" dirty="0">
              <a:effectLst/>
              <a:latin typeface="微软雅黑" panose="020B0503020204020204" pitchFamily="34" charset="-122"/>
              <a:ea typeface="微软雅黑" panose="020B0503020204020204" pitchFamily="34" charset="-122"/>
            </a:endParaRPr>
          </a:p>
          <a:p>
            <a:pPr indent="267970" algn="just">
              <a:lnSpc>
                <a:spcPct val="150000"/>
              </a:lnSpc>
            </a:pPr>
            <a:r>
              <a:rPr lang="en-US" altLang="zh-CN" sz="1800" b="1" kern="100" dirty="0">
                <a:effectLst/>
                <a:latin typeface="微软雅黑" panose="020B0503020204020204" pitchFamily="34" charset="-122"/>
                <a:ea typeface="微软雅黑" panose="020B0503020204020204" pitchFamily="34" charset="-122"/>
              </a:rPr>
              <a:t>1</a:t>
            </a:r>
            <a:r>
              <a:rPr lang="zh-CN" altLang="zh-CN" sz="1800" b="1" kern="100" dirty="0">
                <a:effectLst/>
                <a:latin typeface="微软雅黑" panose="020B0503020204020204" pitchFamily="34" charset="-122"/>
                <a:ea typeface="微软雅黑" panose="020B0503020204020204" pitchFamily="34" charset="-122"/>
              </a:rPr>
              <a:t>．除法定义中的含义</a:t>
            </a:r>
            <a:endParaRPr lang="zh-CN" altLang="zh-CN" sz="1800" kern="100" dirty="0">
              <a:effectLst/>
              <a:latin typeface="微软雅黑" panose="020B0503020204020204" pitchFamily="34" charset="-122"/>
              <a:ea typeface="微软雅黑" panose="020B0503020204020204" pitchFamily="34" charset="-122"/>
            </a:endParaRPr>
          </a:p>
          <a:p>
            <a:pPr indent="266700" algn="just">
              <a:lnSpc>
                <a:spcPct val="150000"/>
              </a:lnSpc>
            </a:pPr>
            <a:r>
              <a:rPr lang="zh-CN" altLang="zh-CN" sz="1800" kern="100" dirty="0">
                <a:effectLst/>
                <a:latin typeface="微软雅黑" panose="020B0503020204020204" pitchFamily="34" charset="-122"/>
                <a:ea typeface="微软雅黑" panose="020B0503020204020204" pitchFamily="34" charset="-122"/>
              </a:rPr>
              <a:t>分析：（</a:t>
            </a:r>
            <a:r>
              <a:rPr lang="en-US" altLang="zh-CN" sz="1800" kern="100" dirty="0">
                <a:effectLst/>
                <a:latin typeface="微软雅黑" panose="020B0503020204020204" pitchFamily="34" charset="-122"/>
                <a:ea typeface="微软雅黑" panose="020B0503020204020204" pitchFamily="34" charset="-122"/>
              </a:rPr>
              <a:t>1</a:t>
            </a:r>
            <a:r>
              <a:rPr lang="zh-CN" altLang="zh-CN" sz="1800" kern="100" dirty="0">
                <a:effectLst/>
                <a:latin typeface="微软雅黑" panose="020B0503020204020204" pitchFamily="34" charset="-122"/>
                <a:ea typeface="微软雅黑" panose="020B0503020204020204" pitchFamily="34" charset="-122"/>
              </a:rPr>
              <a:t>）前提：两个关系</a:t>
            </a:r>
            <a:r>
              <a:rPr lang="en-US" altLang="zh-CN" sz="1800" kern="100" dirty="0">
                <a:effectLst/>
                <a:latin typeface="微软雅黑" panose="020B0503020204020204" pitchFamily="34" charset="-122"/>
                <a:ea typeface="微软雅黑" panose="020B0503020204020204" pitchFamily="34" charset="-122"/>
              </a:rPr>
              <a:t>R(X,Y)</a:t>
            </a:r>
            <a:r>
              <a:rPr lang="zh-CN" altLang="zh-CN" sz="1800" kern="100" dirty="0">
                <a:effectLst/>
                <a:latin typeface="微软雅黑" panose="020B0503020204020204" pitchFamily="34" charset="-122"/>
                <a:ea typeface="微软雅黑" panose="020B0503020204020204" pitchFamily="34" charset="-122"/>
              </a:rPr>
              <a:t>和</a:t>
            </a:r>
            <a:r>
              <a:rPr lang="en-US" altLang="zh-CN" sz="1800" kern="100" dirty="0">
                <a:effectLst/>
                <a:latin typeface="微软雅黑" panose="020B0503020204020204" pitchFamily="34" charset="-122"/>
                <a:ea typeface="微软雅黑" panose="020B0503020204020204" pitchFamily="34" charset="-122"/>
              </a:rPr>
              <a:t>S(Y,Z)</a:t>
            </a:r>
            <a:r>
              <a:rPr lang="zh-CN" altLang="zh-CN" sz="1800" kern="100" dirty="0">
                <a:effectLst/>
                <a:latin typeface="微软雅黑" panose="020B0503020204020204" pitchFamily="34" charset="-122"/>
                <a:ea typeface="微软雅黑" panose="020B0503020204020204" pitchFamily="34" charset="-122"/>
              </a:rPr>
              <a:t>应该有公共属性列。</a:t>
            </a:r>
          </a:p>
          <a:p>
            <a:pPr indent="266700" algn="just">
              <a:lnSpc>
                <a:spcPct val="150000"/>
              </a:lnSpc>
            </a:pPr>
            <a:r>
              <a:rPr lang="en-US" altLang="zh-CN" sz="1800" kern="100" dirty="0">
                <a:effectLst/>
                <a:latin typeface="微软雅黑" panose="020B0503020204020204" pitchFamily="34" charset="-122"/>
                <a:ea typeface="微软雅黑" panose="020B0503020204020204" pitchFamily="34" charset="-122"/>
              </a:rPr>
              <a:t>          </a:t>
            </a:r>
            <a:r>
              <a:rPr lang="zh-CN" altLang="zh-CN" sz="1800" kern="100" dirty="0">
                <a:effectLst/>
                <a:latin typeface="微软雅黑" panose="020B0503020204020204" pitchFamily="34" charset="-122"/>
                <a:ea typeface="微软雅黑" panose="020B0503020204020204" pitchFamily="34" charset="-122"/>
              </a:rPr>
              <a:t>（</a:t>
            </a:r>
            <a:r>
              <a:rPr lang="en-US" altLang="zh-CN" sz="1800" kern="100" dirty="0">
                <a:effectLst/>
                <a:latin typeface="微软雅黑" panose="020B0503020204020204" pitchFamily="34" charset="-122"/>
                <a:ea typeface="微软雅黑" panose="020B0503020204020204" pitchFamily="34" charset="-122"/>
              </a:rPr>
              <a:t>2</a:t>
            </a:r>
            <a:r>
              <a:rPr lang="zh-CN" altLang="zh-CN" sz="1800" kern="100" dirty="0">
                <a:effectLst/>
                <a:latin typeface="微软雅黑" panose="020B0503020204020204" pitchFamily="34" charset="-122"/>
                <a:ea typeface="微软雅黑" panose="020B0503020204020204" pitchFamily="34" charset="-122"/>
              </a:rPr>
              <a:t>）运算结果为</a:t>
            </a:r>
            <a:r>
              <a:rPr lang="en-US" altLang="zh-CN" sz="1800" kern="100" dirty="0">
                <a:effectLst/>
                <a:latin typeface="微软雅黑" panose="020B0503020204020204" pitchFamily="34" charset="-122"/>
                <a:ea typeface="微软雅黑" panose="020B0503020204020204" pitchFamily="34" charset="-122"/>
              </a:rPr>
              <a:t>P(X)</a:t>
            </a:r>
            <a:r>
              <a:rPr lang="zh-CN" altLang="zh-CN" sz="1800" kern="100" dirty="0">
                <a:effectLst/>
                <a:latin typeface="微软雅黑" panose="020B0503020204020204" pitchFamily="34" charset="-122"/>
                <a:ea typeface="微软雅黑" panose="020B0503020204020204" pitchFamily="34" charset="-122"/>
              </a:rPr>
              <a:t>，元组来自于</a:t>
            </a:r>
            <a:r>
              <a:rPr lang="en-US" altLang="zh-CN" sz="1800" kern="100" dirty="0">
                <a:effectLst/>
                <a:latin typeface="微软雅黑" panose="020B0503020204020204" pitchFamily="34" charset="-122"/>
                <a:ea typeface="微软雅黑" panose="020B0503020204020204" pitchFamily="34" charset="-122"/>
              </a:rPr>
              <a:t>R</a:t>
            </a:r>
            <a:r>
              <a:rPr lang="zh-CN" altLang="zh-CN" sz="1800" kern="100" dirty="0">
                <a:effectLst/>
                <a:latin typeface="微软雅黑" panose="020B0503020204020204" pitchFamily="34" charset="-122"/>
                <a:ea typeface="微软雅黑" panose="020B0503020204020204" pitchFamily="34" charset="-122"/>
              </a:rPr>
              <a:t>关系，只包含</a:t>
            </a:r>
            <a:r>
              <a:rPr lang="en-US" altLang="zh-CN" sz="1800" kern="100" dirty="0">
                <a:effectLst/>
                <a:latin typeface="微软雅黑" panose="020B0503020204020204" pitchFamily="34" charset="-122"/>
                <a:ea typeface="微软雅黑" panose="020B0503020204020204" pitchFamily="34" charset="-122"/>
              </a:rPr>
              <a:t>X</a:t>
            </a:r>
            <a:r>
              <a:rPr lang="zh-CN" altLang="zh-CN" sz="1800" kern="100" dirty="0">
                <a:effectLst/>
                <a:latin typeface="微软雅黑" panose="020B0503020204020204" pitchFamily="34" charset="-122"/>
                <a:ea typeface="微软雅黑" panose="020B0503020204020204" pitchFamily="34" charset="-122"/>
              </a:rPr>
              <a:t>属性列</a:t>
            </a:r>
          </a:p>
          <a:p>
            <a:pPr indent="266700" algn="just">
              <a:lnSpc>
                <a:spcPct val="150000"/>
              </a:lnSpc>
            </a:pPr>
            <a:r>
              <a:rPr lang="en-US" altLang="zh-CN" sz="1800" kern="100" dirty="0">
                <a:effectLst/>
                <a:latin typeface="微软雅黑" panose="020B0503020204020204" pitchFamily="34" charset="-122"/>
                <a:ea typeface="微软雅黑" panose="020B0503020204020204" pitchFamily="34" charset="-122"/>
              </a:rPr>
              <a:t>          </a:t>
            </a:r>
            <a:r>
              <a:rPr lang="zh-CN" altLang="zh-CN" sz="1800" kern="100" dirty="0">
                <a:effectLst/>
                <a:latin typeface="微软雅黑" panose="020B0503020204020204" pitchFamily="34" charset="-122"/>
                <a:ea typeface="微软雅黑" panose="020B0503020204020204" pitchFamily="34" charset="-122"/>
              </a:rPr>
              <a:t>（</a:t>
            </a:r>
            <a:r>
              <a:rPr lang="en-US" altLang="zh-CN" sz="1800" kern="100" dirty="0">
                <a:effectLst/>
                <a:latin typeface="微软雅黑" panose="020B0503020204020204" pitchFamily="34" charset="-122"/>
                <a:ea typeface="微软雅黑" panose="020B0503020204020204" pitchFamily="34" charset="-122"/>
              </a:rPr>
              <a:t>3</a:t>
            </a:r>
            <a:r>
              <a:rPr lang="zh-CN" altLang="zh-CN" sz="1800" kern="100" dirty="0">
                <a:effectLst/>
                <a:latin typeface="微软雅黑" panose="020B0503020204020204" pitchFamily="34" charset="-122"/>
                <a:ea typeface="微软雅黑" panose="020B0503020204020204" pitchFamily="34" charset="-122"/>
              </a:rPr>
              <a:t>）</a:t>
            </a:r>
            <a:r>
              <a:rPr lang="en-US" altLang="zh-CN" sz="1800" kern="100" dirty="0">
                <a:effectLst/>
                <a:latin typeface="微软雅黑" panose="020B0503020204020204" pitchFamily="34" charset="-122"/>
                <a:ea typeface="微软雅黑" panose="020B0503020204020204" pitchFamily="34" charset="-122"/>
              </a:rPr>
              <a:t>R</a:t>
            </a:r>
            <a:r>
              <a:rPr lang="zh-CN" altLang="zh-CN" sz="1800" kern="100" dirty="0">
                <a:effectLst/>
                <a:latin typeface="微软雅黑" panose="020B0503020204020204" pitchFamily="34" charset="-122"/>
                <a:ea typeface="微软雅黑" panose="020B0503020204020204" pitchFamily="34" charset="-122"/>
              </a:rPr>
              <a:t>关系中的哪些元组呢？</a:t>
            </a:r>
          </a:p>
          <a:p>
            <a:pPr indent="266700" algn="just">
              <a:lnSpc>
                <a:spcPct val="150000"/>
              </a:lnSpc>
            </a:pPr>
            <a:r>
              <a:rPr lang="en-US" altLang="zh-CN" sz="1800" kern="100" dirty="0">
                <a:effectLst/>
                <a:latin typeface="微软雅黑" panose="020B0503020204020204" pitchFamily="34" charset="-122"/>
                <a:ea typeface="微软雅黑" panose="020B0503020204020204" pitchFamily="34" charset="-122"/>
              </a:rPr>
              <a:t>    </a:t>
            </a:r>
            <a:r>
              <a:rPr lang="zh-CN" altLang="zh-CN" sz="1800" kern="100" dirty="0">
                <a:effectLst/>
                <a:latin typeface="微软雅黑" panose="020B0503020204020204" pitchFamily="34" charset="-122"/>
                <a:ea typeface="微软雅黑" panose="020B0503020204020204" pitchFamily="34" charset="-122"/>
              </a:rPr>
              <a:t>对于</a:t>
            </a:r>
            <a:r>
              <a:rPr lang="en-US" altLang="zh-CN" sz="1800" kern="100" dirty="0">
                <a:effectLst/>
                <a:latin typeface="微软雅黑" panose="020B0503020204020204" pitchFamily="34" charset="-122"/>
                <a:ea typeface="微软雅黑" panose="020B0503020204020204" pitchFamily="34" charset="-122"/>
              </a:rPr>
              <a:t>T[X]</a:t>
            </a:r>
            <a:r>
              <a:rPr lang="zh-CN" altLang="zh-CN" sz="1800" kern="100" dirty="0">
                <a:effectLst/>
                <a:latin typeface="微软雅黑" panose="020B0503020204020204" pitchFamily="34" charset="-122"/>
                <a:ea typeface="微软雅黑" panose="020B0503020204020204" pitchFamily="34" charset="-122"/>
              </a:rPr>
              <a:t>的象集包含∏</a:t>
            </a:r>
            <a:r>
              <a:rPr lang="en-US" altLang="zh-CN" sz="1800" kern="100" baseline="-25000" dirty="0">
                <a:effectLst/>
                <a:latin typeface="微软雅黑" panose="020B0503020204020204" pitchFamily="34" charset="-122"/>
                <a:ea typeface="微软雅黑" panose="020B0503020204020204" pitchFamily="34" charset="-122"/>
              </a:rPr>
              <a:t>Y</a:t>
            </a:r>
            <a:r>
              <a:rPr lang="en-US" altLang="zh-CN" sz="1800" kern="100" dirty="0">
                <a:effectLst/>
                <a:latin typeface="微软雅黑" panose="020B0503020204020204" pitchFamily="34" charset="-122"/>
                <a:ea typeface="微软雅黑" panose="020B0503020204020204" pitchFamily="34" charset="-122"/>
              </a:rPr>
              <a:t>(S)</a:t>
            </a:r>
            <a:endParaRPr lang="zh-CN" altLang="zh-CN" sz="1800" kern="100" dirty="0">
              <a:effectLst/>
              <a:latin typeface="微软雅黑" panose="020B0503020204020204" pitchFamily="34" charset="-122"/>
              <a:ea typeface="微软雅黑" panose="020B0503020204020204" pitchFamily="34" charset="-122"/>
            </a:endParaRPr>
          </a:p>
          <a:p>
            <a:pPr indent="267970" algn="just">
              <a:lnSpc>
                <a:spcPct val="150000"/>
              </a:lnSpc>
            </a:pPr>
            <a:r>
              <a:rPr lang="en-US" altLang="zh-CN" sz="1800" b="1" kern="100" dirty="0">
                <a:effectLst/>
                <a:latin typeface="微软雅黑" panose="020B0503020204020204" pitchFamily="34" charset="-122"/>
                <a:ea typeface="微软雅黑" panose="020B0503020204020204" pitchFamily="34" charset="-122"/>
              </a:rPr>
              <a:t>2.</a:t>
            </a:r>
            <a:r>
              <a:rPr lang="zh-CN" altLang="zh-CN" sz="1800" b="1" kern="100" dirty="0">
                <a:effectLst/>
                <a:latin typeface="微软雅黑" panose="020B0503020204020204" pitchFamily="34" charset="-122"/>
                <a:ea typeface="微软雅黑" panose="020B0503020204020204" pitchFamily="34" charset="-122"/>
              </a:rPr>
              <a:t>除法运算的步骤</a:t>
            </a:r>
            <a:endParaRPr lang="zh-CN" altLang="zh-CN" sz="1800" kern="100" dirty="0">
              <a:effectLst/>
              <a:latin typeface="微软雅黑" panose="020B0503020204020204" pitchFamily="34" charset="-122"/>
              <a:ea typeface="微软雅黑" panose="020B0503020204020204" pitchFamily="34" charset="-122"/>
            </a:endParaRPr>
          </a:p>
          <a:p>
            <a:pPr indent="266700" algn="just">
              <a:lnSpc>
                <a:spcPct val="150000"/>
              </a:lnSpc>
            </a:pPr>
            <a:r>
              <a:rPr lang="zh-CN" altLang="zh-CN" sz="1800" kern="100" dirty="0">
                <a:effectLst/>
                <a:latin typeface="微软雅黑" panose="020B0503020204020204" pitchFamily="34" charset="-122"/>
                <a:ea typeface="微软雅黑" panose="020B0503020204020204" pitchFamily="34" charset="-122"/>
              </a:rPr>
              <a:t>（</a:t>
            </a:r>
            <a:r>
              <a:rPr lang="en-US" altLang="zh-CN" sz="1800" kern="100" dirty="0">
                <a:effectLst/>
                <a:latin typeface="微软雅黑" panose="020B0503020204020204" pitchFamily="34" charset="-122"/>
                <a:ea typeface="微软雅黑" panose="020B0503020204020204" pitchFamily="34" charset="-122"/>
              </a:rPr>
              <a:t>1</a:t>
            </a:r>
            <a:r>
              <a:rPr lang="zh-CN" altLang="zh-CN" sz="1800" kern="100" dirty="0">
                <a:effectLst/>
                <a:latin typeface="微软雅黑" panose="020B0503020204020204" pitchFamily="34" charset="-122"/>
                <a:ea typeface="微软雅黑" panose="020B0503020204020204" pitchFamily="34" charset="-122"/>
              </a:rPr>
              <a:t>）将被</a:t>
            </a:r>
            <a:r>
              <a:rPr lang="zh-CN" altLang="en-US" sz="1800" kern="100" dirty="0">
                <a:effectLst/>
                <a:latin typeface="微软雅黑" panose="020B0503020204020204" pitchFamily="34" charset="-122"/>
                <a:ea typeface="微软雅黑" panose="020B0503020204020204" pitchFamily="34" charset="-122"/>
              </a:rPr>
              <a:t>除</a:t>
            </a:r>
            <a:r>
              <a:rPr lang="zh-CN" altLang="zh-CN" sz="1800" kern="100" dirty="0">
                <a:effectLst/>
                <a:latin typeface="微软雅黑" panose="020B0503020204020204" pitchFamily="34" charset="-122"/>
                <a:ea typeface="微软雅黑" panose="020B0503020204020204" pitchFamily="34" charset="-122"/>
              </a:rPr>
              <a:t>关系</a:t>
            </a:r>
            <a:r>
              <a:rPr lang="en-US" altLang="zh-CN" sz="1800" kern="100" dirty="0">
                <a:effectLst/>
                <a:latin typeface="微软雅黑" panose="020B0503020204020204" pitchFamily="34" charset="-122"/>
                <a:ea typeface="微软雅黑" panose="020B0503020204020204" pitchFamily="34" charset="-122"/>
              </a:rPr>
              <a:t>R</a:t>
            </a:r>
            <a:r>
              <a:rPr lang="zh-CN" altLang="zh-CN" sz="1800" kern="100" dirty="0">
                <a:effectLst/>
                <a:latin typeface="微软雅黑" panose="020B0503020204020204" pitchFamily="34" charset="-122"/>
                <a:ea typeface="微软雅黑" panose="020B0503020204020204" pitchFamily="34" charset="-122"/>
              </a:rPr>
              <a:t>的属性分成两个部分，即与除关系相同的属性部分</a:t>
            </a:r>
            <a:r>
              <a:rPr lang="en-US" altLang="zh-CN" sz="1800" kern="100" dirty="0">
                <a:effectLst/>
                <a:latin typeface="微软雅黑" panose="020B0503020204020204" pitchFamily="34" charset="-122"/>
                <a:ea typeface="微软雅黑" panose="020B0503020204020204" pitchFamily="34" charset="-122"/>
              </a:rPr>
              <a:t>Y</a:t>
            </a:r>
            <a:r>
              <a:rPr lang="zh-CN" altLang="zh-CN" sz="1800" kern="100" dirty="0">
                <a:effectLst/>
                <a:latin typeface="微软雅黑" panose="020B0503020204020204" pitchFamily="34" charset="-122"/>
                <a:ea typeface="微软雅黑" panose="020B0503020204020204" pitchFamily="34" charset="-122"/>
              </a:rPr>
              <a:t>，和与除关系不同的属性部分</a:t>
            </a:r>
            <a:r>
              <a:rPr lang="en-US" altLang="zh-CN" sz="1800" kern="100" dirty="0">
                <a:effectLst/>
                <a:latin typeface="微软雅黑" panose="020B0503020204020204" pitchFamily="34" charset="-122"/>
                <a:ea typeface="微软雅黑" panose="020B0503020204020204" pitchFamily="34" charset="-122"/>
              </a:rPr>
              <a:t>X</a:t>
            </a:r>
            <a:r>
              <a:rPr lang="zh-CN" altLang="zh-CN" sz="1800" kern="100" dirty="0">
                <a:effectLst/>
                <a:latin typeface="微软雅黑" panose="020B0503020204020204" pitchFamily="34" charset="-122"/>
                <a:ea typeface="微软雅黑" panose="020B0503020204020204" pitchFamily="34" charset="-122"/>
              </a:rPr>
              <a:t>。</a:t>
            </a:r>
          </a:p>
          <a:p>
            <a:pPr indent="266700" algn="just">
              <a:lnSpc>
                <a:spcPct val="150000"/>
              </a:lnSpc>
            </a:pPr>
            <a:r>
              <a:rPr lang="zh-CN" altLang="zh-CN" sz="1800" kern="100" dirty="0">
                <a:effectLst/>
                <a:latin typeface="微软雅黑" panose="020B0503020204020204" pitchFamily="34" charset="-122"/>
                <a:ea typeface="微软雅黑" panose="020B0503020204020204" pitchFamily="34" charset="-122"/>
              </a:rPr>
              <a:t>（</a:t>
            </a:r>
            <a:r>
              <a:rPr lang="en-US" altLang="zh-CN" sz="1800" kern="100" dirty="0">
                <a:effectLst/>
                <a:latin typeface="微软雅黑" panose="020B0503020204020204" pitchFamily="34" charset="-122"/>
                <a:ea typeface="微软雅黑" panose="020B0503020204020204" pitchFamily="34" charset="-122"/>
              </a:rPr>
              <a:t>2</a:t>
            </a:r>
            <a:r>
              <a:rPr lang="zh-CN" altLang="zh-CN" sz="1800" kern="100" dirty="0">
                <a:effectLst/>
                <a:latin typeface="微软雅黑" panose="020B0503020204020204" pitchFamily="34" charset="-122"/>
                <a:ea typeface="微软雅黑" panose="020B0503020204020204" pitchFamily="34" charset="-122"/>
              </a:rPr>
              <a:t>）在除关系中，求</a:t>
            </a:r>
            <a:r>
              <a:rPr lang="en-US" altLang="zh-CN" sz="1800" kern="100" dirty="0">
                <a:effectLst/>
                <a:latin typeface="微软雅黑" panose="020B0503020204020204" pitchFamily="34" charset="-122"/>
                <a:ea typeface="微软雅黑" panose="020B0503020204020204" pitchFamily="34" charset="-122"/>
              </a:rPr>
              <a:t>Y</a:t>
            </a:r>
            <a:r>
              <a:rPr lang="zh-CN" altLang="zh-CN" sz="1800" kern="100" dirty="0">
                <a:effectLst/>
                <a:latin typeface="微软雅黑" panose="020B0503020204020204" pitchFamily="34" charset="-122"/>
                <a:ea typeface="微软雅黑" panose="020B0503020204020204" pitchFamily="34" charset="-122"/>
              </a:rPr>
              <a:t>的投影，得到目标数据集。</a:t>
            </a:r>
          </a:p>
          <a:p>
            <a:pPr indent="266700" algn="just">
              <a:lnSpc>
                <a:spcPct val="150000"/>
              </a:lnSpc>
            </a:pPr>
            <a:r>
              <a:rPr lang="zh-CN" altLang="zh-CN" sz="1800" kern="100" dirty="0">
                <a:effectLst/>
                <a:latin typeface="微软雅黑" panose="020B0503020204020204" pitchFamily="34" charset="-122"/>
                <a:ea typeface="微软雅黑" panose="020B0503020204020204" pitchFamily="34" charset="-122"/>
              </a:rPr>
              <a:t>（</a:t>
            </a:r>
            <a:r>
              <a:rPr lang="en-US" altLang="zh-CN" sz="1800" kern="100" dirty="0">
                <a:effectLst/>
                <a:latin typeface="微软雅黑" panose="020B0503020204020204" pitchFamily="34" charset="-122"/>
                <a:ea typeface="微软雅黑" panose="020B0503020204020204" pitchFamily="34" charset="-122"/>
              </a:rPr>
              <a:t>3</a:t>
            </a:r>
            <a:r>
              <a:rPr lang="zh-CN" altLang="zh-CN" sz="1800" kern="100" dirty="0">
                <a:effectLst/>
                <a:latin typeface="微软雅黑" panose="020B0503020204020204" pitchFamily="34" charset="-122"/>
                <a:ea typeface="微软雅黑" panose="020B0503020204020204" pitchFamily="34" charset="-122"/>
              </a:rPr>
              <a:t>）将被除关系进行分组。（分组原则是“值”一样的为一组）</a:t>
            </a:r>
          </a:p>
          <a:p>
            <a:pPr>
              <a:lnSpc>
                <a:spcPct val="150000"/>
              </a:lnSpc>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）考虑被除关系中已分好的每一元组，如果它的象集包含目标数据集（投影结果），则其值为商</a:t>
            </a:r>
            <a:endPar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b="1" kern="100" dirty="0">
                <a:latin typeface="微软雅黑" panose="020B0503020204020204" pitchFamily="34" charset="-122"/>
                <a:ea typeface="微软雅黑" panose="020B0503020204020204" pitchFamily="34" charset="-122"/>
              </a:rPr>
              <a:t>   3.</a:t>
            </a:r>
            <a:r>
              <a:rPr lang="zh-CN" altLang="en-US" b="1" kern="100" dirty="0">
                <a:latin typeface="微软雅黑" panose="020B0503020204020204" pitchFamily="34" charset="-122"/>
                <a:ea typeface="微软雅黑" panose="020B0503020204020204" pitchFamily="34" charset="-122"/>
              </a:rPr>
              <a:t>除法的含义：</a:t>
            </a:r>
          </a:p>
          <a:p>
            <a:pPr lvl="1">
              <a:lnSpc>
                <a:spcPct val="150000"/>
              </a:lnSpc>
            </a:pPr>
            <a:r>
              <a:rPr lang="en-US" altLang="zh-CN" dirty="0">
                <a:latin typeface="微软雅黑" panose="020B0503020204020204" pitchFamily="34" charset="-122"/>
                <a:ea typeface="微软雅黑" panose="020B0503020204020204" pitchFamily="34" charset="-122"/>
              </a:rPr>
              <a:t>R÷S1</a:t>
            </a:r>
            <a:r>
              <a:rPr lang="zh-CN" altLang="en-US" dirty="0">
                <a:latin typeface="微软雅黑" panose="020B0503020204020204" pitchFamily="34" charset="-122"/>
                <a:ea typeface="微软雅黑" panose="020B0503020204020204" pitchFamily="34" charset="-122"/>
              </a:rPr>
              <a:t>表示至少选修</a:t>
            </a:r>
            <a:r>
              <a:rPr lang="en-US" altLang="zh-CN" dirty="0">
                <a:latin typeface="微软雅黑" panose="020B0503020204020204" pitchFamily="34" charset="-122"/>
                <a:ea typeface="微软雅黑" panose="020B0503020204020204" pitchFamily="34" charset="-122"/>
              </a:rPr>
              <a:t>S1</a:t>
            </a:r>
            <a:r>
              <a:rPr lang="zh-CN" altLang="en-US" dirty="0">
                <a:latin typeface="微软雅黑" panose="020B0503020204020204" pitchFamily="34" charset="-122"/>
                <a:ea typeface="微软雅黑" panose="020B0503020204020204" pitchFamily="34" charset="-122"/>
              </a:rPr>
              <a:t>关系中列出课程的学生的学号和姓名；</a:t>
            </a:r>
          </a:p>
          <a:p>
            <a:pPr lvl="1">
              <a:lnSpc>
                <a:spcPct val="150000"/>
              </a:lnSpc>
            </a:pPr>
            <a:r>
              <a:rPr lang="en-US" altLang="zh-CN" dirty="0">
                <a:latin typeface="微软雅黑" panose="020B0503020204020204" pitchFamily="34" charset="-122"/>
                <a:ea typeface="微软雅黑" panose="020B0503020204020204" pitchFamily="34" charset="-122"/>
              </a:rPr>
              <a:t>R÷S2</a:t>
            </a:r>
            <a:r>
              <a:rPr lang="zh-CN" altLang="en-US" dirty="0">
                <a:latin typeface="微软雅黑" panose="020B0503020204020204" pitchFamily="34" charset="-122"/>
                <a:ea typeface="微软雅黑" panose="020B0503020204020204" pitchFamily="34" charset="-122"/>
              </a:rPr>
              <a:t>表示至少选修</a:t>
            </a:r>
            <a:r>
              <a:rPr lang="en-US" altLang="zh-CN" dirty="0">
                <a:latin typeface="微软雅黑" panose="020B0503020204020204" pitchFamily="34" charset="-122"/>
                <a:ea typeface="微软雅黑" panose="020B0503020204020204" pitchFamily="34" charset="-122"/>
              </a:rPr>
              <a:t>S2</a:t>
            </a:r>
            <a:r>
              <a:rPr lang="zh-CN" altLang="en-US" dirty="0">
                <a:latin typeface="微软雅黑" panose="020B0503020204020204" pitchFamily="34" charset="-122"/>
                <a:ea typeface="微软雅黑" panose="020B0503020204020204" pitchFamily="34" charset="-122"/>
              </a:rPr>
              <a:t>关系中列出课程的学生的学号和姓名；</a:t>
            </a:r>
          </a:p>
          <a:p>
            <a:pPr lvl="1">
              <a:lnSpc>
                <a:spcPct val="150000"/>
              </a:lnSpc>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）求选修所有课的同学姓名：（</a:t>
            </a:r>
            <a:r>
              <a:rPr lang="en-US" altLang="zh-CN" dirty="0">
                <a:latin typeface="微软雅黑" panose="020B0503020204020204" pitchFamily="34" charset="-122"/>
                <a:ea typeface="微软雅黑" panose="020B0503020204020204" pitchFamily="34" charset="-122"/>
              </a:rPr>
              <a:t>S</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SC</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a:t>
            </a:r>
          </a:p>
          <a:p>
            <a:pPr lvl="1">
              <a:lnSpc>
                <a:spcPct val="150000"/>
              </a:lnSpc>
            </a:pPr>
            <a:r>
              <a:rPr lang="zh-CN" altLang="en-US" dirty="0">
                <a:latin typeface="微软雅黑" panose="020B0503020204020204" pitchFamily="34" charset="-122"/>
                <a:ea typeface="微软雅黑" panose="020B0503020204020204" pitchFamily="34" charset="-122"/>
              </a:rPr>
              <a:t>说明：针对“全部”特征含义的查询要求，如“全部”、“至少”、“包含”等字眼，一般要用除法运算。</a:t>
            </a:r>
          </a:p>
        </p:txBody>
      </p:sp>
    </p:spTree>
    <p:extLst>
      <p:ext uri="{BB962C8B-B14F-4D97-AF65-F5344CB8AC3E}">
        <p14:creationId xmlns:p14="http://schemas.microsoft.com/office/powerpoint/2010/main" val="3540850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DE517556-2C85-41DB-A523-E817A865262A}"/>
              </a:ext>
            </a:extLst>
          </p:cNvPr>
          <p:cNvPicPr>
            <a:picLocks noChangeAspect="1"/>
          </p:cNvPicPr>
          <p:nvPr/>
        </p:nvPicPr>
        <p:blipFill>
          <a:blip r:embed="rId2"/>
          <a:stretch>
            <a:fillRect/>
          </a:stretch>
        </p:blipFill>
        <p:spPr>
          <a:xfrm>
            <a:off x="911404" y="558229"/>
            <a:ext cx="3390875" cy="2074318"/>
          </a:xfrm>
          <a:prstGeom prst="rect">
            <a:avLst/>
          </a:prstGeom>
        </p:spPr>
      </p:pic>
      <p:pic>
        <p:nvPicPr>
          <p:cNvPr id="10" name="图片 9">
            <a:extLst>
              <a:ext uri="{FF2B5EF4-FFF2-40B4-BE49-F238E27FC236}">
                <a16:creationId xmlns:a16="http://schemas.microsoft.com/office/drawing/2014/main" id="{4B5BAF03-550B-472D-8585-A7C7FC38E179}"/>
              </a:ext>
            </a:extLst>
          </p:cNvPr>
          <p:cNvPicPr>
            <a:picLocks noChangeAspect="1"/>
          </p:cNvPicPr>
          <p:nvPr/>
        </p:nvPicPr>
        <p:blipFill>
          <a:blip r:embed="rId3"/>
          <a:stretch>
            <a:fillRect/>
          </a:stretch>
        </p:blipFill>
        <p:spPr>
          <a:xfrm>
            <a:off x="5286265" y="731703"/>
            <a:ext cx="3323142" cy="1303857"/>
          </a:xfrm>
          <a:prstGeom prst="rect">
            <a:avLst/>
          </a:prstGeom>
        </p:spPr>
      </p:pic>
      <p:pic>
        <p:nvPicPr>
          <p:cNvPr id="12" name="图片 11">
            <a:extLst>
              <a:ext uri="{FF2B5EF4-FFF2-40B4-BE49-F238E27FC236}">
                <a16:creationId xmlns:a16="http://schemas.microsoft.com/office/drawing/2014/main" id="{EEA32647-B947-42B2-8071-309EFF8FA13C}"/>
              </a:ext>
            </a:extLst>
          </p:cNvPr>
          <p:cNvPicPr>
            <a:picLocks noChangeAspect="1"/>
          </p:cNvPicPr>
          <p:nvPr/>
        </p:nvPicPr>
        <p:blipFill>
          <a:blip r:embed="rId4"/>
          <a:stretch>
            <a:fillRect/>
          </a:stretch>
        </p:blipFill>
        <p:spPr>
          <a:xfrm>
            <a:off x="9402772" y="798633"/>
            <a:ext cx="1413923" cy="1015992"/>
          </a:xfrm>
          <a:prstGeom prst="rect">
            <a:avLst/>
          </a:prstGeom>
        </p:spPr>
      </p:pic>
      <p:sp>
        <p:nvSpPr>
          <p:cNvPr id="14" name="文本框 13">
            <a:extLst>
              <a:ext uri="{FF2B5EF4-FFF2-40B4-BE49-F238E27FC236}">
                <a16:creationId xmlns:a16="http://schemas.microsoft.com/office/drawing/2014/main" id="{3D8EC776-91F1-4F84-B690-10E867B602ED}"/>
              </a:ext>
            </a:extLst>
          </p:cNvPr>
          <p:cNvSpPr txBox="1"/>
          <p:nvPr/>
        </p:nvSpPr>
        <p:spPr>
          <a:xfrm>
            <a:off x="862665" y="2853422"/>
            <a:ext cx="9850254" cy="2951898"/>
          </a:xfrm>
          <a:prstGeom prst="rect">
            <a:avLst/>
          </a:prstGeom>
          <a:noFill/>
        </p:spPr>
        <p:txBody>
          <a:bodyPr wrap="square">
            <a:spAutoFit/>
          </a:bodyPr>
          <a:lstStyle/>
          <a:p>
            <a:pPr indent="266700" algn="l">
              <a:lnSpc>
                <a:spcPct val="150000"/>
              </a:lnSpc>
            </a:pP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在关系</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R</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中，</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A</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可以取四个值</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{a</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1</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a</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2</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a</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3</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a</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4</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a:t>
            </a:r>
            <a:r>
              <a:rPr lang="zh-CN" altLang="zh-CN" sz="1800" kern="0" dirty="0">
                <a:effectLst/>
                <a:latin typeface="微软雅黑" panose="020B0503020204020204" pitchFamily="34" charset="-122"/>
                <a:ea typeface="微软雅黑" panose="020B0503020204020204" pitchFamily="34" charset="-122"/>
                <a:cs typeface="Arial" panose="020B0604020202020204" pitchFamily="34" charset="0"/>
              </a:rPr>
              <a:t>。其中：</a:t>
            </a:r>
            <a:endParaRPr lang="zh-CN" altLang="zh-CN" sz="1800" kern="100" dirty="0">
              <a:effectLst/>
              <a:latin typeface="微软雅黑" panose="020B0503020204020204" pitchFamily="34" charset="-122"/>
              <a:ea typeface="微软雅黑" panose="020B0503020204020204" pitchFamily="34" charset="-122"/>
            </a:endParaRPr>
          </a:p>
          <a:p>
            <a:pPr indent="-209550" algn="l">
              <a:lnSpc>
                <a:spcPct val="150000"/>
              </a:lnSpc>
            </a:pP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            a</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1</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的象集为</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{(b</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1</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c</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2</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(b</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2</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c</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3</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(b</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2</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c</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1</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a:t>
            </a:r>
            <a:endParaRPr lang="zh-CN" altLang="zh-CN" sz="1800" kern="100" dirty="0">
              <a:effectLst/>
              <a:latin typeface="微软雅黑" panose="020B0503020204020204" pitchFamily="34" charset="-122"/>
              <a:ea typeface="微软雅黑" panose="020B0503020204020204" pitchFamily="34" charset="-122"/>
            </a:endParaRPr>
          </a:p>
          <a:p>
            <a:pPr indent="-209550" algn="l">
              <a:lnSpc>
                <a:spcPct val="150000"/>
              </a:lnSpc>
            </a:pP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            a</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2</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的象集为</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{(b</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3</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c</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7</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(b</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2</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c</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3</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a:t>
            </a:r>
            <a:endParaRPr lang="zh-CN" altLang="zh-CN" sz="1800" kern="100" dirty="0">
              <a:effectLst/>
              <a:latin typeface="微软雅黑" panose="020B0503020204020204" pitchFamily="34" charset="-122"/>
              <a:ea typeface="微软雅黑" panose="020B0503020204020204" pitchFamily="34" charset="-122"/>
            </a:endParaRPr>
          </a:p>
          <a:p>
            <a:pPr indent="-209550" algn="l">
              <a:lnSpc>
                <a:spcPct val="150000"/>
              </a:lnSpc>
            </a:pP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            a</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3</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的象集为</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{(b</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4</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c</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6</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a:t>
            </a:r>
            <a:endParaRPr lang="zh-CN" altLang="zh-CN" sz="1800" kern="100" dirty="0">
              <a:effectLst/>
              <a:latin typeface="微软雅黑" panose="020B0503020204020204" pitchFamily="34" charset="-122"/>
              <a:ea typeface="微软雅黑" panose="020B0503020204020204" pitchFamily="34" charset="-122"/>
            </a:endParaRPr>
          </a:p>
          <a:p>
            <a:pPr indent="-209550" algn="l">
              <a:lnSpc>
                <a:spcPct val="150000"/>
              </a:lnSpc>
            </a:pP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            a</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4</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的象集为</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{(b</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6</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c</a:t>
            </a:r>
            <a:r>
              <a:rPr lang="en-US" altLang="zh-CN" sz="1800" kern="0" baseline="-25000" dirty="0">
                <a:effectLst/>
                <a:latin typeface="微软雅黑" panose="020B0503020204020204" pitchFamily="34" charset="-122"/>
                <a:ea typeface="微软雅黑" panose="020B0503020204020204" pitchFamily="34" charset="-122"/>
                <a:cs typeface="Arial" panose="020B0604020202020204" pitchFamily="34" charset="0"/>
              </a:rPr>
              <a:t>6</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a:t>
            </a:r>
            <a:endParaRPr lang="zh-CN" altLang="zh-CN" sz="1800" kern="100" dirty="0">
              <a:effectLst/>
              <a:latin typeface="微软雅黑" panose="020B0503020204020204" pitchFamily="34" charset="-122"/>
              <a:ea typeface="微软雅黑" panose="020B0503020204020204" pitchFamily="34" charset="-122"/>
            </a:endParaRPr>
          </a:p>
          <a:p>
            <a:pPr indent="600075" algn="l">
              <a:lnSpc>
                <a:spcPct val="150000"/>
              </a:lnSpc>
            </a:pP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S</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在</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(B</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C)</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上的投影为</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{(b1</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c2)</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(b2</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c1)</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(b2</a:t>
            </a:r>
            <a:r>
              <a:rPr lang="zh-CN" altLang="zh-CN" sz="1800" kern="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kern="0" dirty="0">
                <a:effectLst/>
                <a:latin typeface="微软雅黑" panose="020B0503020204020204" pitchFamily="34" charset="-122"/>
                <a:ea typeface="微软雅黑" panose="020B0503020204020204" pitchFamily="34" charset="-122"/>
                <a:cs typeface="Arial" panose="020B0604020202020204" pitchFamily="34" charset="0"/>
              </a:rPr>
              <a:t>c3)}</a:t>
            </a:r>
            <a:endParaRPr lang="zh-CN" altLang="zh-CN" sz="1800" kern="100" dirty="0">
              <a:effectLst/>
              <a:latin typeface="微软雅黑" panose="020B0503020204020204" pitchFamily="34" charset="-122"/>
              <a:ea typeface="微软雅黑" panose="020B0503020204020204" pitchFamily="34" charset="-122"/>
            </a:endParaRPr>
          </a:p>
          <a:p>
            <a:pPr>
              <a:lnSpc>
                <a:spcPct val="150000"/>
              </a:lnSpc>
            </a:pPr>
            <a:r>
              <a:rPr lang="en-US" altLang="zh-CN" sz="1800" dirty="0">
                <a:effectLst/>
                <a:latin typeface="微软雅黑" panose="020B0503020204020204" pitchFamily="34" charset="-122"/>
                <a:ea typeface="微软雅黑" panose="020B0503020204020204" pitchFamily="34" charset="-122"/>
                <a:cs typeface="Arial" panose="020B0604020202020204" pitchFamily="34" charset="0"/>
              </a:rPr>
              <a:t>       </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显然只有</a:t>
            </a:r>
            <a:r>
              <a:rPr lang="en-US" altLang="zh-CN" sz="1800" dirty="0">
                <a:effectLst/>
                <a:latin typeface="微软雅黑" panose="020B0503020204020204" pitchFamily="34" charset="-122"/>
                <a:ea typeface="微软雅黑" panose="020B0503020204020204" pitchFamily="34" charset="-122"/>
                <a:cs typeface="Arial" panose="020B0604020202020204" pitchFamily="34" charset="0"/>
              </a:rPr>
              <a:t>a</a:t>
            </a:r>
            <a:r>
              <a:rPr lang="en-US" altLang="zh-CN" sz="1800" baseline="-25000" dirty="0">
                <a:effectLst/>
                <a:latin typeface="微软雅黑" panose="020B0503020204020204" pitchFamily="34" charset="-122"/>
                <a:ea typeface="微软雅黑" panose="020B0503020204020204" pitchFamily="34" charset="-122"/>
                <a:cs typeface="Arial" panose="020B0604020202020204" pitchFamily="34" charset="0"/>
              </a:rPr>
              <a:t>1</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的象集（</a:t>
            </a:r>
            <a:r>
              <a:rPr lang="en-US" altLang="zh-CN" sz="1800" dirty="0">
                <a:effectLst/>
                <a:latin typeface="微软雅黑" panose="020B0503020204020204" pitchFamily="34" charset="-122"/>
                <a:ea typeface="微软雅黑" panose="020B0503020204020204" pitchFamily="34" charset="-122"/>
                <a:cs typeface="Arial" panose="020B0604020202020204" pitchFamily="34" charset="0"/>
              </a:rPr>
              <a:t>B</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a:t>
            </a:r>
            <a:r>
              <a:rPr lang="en-US" altLang="zh-CN" sz="1800" dirty="0">
                <a:effectLst/>
                <a:latin typeface="微软雅黑" panose="020B0503020204020204" pitchFamily="34" charset="-122"/>
                <a:ea typeface="微软雅黑" panose="020B0503020204020204" pitchFamily="34" charset="-122"/>
                <a:cs typeface="Arial" panose="020B0604020202020204" pitchFamily="34" charset="0"/>
              </a:rPr>
              <a:t>C</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a:t>
            </a:r>
            <a:r>
              <a:rPr lang="en-US" altLang="zh-CN" sz="1800" baseline="-25000" dirty="0">
                <a:effectLst/>
                <a:latin typeface="微软雅黑" panose="020B0503020204020204" pitchFamily="34" charset="-122"/>
                <a:ea typeface="微软雅黑" panose="020B0503020204020204" pitchFamily="34" charset="-122"/>
                <a:cs typeface="Arial" panose="020B0604020202020204" pitchFamily="34" charset="0"/>
              </a:rPr>
              <a:t>a1</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包含了</a:t>
            </a:r>
            <a:r>
              <a:rPr lang="en-US" altLang="zh-CN" sz="1800" dirty="0">
                <a:effectLst/>
                <a:latin typeface="微软雅黑" panose="020B0503020204020204" pitchFamily="34" charset="-122"/>
                <a:ea typeface="微软雅黑" panose="020B0503020204020204" pitchFamily="34" charset="-122"/>
                <a:cs typeface="Arial" panose="020B0604020202020204" pitchFamily="34" charset="0"/>
              </a:rPr>
              <a:t>S</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在（</a:t>
            </a:r>
            <a:r>
              <a:rPr lang="en-US" altLang="zh-CN" sz="1800" dirty="0">
                <a:effectLst/>
                <a:latin typeface="微软雅黑" panose="020B0503020204020204" pitchFamily="34" charset="-122"/>
                <a:ea typeface="微软雅黑" panose="020B0503020204020204" pitchFamily="34" charset="-122"/>
                <a:cs typeface="Arial" panose="020B0604020202020204" pitchFamily="34" charset="0"/>
              </a:rPr>
              <a:t>B</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a:t>
            </a:r>
            <a:r>
              <a:rPr lang="en-US" altLang="zh-CN" sz="1800" dirty="0">
                <a:effectLst/>
                <a:latin typeface="微软雅黑" panose="020B0503020204020204" pitchFamily="34" charset="-122"/>
                <a:ea typeface="微软雅黑" panose="020B0503020204020204" pitchFamily="34" charset="-122"/>
                <a:cs typeface="Arial" panose="020B0604020202020204" pitchFamily="34" charset="0"/>
              </a:rPr>
              <a:t>C</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）属性组上的投影，所以</a:t>
            </a:r>
            <a:r>
              <a:rPr lang="en-US" altLang="zh-CN" sz="1800" dirty="0">
                <a:effectLst/>
                <a:latin typeface="微软雅黑" panose="020B0503020204020204" pitchFamily="34" charset="-122"/>
                <a:ea typeface="微软雅黑" panose="020B0503020204020204" pitchFamily="34" charset="-122"/>
                <a:cs typeface="Arial" panose="020B0604020202020204" pitchFamily="34" charset="0"/>
              </a:rPr>
              <a:t>R</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a:t>
            </a:r>
            <a:r>
              <a:rPr lang="en-US" altLang="zh-CN" sz="1800" dirty="0">
                <a:effectLst/>
                <a:latin typeface="微软雅黑" panose="020B0503020204020204" pitchFamily="34" charset="-122"/>
                <a:ea typeface="微软雅黑" panose="020B0503020204020204" pitchFamily="34" charset="-122"/>
                <a:cs typeface="Arial" panose="020B0604020202020204" pitchFamily="34" charset="0"/>
              </a:rPr>
              <a:t>S={a</a:t>
            </a:r>
            <a:r>
              <a:rPr lang="en-US" altLang="zh-CN" sz="1800" baseline="-25000" dirty="0">
                <a:effectLst/>
                <a:latin typeface="微软雅黑" panose="020B0503020204020204" pitchFamily="34" charset="-122"/>
                <a:ea typeface="微软雅黑" panose="020B0503020204020204" pitchFamily="34" charset="-122"/>
                <a:cs typeface="Arial" panose="020B0604020202020204" pitchFamily="34" charset="0"/>
              </a:rPr>
              <a:t>1</a:t>
            </a:r>
            <a:r>
              <a:rPr lang="en-US" altLang="zh-CN" sz="1800" dirty="0">
                <a:effectLst/>
                <a:latin typeface="微软雅黑" panose="020B0503020204020204" pitchFamily="34" charset="-122"/>
                <a:ea typeface="微软雅黑" panose="020B0503020204020204" pitchFamily="34" charset="-122"/>
                <a:cs typeface="Arial" panose="020B0604020202020204" pitchFamily="34" charset="0"/>
              </a:rPr>
              <a:t>}</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15034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3C4E7EC-8D88-4DA6-8089-F40FC85A823C}"/>
              </a:ext>
            </a:extLst>
          </p:cNvPr>
          <p:cNvSpPr txBox="1"/>
          <p:nvPr/>
        </p:nvSpPr>
        <p:spPr>
          <a:xfrm>
            <a:off x="880712" y="476451"/>
            <a:ext cx="8653111" cy="6275885"/>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查询语句：</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条件查询</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   ①between ……and……/</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Not between ……and</a:t>
            </a:r>
          </a:p>
          <a:p>
            <a:pPr>
              <a:lnSpc>
                <a:spcPct val="150000"/>
              </a:lnSpc>
            </a:pPr>
            <a:r>
              <a:rPr lang="en-US" altLang="zh-CN" dirty="0">
                <a:latin typeface="微软雅黑" panose="020B0503020204020204" pitchFamily="34" charset="-122"/>
                <a:ea typeface="微软雅黑" panose="020B0503020204020204" pitchFamily="34" charset="-122"/>
              </a:rPr>
              <a:t>   ②in/not in</a:t>
            </a:r>
          </a:p>
          <a:p>
            <a:pPr>
              <a:lnSpc>
                <a:spcPct val="150000"/>
              </a:lnSpc>
            </a:pPr>
            <a:r>
              <a:rPr lang="en-US" altLang="zh-CN" dirty="0">
                <a:latin typeface="微软雅黑" panose="020B0503020204020204" pitchFamily="34" charset="-122"/>
                <a:ea typeface="微软雅黑" panose="020B0503020204020204" pitchFamily="34" charset="-122"/>
              </a:rPr>
              <a:t>   ③like/not like </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代表任意长度字符串，</a:t>
            </a:r>
            <a:r>
              <a:rPr lang="en-US" altLang="zh-CN" dirty="0">
                <a:latin typeface="微软雅黑" panose="020B0503020204020204" pitchFamily="34" charset="-122"/>
                <a:ea typeface="微软雅黑" panose="020B0503020204020204" pitchFamily="34" charset="-122"/>
              </a:rPr>
              <a:t>_</a:t>
            </a:r>
            <a:r>
              <a:rPr lang="zh-CN" altLang="en-US" dirty="0">
                <a:latin typeface="微软雅黑" panose="020B0503020204020204" pitchFamily="34" charset="-122"/>
                <a:ea typeface="微软雅黑" panose="020B0503020204020204" pitchFamily="34" charset="-122"/>
              </a:rPr>
              <a:t>代表任意单个字符）</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   ④Is Null/</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Is</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not</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Null</a:t>
            </a:r>
          </a:p>
          <a:p>
            <a:pPr>
              <a:lnSpc>
                <a:spcPct val="15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复合条件查询：</a:t>
            </a:r>
            <a:r>
              <a:rPr lang="en-US" altLang="zh-CN" dirty="0">
                <a:latin typeface="微软雅黑" panose="020B0503020204020204" pitchFamily="34" charset="-122"/>
                <a:ea typeface="微软雅黑" panose="020B0503020204020204" pitchFamily="34" charset="-122"/>
              </a:rPr>
              <a:t>and/or/not</a:t>
            </a:r>
          </a:p>
          <a:p>
            <a:pPr>
              <a:lnSpc>
                <a:spcPct val="150000"/>
              </a:lnSpc>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排序 </a:t>
            </a:r>
            <a:r>
              <a:rPr lang="en-US" altLang="zh-CN" dirty="0">
                <a:latin typeface="微软雅黑" panose="020B0503020204020204" pitchFamily="34" charset="-122"/>
                <a:ea typeface="微软雅黑" panose="020B0503020204020204" pitchFamily="34" charset="-122"/>
              </a:rPr>
              <a:t>order by A1,A2……DESC</a:t>
            </a:r>
            <a:r>
              <a:rPr lang="zh-CN" altLang="en-US" dirty="0">
                <a:latin typeface="微软雅黑" panose="020B0503020204020204" pitchFamily="34" charset="-122"/>
                <a:ea typeface="微软雅黑" panose="020B0503020204020204" pitchFamily="34" charset="-122"/>
              </a:rPr>
              <a:t>降序排列，</a:t>
            </a:r>
            <a:r>
              <a:rPr lang="en-US" altLang="zh-CN" dirty="0">
                <a:latin typeface="微软雅黑" panose="020B0503020204020204" pitchFamily="34" charset="-122"/>
                <a:ea typeface="微软雅黑" panose="020B0503020204020204" pitchFamily="34" charset="-122"/>
              </a:rPr>
              <a:t>ASC </a:t>
            </a:r>
            <a:r>
              <a:rPr lang="zh-CN" altLang="en-US" dirty="0">
                <a:latin typeface="微软雅黑" panose="020B0503020204020204" pitchFamily="34" charset="-122"/>
                <a:ea typeface="微软雅黑" panose="020B0503020204020204" pitchFamily="34" charset="-122"/>
              </a:rPr>
              <a:t>升序排列</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先按第一排序要素排序，在第一排序要素相同的情况下按第二排序要素排序</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聚集函数：</a:t>
            </a:r>
            <a:r>
              <a:rPr lang="en-US" altLang="zh-CN" dirty="0">
                <a:latin typeface="微软雅黑" panose="020B0503020204020204" pitchFamily="34" charset="-122"/>
                <a:ea typeface="微软雅黑" panose="020B0503020204020204" pitchFamily="34" charset="-122"/>
              </a:rPr>
              <a:t>count/sum/avg/max/min</a:t>
            </a:r>
          </a:p>
          <a:p>
            <a:pPr>
              <a:lnSpc>
                <a:spcPct val="150000"/>
              </a:lnSpc>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分组语句</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理解</a:t>
            </a:r>
            <a:r>
              <a:rPr lang="en-US" altLang="zh-CN" dirty="0">
                <a:latin typeface="微软雅黑" panose="020B0503020204020204" pitchFamily="34" charset="-122"/>
                <a:ea typeface="微软雅黑" panose="020B0503020204020204" pitchFamily="34" charset="-122"/>
              </a:rPr>
              <a:t>where</a:t>
            </a:r>
            <a:r>
              <a:rPr lang="zh-CN" altLang="en-US" dirty="0">
                <a:latin typeface="微软雅黑" panose="020B0503020204020204" pitchFamily="34" charset="-122"/>
                <a:ea typeface="微软雅黑" panose="020B0503020204020204" pitchFamily="34" charset="-122"/>
              </a:rPr>
              <a:t>字句与</a:t>
            </a:r>
            <a:r>
              <a:rPr lang="en-US" altLang="zh-CN" dirty="0">
                <a:latin typeface="微软雅黑" panose="020B0503020204020204" pitchFamily="34" charset="-122"/>
                <a:ea typeface="微软雅黑" panose="020B0503020204020204" pitchFamily="34" charset="-122"/>
              </a:rPr>
              <a:t>having</a:t>
            </a:r>
            <a:r>
              <a:rPr lang="zh-CN" altLang="en-US" dirty="0">
                <a:latin typeface="微软雅黑" panose="020B0503020204020204" pitchFamily="34" charset="-122"/>
                <a:ea typeface="微软雅黑" panose="020B0503020204020204" pitchFamily="34" charset="-122"/>
              </a:rPr>
              <a:t>字句的区别：</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   作用对象不同</a:t>
            </a:r>
          </a:p>
          <a:p>
            <a:pPr marL="285750" indent="-285750">
              <a:lnSpc>
                <a:spcPct val="15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   WHERE</a:t>
            </a:r>
            <a:r>
              <a:rPr lang="zh-CN" altLang="en-US" dirty="0">
                <a:latin typeface="微软雅黑" panose="020B0503020204020204" pitchFamily="34" charset="-122"/>
                <a:ea typeface="微软雅黑" panose="020B0503020204020204" pitchFamily="34" charset="-122"/>
              </a:rPr>
              <a:t>子句作用于基表或视图，从中选择满足条件的元组</a:t>
            </a:r>
          </a:p>
          <a:p>
            <a:pPr marL="285750" indent="-285750">
              <a:lnSpc>
                <a:spcPct val="15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  HAVING</a:t>
            </a:r>
            <a:r>
              <a:rPr lang="zh-CN" altLang="en-US" dirty="0">
                <a:latin typeface="微软雅黑" panose="020B0503020204020204" pitchFamily="34" charset="-122"/>
                <a:ea typeface="微软雅黑" panose="020B0503020204020204" pitchFamily="34" charset="-122"/>
              </a:rPr>
              <a:t>短语作用于分组，从中选择满足条件的组。 </a:t>
            </a:r>
          </a:p>
        </p:txBody>
      </p:sp>
    </p:spTree>
    <p:extLst>
      <p:ext uri="{BB962C8B-B14F-4D97-AF65-F5344CB8AC3E}">
        <p14:creationId xmlns:p14="http://schemas.microsoft.com/office/powerpoint/2010/main" val="4005523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预览大图">
            <a:extLst>
              <a:ext uri="{FF2B5EF4-FFF2-40B4-BE49-F238E27FC236}">
                <a16:creationId xmlns:a16="http://schemas.microsoft.com/office/drawing/2014/main" id="{C1DA5ED3-2A23-4D37-A1D0-77B58739AF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2790" b="46597"/>
          <a:stretch/>
        </p:blipFill>
        <p:spPr bwMode="auto">
          <a:xfrm>
            <a:off x="526481" y="219326"/>
            <a:ext cx="2904924" cy="3209674"/>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CB5D991E-AC35-4C2B-99A6-3B130ED7755C}"/>
              </a:ext>
            </a:extLst>
          </p:cNvPr>
          <p:cNvPicPr>
            <a:picLocks noChangeAspect="1"/>
          </p:cNvPicPr>
          <p:nvPr/>
        </p:nvPicPr>
        <p:blipFill>
          <a:blip r:embed="rId3"/>
          <a:stretch>
            <a:fillRect/>
          </a:stretch>
        </p:blipFill>
        <p:spPr>
          <a:xfrm>
            <a:off x="6475809" y="3056677"/>
            <a:ext cx="2876742" cy="3209674"/>
          </a:xfrm>
          <a:prstGeom prst="rect">
            <a:avLst/>
          </a:prstGeom>
        </p:spPr>
      </p:pic>
      <p:pic>
        <p:nvPicPr>
          <p:cNvPr id="4100" name="Picture 4" descr="预览大图">
            <a:extLst>
              <a:ext uri="{FF2B5EF4-FFF2-40B4-BE49-F238E27FC236}">
                <a16:creationId xmlns:a16="http://schemas.microsoft.com/office/drawing/2014/main" id="{24CCAFE1-F363-4B93-9010-02B435F2EC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8288" y="483821"/>
            <a:ext cx="6667500" cy="1857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1792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100BA3DE-F870-4227-A2C8-014468E15CA5}"/>
              </a:ext>
            </a:extLst>
          </p:cNvPr>
          <p:cNvSpPr txBox="1"/>
          <p:nvPr/>
        </p:nvSpPr>
        <p:spPr>
          <a:xfrm>
            <a:off x="1069608" y="813955"/>
            <a:ext cx="8651908" cy="4613892"/>
          </a:xfrm>
          <a:prstGeom prst="rect">
            <a:avLst/>
          </a:prstGeom>
          <a:noFill/>
        </p:spPr>
        <p:txBody>
          <a:bodyPr wrap="square">
            <a:spAutoFit/>
          </a:bodyPr>
          <a:lstStyle/>
          <a:p>
            <a:pPr>
              <a:lnSpc>
                <a:spcPct val="150000"/>
              </a:lnSpc>
            </a:pPr>
            <a:r>
              <a:rPr lang="zh-CN" altLang="en-US" b="0" dirty="0">
                <a:effectLst/>
                <a:latin typeface="微软雅黑" panose="020B0503020204020204" pitchFamily="34" charset="-122"/>
                <a:ea typeface="微软雅黑" panose="020B0503020204020204" pitchFamily="34" charset="-122"/>
              </a:rPr>
              <a:t>把李强同学的所有分数都加</a:t>
            </a:r>
            <a:r>
              <a:rPr lang="en-US" altLang="zh-CN" b="0" dirty="0">
                <a:effectLst/>
                <a:latin typeface="微软雅黑" panose="020B0503020204020204" pitchFamily="34" charset="-122"/>
                <a:ea typeface="微软雅黑" panose="020B0503020204020204" pitchFamily="34" charset="-122"/>
              </a:rPr>
              <a:t>2</a:t>
            </a:r>
            <a:r>
              <a:rPr lang="zh-CN" altLang="en-US" b="0" dirty="0">
                <a:effectLst/>
                <a:latin typeface="微软雅黑" panose="020B0503020204020204" pitchFamily="34" charset="-122"/>
                <a:ea typeface="微软雅黑" panose="020B0503020204020204" pitchFamily="34" charset="-122"/>
              </a:rPr>
              <a:t>分*****</a:t>
            </a:r>
          </a:p>
          <a:p>
            <a:pPr>
              <a:lnSpc>
                <a:spcPct val="150000"/>
              </a:lnSpc>
            </a:pPr>
            <a:r>
              <a:rPr lang="en-US" altLang="zh-CN" b="0" dirty="0">
                <a:effectLst/>
                <a:latin typeface="微软雅黑" panose="020B0503020204020204" pitchFamily="34" charset="-122"/>
                <a:ea typeface="微软雅黑" panose="020B0503020204020204" pitchFamily="34" charset="-122"/>
              </a:rPr>
              <a:t>update </a:t>
            </a:r>
            <a:r>
              <a:rPr lang="en-US" altLang="zh-CN" b="0" dirty="0" err="1">
                <a:effectLst/>
                <a:latin typeface="微软雅黑" panose="020B0503020204020204" pitchFamily="34" charset="-122"/>
                <a:ea typeface="微软雅黑" panose="020B0503020204020204" pitchFamily="34" charset="-122"/>
              </a:rPr>
              <a:t>sc</a:t>
            </a:r>
            <a:endParaRPr lang="en-US" altLang="zh-CN" b="0" dirty="0">
              <a:effectLst/>
              <a:latin typeface="微软雅黑" panose="020B0503020204020204" pitchFamily="34" charset="-122"/>
              <a:ea typeface="微软雅黑" panose="020B0503020204020204" pitchFamily="34" charset="-122"/>
            </a:endParaRPr>
          </a:p>
          <a:p>
            <a:pPr>
              <a:lnSpc>
                <a:spcPct val="150000"/>
              </a:lnSpc>
            </a:pPr>
            <a:r>
              <a:rPr lang="en-US" altLang="zh-CN" b="0" dirty="0">
                <a:effectLst/>
                <a:latin typeface="微软雅黑" panose="020B0503020204020204" pitchFamily="34" charset="-122"/>
                <a:ea typeface="微软雅黑" panose="020B0503020204020204" pitchFamily="34" charset="-122"/>
              </a:rPr>
              <a:t>set grade =grade+2</a:t>
            </a:r>
          </a:p>
          <a:p>
            <a:pPr>
              <a:lnSpc>
                <a:spcPct val="150000"/>
              </a:lnSpc>
            </a:pPr>
            <a:r>
              <a:rPr lang="en-US" altLang="zh-CN" b="0" dirty="0">
                <a:effectLst/>
                <a:latin typeface="微软雅黑" panose="020B0503020204020204" pitchFamily="34" charset="-122"/>
                <a:ea typeface="微软雅黑" panose="020B0503020204020204" pitchFamily="34" charset="-122"/>
              </a:rPr>
              <a:t>where </a:t>
            </a:r>
            <a:r>
              <a:rPr lang="en-US" altLang="zh-CN" b="0" dirty="0" err="1">
                <a:effectLst/>
                <a:latin typeface="微软雅黑" panose="020B0503020204020204" pitchFamily="34" charset="-122"/>
                <a:ea typeface="微软雅黑" panose="020B0503020204020204" pitchFamily="34" charset="-122"/>
              </a:rPr>
              <a:t>sno</a:t>
            </a:r>
            <a:r>
              <a:rPr lang="en-US" altLang="zh-CN" b="0" dirty="0">
                <a:effectLst/>
                <a:latin typeface="微软雅黑" panose="020B0503020204020204" pitchFamily="34" charset="-122"/>
                <a:ea typeface="微软雅黑" panose="020B0503020204020204" pitchFamily="34" charset="-122"/>
              </a:rPr>
              <a:t> =(select </a:t>
            </a:r>
            <a:r>
              <a:rPr lang="en-US" altLang="zh-CN" b="0" dirty="0" err="1">
                <a:effectLst/>
                <a:latin typeface="微软雅黑" panose="020B0503020204020204" pitchFamily="34" charset="-122"/>
                <a:ea typeface="微软雅黑" panose="020B0503020204020204" pitchFamily="34" charset="-122"/>
              </a:rPr>
              <a:t>sno</a:t>
            </a:r>
            <a:r>
              <a:rPr lang="en-US" altLang="zh-CN" b="0" dirty="0">
                <a:effectLst/>
                <a:latin typeface="微软雅黑" panose="020B0503020204020204" pitchFamily="34" charset="-122"/>
                <a:ea typeface="微软雅黑" panose="020B0503020204020204" pitchFamily="34" charset="-122"/>
              </a:rPr>
              <a:t> from student where </a:t>
            </a:r>
            <a:r>
              <a:rPr lang="en-US" altLang="zh-CN" b="0" dirty="0" err="1">
                <a:effectLst/>
                <a:latin typeface="微软雅黑" panose="020B0503020204020204" pitchFamily="34" charset="-122"/>
                <a:ea typeface="微软雅黑" panose="020B0503020204020204" pitchFamily="34" charset="-122"/>
              </a:rPr>
              <a:t>sname</a:t>
            </a:r>
            <a:r>
              <a:rPr lang="en-US" altLang="zh-CN" b="0" dirty="0">
                <a:effectLst/>
                <a:latin typeface="微软雅黑" panose="020B0503020204020204" pitchFamily="34" charset="-122"/>
                <a:ea typeface="微软雅黑" panose="020B0503020204020204" pitchFamily="34" charset="-122"/>
              </a:rPr>
              <a:t>='</a:t>
            </a:r>
            <a:r>
              <a:rPr lang="zh-CN" altLang="en-US" b="0" dirty="0">
                <a:effectLst/>
                <a:latin typeface="微软雅黑" panose="020B0503020204020204" pitchFamily="34" charset="-122"/>
                <a:ea typeface="微软雅黑" panose="020B0503020204020204" pitchFamily="34" charset="-122"/>
              </a:rPr>
              <a:t>李强</a:t>
            </a:r>
            <a:r>
              <a:rPr lang="en-US" altLang="zh-CN" b="0" dirty="0">
                <a:effectLst/>
                <a:latin typeface="微软雅黑" panose="020B0503020204020204" pitchFamily="34" charset="-122"/>
                <a:ea typeface="微软雅黑" panose="020B0503020204020204" pitchFamily="34" charset="-122"/>
              </a:rPr>
              <a:t>')</a:t>
            </a:r>
            <a:endParaRPr lang="zh-CN" altLang="en-US" b="0" dirty="0">
              <a:effectLst/>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删除</a:t>
            </a:r>
            <a:r>
              <a:rPr lang="en-US" altLang="zh-CN" dirty="0">
                <a:latin typeface="微软雅黑" panose="020B0503020204020204" pitchFamily="34" charset="-122"/>
                <a:ea typeface="微软雅黑" panose="020B0503020204020204" pitchFamily="34" charset="-122"/>
              </a:rPr>
              <a:t>Student</a:t>
            </a:r>
            <a:r>
              <a:rPr lang="zh-CN" altLang="en-US" dirty="0">
                <a:latin typeface="微软雅黑" panose="020B0503020204020204" pitchFamily="34" charset="-122"/>
                <a:ea typeface="微软雅黑" panose="020B0503020204020204" pitchFamily="34" charset="-122"/>
              </a:rPr>
              <a:t>中的未选课同学的信息</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Delete from student </a:t>
            </a:r>
          </a:p>
          <a:p>
            <a:pPr>
              <a:lnSpc>
                <a:spcPct val="150000"/>
              </a:lnSpc>
            </a:pPr>
            <a:r>
              <a:rPr lang="en-US" altLang="zh-CN" dirty="0">
                <a:latin typeface="微软雅黑" panose="020B0503020204020204" pitchFamily="34" charset="-122"/>
                <a:ea typeface="微软雅黑" panose="020B0503020204020204" pitchFamily="34" charset="-122"/>
              </a:rPr>
              <a:t> where </a:t>
            </a:r>
            <a:r>
              <a:rPr lang="en-US" altLang="zh-CN" dirty="0" err="1">
                <a:latin typeface="微软雅黑" panose="020B0503020204020204" pitchFamily="34" charset="-122"/>
                <a:ea typeface="微软雅黑" panose="020B0503020204020204" pitchFamily="34" charset="-122"/>
              </a:rPr>
              <a:t>sno</a:t>
            </a:r>
            <a:r>
              <a:rPr lang="en-US" altLang="zh-CN" dirty="0">
                <a:latin typeface="微软雅黑" panose="020B0503020204020204" pitchFamily="34" charset="-122"/>
                <a:ea typeface="微软雅黑" panose="020B0503020204020204" pitchFamily="34" charset="-122"/>
              </a:rPr>
              <a:t> not in</a:t>
            </a:r>
          </a:p>
          <a:p>
            <a:pPr>
              <a:lnSpc>
                <a:spcPct val="150000"/>
              </a:lnSpc>
            </a:pPr>
            <a:r>
              <a:rPr lang="en-US" altLang="zh-CN" dirty="0">
                <a:latin typeface="微软雅黑" panose="020B0503020204020204" pitchFamily="34" charset="-122"/>
                <a:ea typeface="微软雅黑" panose="020B0503020204020204" pitchFamily="34" charset="-122"/>
              </a:rPr>
              <a:t>         (select </a:t>
            </a:r>
            <a:r>
              <a:rPr lang="en-US" altLang="zh-CN" dirty="0" err="1">
                <a:latin typeface="微软雅黑" panose="020B0503020204020204" pitchFamily="34" charset="-122"/>
                <a:ea typeface="微软雅黑" panose="020B0503020204020204" pitchFamily="34" charset="-122"/>
              </a:rPr>
              <a:t>sno</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           from </a:t>
            </a:r>
            <a:r>
              <a:rPr lang="en-US" altLang="zh-CN" dirty="0" err="1">
                <a:latin typeface="微软雅黑" panose="020B0503020204020204" pitchFamily="34" charset="-122"/>
                <a:ea typeface="微软雅黑" panose="020B0503020204020204" pitchFamily="34" charset="-122"/>
              </a:rPr>
              <a:t>sc</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87193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697996C-4867-42ED-924C-7123710DCEC4}"/>
              </a:ext>
            </a:extLst>
          </p:cNvPr>
          <p:cNvSpPr txBox="1"/>
          <p:nvPr/>
        </p:nvSpPr>
        <p:spPr>
          <a:xfrm>
            <a:off x="818147" y="481263"/>
            <a:ext cx="10418237" cy="1705403"/>
          </a:xfrm>
          <a:prstGeom prst="rect">
            <a:avLst/>
          </a:prstGeom>
          <a:noFill/>
        </p:spPr>
        <p:txBody>
          <a:bodyPr wrap="non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关系规范化理论</a:t>
            </a:r>
            <a:endParaRPr lang="en-US" altLang="zh-CN" dirty="0">
              <a:latin typeface="微软雅黑" panose="020B0503020204020204" pitchFamily="34" charset="-122"/>
              <a:ea typeface="微软雅黑" panose="020B0503020204020204" pitchFamily="34" charset="-122"/>
            </a:endParaRPr>
          </a:p>
          <a:p>
            <a:pPr marL="533400" algn="just">
              <a:lnSpc>
                <a:spcPct val="150000"/>
              </a:lnSpc>
              <a:tabLst>
                <a:tab pos="342900" algn="l"/>
                <a:tab pos="2133600" algn="l"/>
                <a:tab pos="3467100" algn="l"/>
                <a:tab pos="4800600" algn="l"/>
              </a:tabLst>
            </a:pPr>
            <a:r>
              <a:rPr lang="zh-CN" altLang="zh-CN" sz="1800" kern="100" dirty="0">
                <a:effectLst/>
                <a:latin typeface="微软雅黑" panose="020B0503020204020204" pitchFamily="34" charset="-122"/>
                <a:ea typeface="微软雅黑" panose="020B0503020204020204" pitchFamily="34" charset="-122"/>
              </a:rPr>
              <a:t>第一范式</a:t>
            </a:r>
            <a:r>
              <a:rPr lang="zh-CN" altLang="en-US" sz="1800" kern="100" dirty="0">
                <a:effectLst/>
                <a:latin typeface="微软雅黑" panose="020B0503020204020204" pitchFamily="34" charset="-122"/>
                <a:ea typeface="微软雅黑" panose="020B0503020204020204" pitchFamily="34" charset="-122"/>
              </a:rPr>
              <a:t>，指的是</a:t>
            </a:r>
            <a:r>
              <a:rPr lang="zh-CN" altLang="zh-CN" sz="1800" kern="100" dirty="0">
                <a:effectLst/>
                <a:latin typeface="微软雅黑" panose="020B0503020204020204" pitchFamily="34" charset="-122"/>
                <a:ea typeface="微软雅黑" panose="020B0503020204020204" pitchFamily="34" charset="-122"/>
              </a:rPr>
              <a:t>的关系应满足的基本条件是元组中的每一个分量都必须是不可分割的数据项。</a:t>
            </a:r>
          </a:p>
          <a:p>
            <a:pPr marL="533400" algn="just">
              <a:lnSpc>
                <a:spcPct val="150000"/>
              </a:lnSpc>
              <a:tabLst>
                <a:tab pos="342900" algn="l"/>
                <a:tab pos="2133600" algn="l"/>
                <a:tab pos="3467100" algn="l"/>
                <a:tab pos="4800600" algn="l"/>
              </a:tabLst>
            </a:pPr>
            <a:r>
              <a:rPr lang="zh-CN" altLang="zh-CN" sz="1800" kern="100" dirty="0">
                <a:effectLst/>
                <a:latin typeface="微软雅黑" panose="020B0503020204020204" pitchFamily="34" charset="-122"/>
                <a:ea typeface="微软雅黑" panose="020B0503020204020204" pitchFamily="34" charset="-122"/>
              </a:rPr>
              <a:t>第二范式，指的是这种关系不仅满足第一范式，而且所有非主属性完全依赖于其主码。</a:t>
            </a:r>
          </a:p>
          <a:p>
            <a:pPr>
              <a:lnSpc>
                <a:spcPct val="150000"/>
              </a:lnSpc>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第三范式，指的是这种关系不仅满足第二范式，而且它的任何一个非主属性都不传递依</a:t>
            </a:r>
            <a:endParaRPr lang="zh-CN" altLang="en-US" dirty="0">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31275B7E-7007-40F8-882E-05CD2F119090}"/>
              </a:ext>
            </a:extLst>
          </p:cNvPr>
          <p:cNvPicPr>
            <a:picLocks noChangeAspect="1"/>
          </p:cNvPicPr>
          <p:nvPr/>
        </p:nvPicPr>
        <p:blipFill rotWithShape="1">
          <a:blip r:embed="rId2"/>
          <a:srcRect t="3951"/>
          <a:stretch/>
        </p:blipFill>
        <p:spPr>
          <a:xfrm>
            <a:off x="1430004" y="3429000"/>
            <a:ext cx="7840075" cy="963658"/>
          </a:xfrm>
          <a:prstGeom prst="rect">
            <a:avLst/>
          </a:prstGeom>
        </p:spPr>
      </p:pic>
      <p:pic>
        <p:nvPicPr>
          <p:cNvPr id="9" name="图片 8">
            <a:extLst>
              <a:ext uri="{FF2B5EF4-FFF2-40B4-BE49-F238E27FC236}">
                <a16:creationId xmlns:a16="http://schemas.microsoft.com/office/drawing/2014/main" id="{C1014AF9-E3E1-417F-9AF2-BF62C6B40B87}"/>
              </a:ext>
            </a:extLst>
          </p:cNvPr>
          <p:cNvPicPr>
            <a:picLocks noChangeAspect="1"/>
          </p:cNvPicPr>
          <p:nvPr/>
        </p:nvPicPr>
        <p:blipFill>
          <a:blip r:embed="rId3"/>
          <a:stretch>
            <a:fillRect/>
          </a:stretch>
        </p:blipFill>
        <p:spPr>
          <a:xfrm>
            <a:off x="1481894" y="2345024"/>
            <a:ext cx="7437911" cy="1003293"/>
          </a:xfrm>
          <a:prstGeom prst="rect">
            <a:avLst/>
          </a:prstGeom>
        </p:spPr>
      </p:pic>
      <p:sp>
        <p:nvSpPr>
          <p:cNvPr id="11" name="文本框 10">
            <a:extLst>
              <a:ext uri="{FF2B5EF4-FFF2-40B4-BE49-F238E27FC236}">
                <a16:creationId xmlns:a16="http://schemas.microsoft.com/office/drawing/2014/main" id="{88DD09FB-2131-4A7C-A77F-D3DB848942A6}"/>
              </a:ext>
            </a:extLst>
          </p:cNvPr>
          <p:cNvSpPr txBox="1"/>
          <p:nvPr/>
        </p:nvSpPr>
        <p:spPr>
          <a:xfrm>
            <a:off x="1430003" y="4590651"/>
            <a:ext cx="8455141" cy="874407"/>
          </a:xfrm>
          <a:prstGeom prst="rect">
            <a:avLst/>
          </a:prstGeom>
          <a:noFill/>
        </p:spPr>
        <p:txBody>
          <a:bodyPr wrap="square">
            <a:spAutoFit/>
          </a:bodyPr>
          <a:lstStyle/>
          <a:p>
            <a:pPr>
              <a:lnSpc>
                <a:spcPct val="150000"/>
              </a:lnSpc>
            </a:pP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报名（学员编号，学员姓名，培训编号，培训名称，培训费，报名日期），每项培训有多个学员报名，每位学员可参加多项培训</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73474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D30E13-6705-4959-9AD8-010C93B6A498}"/>
              </a:ext>
            </a:extLst>
          </p:cNvPr>
          <p:cNvSpPr txBox="1"/>
          <p:nvPr/>
        </p:nvSpPr>
        <p:spPr>
          <a:xfrm>
            <a:off x="1420930" y="642809"/>
            <a:ext cx="9152422" cy="4613892"/>
          </a:xfrm>
          <a:prstGeom prst="rect">
            <a:avLst/>
          </a:prstGeom>
          <a:noFill/>
        </p:spPr>
        <p:txBody>
          <a:bodyPr wrap="square">
            <a:spAutoFit/>
          </a:bodyPr>
          <a:lstStyle/>
          <a:p>
            <a:pPr algn="just">
              <a:lnSpc>
                <a:spcPct val="150000"/>
              </a:lnSpc>
              <a:tabLst>
                <a:tab pos="1028700" algn="l"/>
                <a:tab pos="1238250" algn="l"/>
                <a:tab pos="1962150" algn="l"/>
              </a:tabLst>
            </a:pPr>
            <a:r>
              <a:rPr lang="zh-CN" altLang="zh-CN" sz="1800" kern="100" dirty="0">
                <a:effectLst/>
                <a:latin typeface="微软雅黑" panose="020B0503020204020204" pitchFamily="34" charset="-122"/>
                <a:ea typeface="微软雅黑" panose="020B0503020204020204" pitchFamily="34" charset="-122"/>
              </a:rPr>
              <a:t>某医院病房计算机管理中心需要如下信息：</a:t>
            </a:r>
          </a:p>
          <a:p>
            <a:pPr lvl="1" algn="just">
              <a:lnSpc>
                <a:spcPct val="150000"/>
              </a:lnSpc>
              <a:tabLst>
                <a:tab pos="1028700" algn="l"/>
                <a:tab pos="1238250" algn="l"/>
                <a:tab pos="1962150" algn="l"/>
              </a:tabLst>
            </a:pPr>
            <a:r>
              <a:rPr lang="zh-CN" altLang="zh-CN" kern="100" dirty="0">
                <a:effectLst/>
                <a:latin typeface="微软雅黑" panose="020B0503020204020204" pitchFamily="34" charset="-122"/>
                <a:ea typeface="微软雅黑" panose="020B0503020204020204" pitchFamily="34" charset="-122"/>
              </a:rPr>
              <a:t>科室：科名、科地址、科电话、医生姓名</a:t>
            </a:r>
          </a:p>
          <a:p>
            <a:pPr lvl="1" algn="just">
              <a:lnSpc>
                <a:spcPct val="150000"/>
              </a:lnSpc>
              <a:tabLst>
                <a:tab pos="1028700" algn="l"/>
                <a:tab pos="1238250" algn="l"/>
                <a:tab pos="1962150" algn="l"/>
              </a:tabLst>
            </a:pPr>
            <a:r>
              <a:rPr lang="zh-CN" altLang="zh-CN" kern="100" dirty="0">
                <a:effectLst/>
                <a:latin typeface="微软雅黑" panose="020B0503020204020204" pitchFamily="34" charset="-122"/>
                <a:ea typeface="微软雅黑" panose="020B0503020204020204" pitchFamily="34" charset="-122"/>
              </a:rPr>
              <a:t>病房：病房号、床位号、所属科室名</a:t>
            </a:r>
          </a:p>
          <a:p>
            <a:pPr lvl="1" algn="just">
              <a:lnSpc>
                <a:spcPct val="150000"/>
              </a:lnSpc>
              <a:tabLst>
                <a:tab pos="1028700" algn="l"/>
                <a:tab pos="1238250" algn="l"/>
                <a:tab pos="1962150" algn="l"/>
              </a:tabLst>
            </a:pPr>
            <a:r>
              <a:rPr lang="zh-CN" altLang="zh-CN" kern="100" dirty="0">
                <a:effectLst/>
                <a:latin typeface="微软雅黑" panose="020B0503020204020204" pitchFamily="34" charset="-122"/>
                <a:ea typeface="微软雅黑" panose="020B0503020204020204" pitchFamily="34" charset="-122"/>
              </a:rPr>
              <a:t>医生：姓名、职称、所属科室名、年龄、工作证号</a:t>
            </a:r>
          </a:p>
          <a:p>
            <a:pPr lvl="1" algn="just">
              <a:lnSpc>
                <a:spcPct val="150000"/>
              </a:lnSpc>
              <a:tabLst>
                <a:tab pos="1028700" algn="l"/>
                <a:tab pos="1238250" algn="l"/>
                <a:tab pos="1962150" algn="l"/>
              </a:tabLst>
            </a:pPr>
            <a:r>
              <a:rPr lang="zh-CN" altLang="zh-CN" kern="100" dirty="0">
                <a:effectLst/>
                <a:latin typeface="微软雅黑" panose="020B0503020204020204" pitchFamily="34" charset="-122"/>
                <a:ea typeface="微软雅黑" panose="020B0503020204020204" pitchFamily="34" charset="-122"/>
              </a:rPr>
              <a:t>病人：病历号、姓名、性别、诊断、主管医生、病房号</a:t>
            </a:r>
          </a:p>
          <a:p>
            <a:pPr indent="200025" algn="just">
              <a:lnSpc>
                <a:spcPct val="150000"/>
              </a:lnSpc>
              <a:tabLst>
                <a:tab pos="1028700" algn="l"/>
                <a:tab pos="1238250" algn="l"/>
                <a:tab pos="1962150" algn="l"/>
              </a:tabLst>
            </a:pPr>
            <a:r>
              <a:rPr lang="zh-CN" altLang="zh-CN" sz="1800" kern="100" dirty="0">
                <a:effectLst/>
                <a:latin typeface="微软雅黑" panose="020B0503020204020204" pitchFamily="34" charset="-122"/>
                <a:ea typeface="微软雅黑" panose="020B0503020204020204" pitchFamily="34" charset="-122"/>
              </a:rPr>
              <a:t>其中，一个科室有多少个病房、多个医生，一个病房只能属于一个科室，一个医生只属于一个科室，但可负责多个病人的诊治，一个病人的主管医生只有一个。</a:t>
            </a:r>
          </a:p>
          <a:p>
            <a:pPr algn="just">
              <a:lnSpc>
                <a:spcPct val="150000"/>
              </a:lnSpc>
              <a:tabLst>
                <a:tab pos="1028700" algn="l"/>
                <a:tab pos="1238250" algn="l"/>
                <a:tab pos="1962150" algn="l"/>
              </a:tabLst>
            </a:pPr>
            <a:r>
              <a:rPr lang="zh-CN" altLang="zh-CN" sz="1800" kern="100" dirty="0">
                <a:effectLst/>
                <a:latin typeface="微软雅黑" panose="020B0503020204020204" pitchFamily="34" charset="-122"/>
                <a:ea typeface="微软雅黑" panose="020B0503020204020204" pitchFamily="34" charset="-122"/>
              </a:rPr>
              <a:t>完成如下设计：</a:t>
            </a:r>
          </a:p>
          <a:p>
            <a:pPr marL="800100" lvl="1" indent="-342900" algn="just">
              <a:lnSpc>
                <a:spcPct val="150000"/>
              </a:lnSpc>
              <a:buFont typeface="+mj-lt"/>
              <a:buAutoNum type="arabicPeriod"/>
              <a:tabLst>
                <a:tab pos="429260" algn="l"/>
                <a:tab pos="1028700" algn="l"/>
                <a:tab pos="1238250" algn="l"/>
                <a:tab pos="1962150" algn="l"/>
              </a:tabLst>
            </a:pPr>
            <a:r>
              <a:rPr lang="zh-CN" altLang="zh-CN" kern="100" dirty="0">
                <a:effectLst/>
                <a:latin typeface="微软雅黑" panose="020B0503020204020204" pitchFamily="34" charset="-122"/>
                <a:ea typeface="微软雅黑" panose="020B0503020204020204" pitchFamily="34" charset="-122"/>
              </a:rPr>
              <a:t>设计该计算机管理系统的</a:t>
            </a:r>
            <a:r>
              <a:rPr lang="en-US" altLang="zh-CN" kern="100" dirty="0">
                <a:effectLst/>
                <a:latin typeface="微软雅黑" panose="020B0503020204020204" pitchFamily="34" charset="-122"/>
                <a:ea typeface="微软雅黑" panose="020B0503020204020204" pitchFamily="34" charset="-122"/>
              </a:rPr>
              <a:t>E-R</a:t>
            </a:r>
            <a:r>
              <a:rPr lang="zh-CN" altLang="zh-CN" kern="100" dirty="0">
                <a:effectLst/>
                <a:latin typeface="微软雅黑" panose="020B0503020204020204" pitchFamily="34" charset="-122"/>
                <a:ea typeface="微软雅黑" panose="020B0503020204020204" pitchFamily="34" charset="-122"/>
              </a:rPr>
              <a:t>图</a:t>
            </a:r>
          </a:p>
          <a:p>
            <a:pPr marL="800100" lvl="1" indent="-342900" algn="just">
              <a:lnSpc>
                <a:spcPct val="150000"/>
              </a:lnSpc>
              <a:buFont typeface="+mj-lt"/>
              <a:buAutoNum type="arabicPeriod"/>
              <a:tabLst>
                <a:tab pos="429260" algn="l"/>
                <a:tab pos="1028700" algn="l"/>
                <a:tab pos="1238250" algn="l"/>
                <a:tab pos="1962150" algn="l"/>
              </a:tabLst>
            </a:pPr>
            <a:r>
              <a:rPr lang="zh-CN" altLang="zh-CN" kern="100" dirty="0">
                <a:effectLst/>
                <a:latin typeface="微软雅黑" panose="020B0503020204020204" pitchFamily="34" charset="-122"/>
                <a:ea typeface="微软雅黑" panose="020B0503020204020204" pitchFamily="34" charset="-122"/>
              </a:rPr>
              <a:t>将该</a:t>
            </a:r>
            <a:r>
              <a:rPr lang="en-US" altLang="zh-CN" kern="100" dirty="0">
                <a:effectLst/>
                <a:latin typeface="微软雅黑" panose="020B0503020204020204" pitchFamily="34" charset="-122"/>
                <a:ea typeface="微软雅黑" panose="020B0503020204020204" pitchFamily="34" charset="-122"/>
              </a:rPr>
              <a:t>E-R</a:t>
            </a:r>
            <a:r>
              <a:rPr lang="zh-CN" altLang="zh-CN" kern="100" dirty="0">
                <a:effectLst/>
                <a:latin typeface="微软雅黑" panose="020B0503020204020204" pitchFamily="34" charset="-122"/>
                <a:ea typeface="微软雅黑" panose="020B0503020204020204" pitchFamily="34" charset="-122"/>
              </a:rPr>
              <a:t>图转换为关系模式结构。</a:t>
            </a:r>
          </a:p>
          <a:p>
            <a:pPr marL="800100" lvl="1" indent="-342900" algn="just">
              <a:lnSpc>
                <a:spcPct val="150000"/>
              </a:lnSpc>
              <a:buFont typeface="+mj-lt"/>
              <a:buAutoNum type="arabicPeriod"/>
              <a:tabLst>
                <a:tab pos="429260" algn="l"/>
                <a:tab pos="1028700" algn="l"/>
                <a:tab pos="1238250" algn="l"/>
                <a:tab pos="1962150" algn="l"/>
              </a:tabLst>
            </a:pPr>
            <a:r>
              <a:rPr lang="zh-CN" altLang="zh-CN" kern="100" dirty="0">
                <a:effectLst/>
                <a:latin typeface="微软雅黑" panose="020B0503020204020204" pitchFamily="34" charset="-122"/>
                <a:ea typeface="微软雅黑" panose="020B0503020204020204" pitchFamily="34" charset="-122"/>
              </a:rPr>
              <a:t>指出转换结果中每个关系模式的后选码。</a:t>
            </a:r>
          </a:p>
        </p:txBody>
      </p:sp>
    </p:spTree>
    <p:extLst>
      <p:ext uri="{BB962C8B-B14F-4D97-AF65-F5344CB8AC3E}">
        <p14:creationId xmlns:p14="http://schemas.microsoft.com/office/powerpoint/2010/main" val="3222568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EE16C9B-F45D-42BB-9332-3058531CF6A9}"/>
              </a:ext>
            </a:extLst>
          </p:cNvPr>
          <p:cNvSpPr>
            <a:spLocks noGrp="1"/>
          </p:cNvSpPr>
          <p:nvPr>
            <p:ph type="body" sz="quarter" idx="10"/>
          </p:nvPr>
        </p:nvSpPr>
        <p:spPr>
          <a:xfrm>
            <a:off x="1621701" y="739001"/>
            <a:ext cx="3188423" cy="249299"/>
          </a:xfrm>
        </p:spPr>
        <p:txBody>
          <a:bodyPr/>
          <a:lstStyle/>
          <a:p>
            <a:r>
              <a:rPr lang="zh-CN" altLang="zh-CN" dirty="0"/>
              <a:t>检查点技术</a:t>
            </a:r>
            <a:endParaRPr lang="zh-CN" altLang="en-US" dirty="0"/>
          </a:p>
        </p:txBody>
      </p:sp>
      <p:sp>
        <p:nvSpPr>
          <p:cNvPr id="3" name="Rectangle 3">
            <a:extLst>
              <a:ext uri="{FF2B5EF4-FFF2-40B4-BE49-F238E27FC236}">
                <a16:creationId xmlns:a16="http://schemas.microsoft.com/office/drawing/2014/main" id="{FBD6BBD2-8994-409F-9569-6D34D2F55980}"/>
              </a:ext>
            </a:extLst>
          </p:cNvPr>
          <p:cNvSpPr txBox="1">
            <a:spLocks noChangeArrowheads="1"/>
          </p:cNvSpPr>
          <p:nvPr/>
        </p:nvSpPr>
        <p:spPr>
          <a:xfrm>
            <a:off x="1621700" y="988300"/>
            <a:ext cx="8229600" cy="21467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1400" kern="1200" baseline="0" dirty="0">
                <a:solidFill>
                  <a:schemeClr val="tx1"/>
                </a:solidFill>
                <a:latin typeface="Arial" pitchFamily="34" charset="0"/>
                <a:ea typeface="微软雅黑" pitchFamily="34" charset="-122"/>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Arial" pitchFamily="34" charset="0"/>
                <a:ea typeface="微软雅黑" pitchFamily="34" charset="-122"/>
                <a:cs typeface="Arial"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Arial" pitchFamily="34" charset="0"/>
                <a:ea typeface="微软雅黑" pitchFamily="34" charset="-122"/>
                <a:cs typeface="Arial"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00" kern="1200" dirty="0">
                <a:solidFill>
                  <a:schemeClr val="tx1"/>
                </a:solidFill>
                <a:latin typeface="Arial" pitchFamily="34" charset="0"/>
                <a:ea typeface="微软雅黑" pitchFamily="34" charset="-122"/>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00" kern="1200" dirty="0">
                <a:solidFill>
                  <a:schemeClr val="tx1"/>
                </a:solidFill>
                <a:latin typeface="Arial" pitchFamily="34" charset="0"/>
                <a:ea typeface="微软雅黑" pitchFamily="34" charset="-122"/>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pPr>
            <a:r>
              <a:rPr lang="zh-CN" altLang="en-US" sz="2000" dirty="0"/>
              <a:t>检查点记录的内容</a:t>
            </a:r>
          </a:p>
          <a:p>
            <a:pPr lvl="1">
              <a:lnSpc>
                <a:spcPct val="130000"/>
              </a:lnSpc>
              <a:spcBef>
                <a:spcPts val="0"/>
              </a:spcBef>
            </a:pPr>
            <a:r>
              <a:rPr lang="zh-CN" altLang="en-US" sz="2000" dirty="0"/>
              <a:t>建立检查点时刻所有</a:t>
            </a:r>
            <a:r>
              <a:rPr lang="zh-CN" altLang="en-US" sz="2000" dirty="0">
                <a:solidFill>
                  <a:srgbClr val="FF0000"/>
                </a:solidFill>
              </a:rPr>
              <a:t>正在执行</a:t>
            </a:r>
            <a:r>
              <a:rPr lang="zh-CN" altLang="en-US" sz="2000" dirty="0"/>
              <a:t>的事务清单</a:t>
            </a:r>
          </a:p>
          <a:p>
            <a:pPr lvl="1">
              <a:lnSpc>
                <a:spcPct val="130000"/>
              </a:lnSpc>
              <a:spcBef>
                <a:spcPts val="0"/>
              </a:spcBef>
            </a:pPr>
            <a:r>
              <a:rPr lang="zh-CN" altLang="en-US" sz="2000" dirty="0"/>
              <a:t>这些事务最近一个</a:t>
            </a:r>
            <a:r>
              <a:rPr lang="zh-CN" altLang="en-US" sz="2000" dirty="0">
                <a:solidFill>
                  <a:srgbClr val="FF0000"/>
                </a:solidFill>
              </a:rPr>
              <a:t>日志记录</a:t>
            </a:r>
            <a:r>
              <a:rPr lang="zh-CN" altLang="en-US" sz="2000" dirty="0"/>
              <a:t>的地址</a:t>
            </a:r>
          </a:p>
          <a:p>
            <a:pPr>
              <a:lnSpc>
                <a:spcPct val="130000"/>
              </a:lnSpc>
              <a:spcBef>
                <a:spcPts val="0"/>
              </a:spcBef>
            </a:pPr>
            <a:r>
              <a:rPr lang="zh-CN" altLang="en-US" sz="2000" dirty="0"/>
              <a:t>重新开始文件的内容</a:t>
            </a:r>
          </a:p>
          <a:p>
            <a:pPr lvl="1">
              <a:lnSpc>
                <a:spcPct val="130000"/>
              </a:lnSpc>
              <a:spcBef>
                <a:spcPts val="0"/>
              </a:spcBef>
            </a:pPr>
            <a:r>
              <a:rPr lang="zh-CN" altLang="en-US" sz="2000" dirty="0"/>
              <a:t>记录各个检查点记录在日志文件中的地址</a:t>
            </a:r>
          </a:p>
        </p:txBody>
      </p:sp>
      <p:pic>
        <p:nvPicPr>
          <p:cNvPr id="4" name="Picture 5" descr="103">
            <a:extLst>
              <a:ext uri="{FF2B5EF4-FFF2-40B4-BE49-F238E27FC236}">
                <a16:creationId xmlns:a16="http://schemas.microsoft.com/office/drawing/2014/main" id="{DB05059C-A910-4AB0-BE6D-E744011172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2454" y="3239680"/>
            <a:ext cx="7991475" cy="347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8661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2ECA2B7-83B3-4B1E-A621-D7086CBF3075}"/>
              </a:ext>
            </a:extLst>
          </p:cNvPr>
          <p:cNvSpPr>
            <a:spLocks noGrp="1"/>
          </p:cNvSpPr>
          <p:nvPr>
            <p:ph type="body" sz="quarter" idx="10"/>
          </p:nvPr>
        </p:nvSpPr>
        <p:spPr>
          <a:xfrm>
            <a:off x="1621701" y="489702"/>
            <a:ext cx="4334962" cy="498598"/>
          </a:xfrm>
        </p:spPr>
        <p:txBody>
          <a:bodyPr/>
          <a:lstStyle/>
          <a:p>
            <a:r>
              <a:rPr lang="zh-CN" altLang="zh-CN" dirty="0"/>
              <a:t>动态维护日志文件的方法</a:t>
            </a:r>
            <a:r>
              <a:rPr lang="zh-CN" altLang="en-US" dirty="0"/>
              <a:t>及检查点建立</a:t>
            </a:r>
          </a:p>
        </p:txBody>
      </p:sp>
      <p:sp>
        <p:nvSpPr>
          <p:cNvPr id="3" name="Rectangle 3">
            <a:extLst>
              <a:ext uri="{FF2B5EF4-FFF2-40B4-BE49-F238E27FC236}">
                <a16:creationId xmlns:a16="http://schemas.microsoft.com/office/drawing/2014/main" id="{192053AC-5A82-47E8-9831-86C942FEA4DF}"/>
              </a:ext>
            </a:extLst>
          </p:cNvPr>
          <p:cNvSpPr txBox="1">
            <a:spLocks noChangeArrowheads="1"/>
          </p:cNvSpPr>
          <p:nvPr/>
        </p:nvSpPr>
        <p:spPr>
          <a:xfrm>
            <a:off x="1552032" y="1324355"/>
            <a:ext cx="9560105" cy="521811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1400" kern="1200" baseline="0" dirty="0">
                <a:solidFill>
                  <a:schemeClr val="tx1"/>
                </a:solidFill>
                <a:latin typeface="Arial" pitchFamily="34" charset="0"/>
                <a:ea typeface="微软雅黑" pitchFamily="34" charset="-122"/>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Arial" pitchFamily="34" charset="0"/>
                <a:ea typeface="微软雅黑" pitchFamily="34" charset="-122"/>
                <a:cs typeface="Arial"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Arial" pitchFamily="34" charset="0"/>
                <a:ea typeface="微软雅黑" pitchFamily="34" charset="-122"/>
                <a:cs typeface="Arial"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00" kern="1200" dirty="0">
                <a:solidFill>
                  <a:schemeClr val="tx1"/>
                </a:solidFill>
                <a:latin typeface="Arial" pitchFamily="34" charset="0"/>
                <a:ea typeface="微软雅黑" pitchFamily="34" charset="-122"/>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00" kern="1200" dirty="0">
                <a:solidFill>
                  <a:schemeClr val="tx1"/>
                </a:solidFill>
                <a:latin typeface="Arial" pitchFamily="34" charset="0"/>
                <a:ea typeface="微软雅黑" pitchFamily="34" charset="-122"/>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l"/>
              <a:defRPr/>
            </a:pPr>
            <a:r>
              <a:rPr lang="zh-CN" altLang="en-US" sz="2000" dirty="0">
                <a:latin typeface="+mn-ea"/>
                <a:ea typeface="+mn-ea"/>
              </a:rPr>
              <a:t>动态维护日志文件的方法</a:t>
            </a:r>
          </a:p>
          <a:p>
            <a:pPr lvl="1">
              <a:lnSpc>
                <a:spcPct val="150000"/>
              </a:lnSpc>
              <a:spcBef>
                <a:spcPts val="0"/>
              </a:spcBef>
              <a:buFont typeface="Wingdings" panose="05000000000000000000" pitchFamily="2" charset="2"/>
              <a:buNone/>
              <a:defRPr/>
            </a:pPr>
            <a:r>
              <a:rPr lang="zh-CN" altLang="en-US" sz="2000" dirty="0">
                <a:latin typeface="+mn-ea"/>
                <a:ea typeface="+mn-ea"/>
              </a:rPr>
              <a:t>具体步骤是：</a:t>
            </a:r>
          </a:p>
          <a:p>
            <a:pPr lvl="1">
              <a:lnSpc>
                <a:spcPct val="150000"/>
              </a:lnSpc>
              <a:spcBef>
                <a:spcPts val="0"/>
              </a:spcBef>
              <a:buSzPct val="75000"/>
              <a:defRPr/>
            </a:pPr>
            <a:r>
              <a:rPr lang="zh-CN" altLang="en-US" sz="2000" dirty="0">
                <a:latin typeface="+mn-ea"/>
                <a:ea typeface="+mn-ea"/>
              </a:rPr>
              <a:t>将当前</a:t>
            </a:r>
            <a:r>
              <a:rPr lang="zh-CN" altLang="en-US" sz="2000" dirty="0">
                <a:solidFill>
                  <a:srgbClr val="FF0000"/>
                </a:solidFill>
                <a:latin typeface="+mn-ea"/>
                <a:ea typeface="+mn-ea"/>
              </a:rPr>
              <a:t>日志</a:t>
            </a:r>
            <a:r>
              <a:rPr lang="zh-CN" altLang="en-US" sz="2000" dirty="0">
                <a:latin typeface="+mn-ea"/>
                <a:ea typeface="+mn-ea"/>
              </a:rPr>
              <a:t>缓冲区中的所有日志记录写入磁盘的日志文件上</a:t>
            </a:r>
          </a:p>
          <a:p>
            <a:pPr lvl="1">
              <a:lnSpc>
                <a:spcPct val="150000"/>
              </a:lnSpc>
              <a:spcBef>
                <a:spcPts val="0"/>
              </a:spcBef>
              <a:buSzPct val="75000"/>
              <a:defRPr/>
            </a:pPr>
            <a:r>
              <a:rPr lang="zh-CN" altLang="en-US" sz="2000" dirty="0">
                <a:latin typeface="+mn-ea"/>
                <a:ea typeface="+mn-ea"/>
              </a:rPr>
              <a:t>在日志文件中写入一个检查点记录</a:t>
            </a:r>
          </a:p>
          <a:p>
            <a:pPr lvl="1">
              <a:lnSpc>
                <a:spcPct val="150000"/>
              </a:lnSpc>
              <a:spcBef>
                <a:spcPts val="0"/>
              </a:spcBef>
              <a:buSzPct val="75000"/>
              <a:defRPr/>
            </a:pPr>
            <a:r>
              <a:rPr lang="zh-CN" altLang="en-US" sz="2000" dirty="0">
                <a:latin typeface="+mn-ea"/>
                <a:ea typeface="+mn-ea"/>
              </a:rPr>
              <a:t>将当前</a:t>
            </a:r>
            <a:r>
              <a:rPr lang="zh-CN" altLang="en-US" sz="2000" dirty="0">
                <a:solidFill>
                  <a:srgbClr val="FF0000"/>
                </a:solidFill>
                <a:latin typeface="+mn-ea"/>
                <a:ea typeface="+mn-ea"/>
              </a:rPr>
              <a:t>数据</a:t>
            </a:r>
            <a:r>
              <a:rPr lang="zh-CN" altLang="en-US" sz="2000" dirty="0">
                <a:latin typeface="+mn-ea"/>
                <a:ea typeface="+mn-ea"/>
              </a:rPr>
              <a:t>缓冲区的所有数据记录写入磁盘的数据库中</a:t>
            </a:r>
          </a:p>
          <a:p>
            <a:pPr lvl="1">
              <a:lnSpc>
                <a:spcPct val="150000"/>
              </a:lnSpc>
              <a:spcBef>
                <a:spcPts val="0"/>
              </a:spcBef>
              <a:buSzPct val="75000"/>
              <a:defRPr/>
            </a:pPr>
            <a:r>
              <a:rPr lang="zh-CN" altLang="en-US" sz="2000" dirty="0">
                <a:latin typeface="+mn-ea"/>
                <a:ea typeface="+mn-ea"/>
              </a:rPr>
              <a:t>把检查点记录在日志文件中的地址写入一个重新开始文件</a:t>
            </a:r>
            <a:endParaRPr lang="en-US" altLang="zh-CN" sz="2000" dirty="0">
              <a:latin typeface="+mn-ea"/>
              <a:ea typeface="+mn-ea"/>
            </a:endParaRPr>
          </a:p>
          <a:p>
            <a:pPr>
              <a:lnSpc>
                <a:spcPct val="150000"/>
              </a:lnSpc>
              <a:spcBef>
                <a:spcPts val="0"/>
              </a:spcBef>
              <a:buFont typeface="Wingdings" panose="05000000000000000000" pitchFamily="2" charset="2"/>
              <a:buChar char="l"/>
            </a:pPr>
            <a:r>
              <a:rPr lang="zh-CN" altLang="en-US" sz="2000" dirty="0">
                <a:latin typeface="+mn-ea"/>
                <a:ea typeface="+mn-ea"/>
              </a:rPr>
              <a:t>恢复子系统可以定期或不定期地建立检查点</a:t>
            </a:r>
            <a:r>
              <a:rPr lang="en-US" altLang="zh-CN" sz="2000" dirty="0">
                <a:latin typeface="+mn-ea"/>
                <a:ea typeface="+mn-ea"/>
              </a:rPr>
              <a:t>,</a:t>
            </a:r>
            <a:r>
              <a:rPr lang="zh-CN" altLang="en-US" sz="2000" dirty="0">
                <a:latin typeface="+mn-ea"/>
                <a:ea typeface="+mn-ea"/>
              </a:rPr>
              <a:t>保存数据库状态 </a:t>
            </a:r>
          </a:p>
          <a:p>
            <a:pPr lvl="1">
              <a:lnSpc>
                <a:spcPct val="150000"/>
              </a:lnSpc>
              <a:spcBef>
                <a:spcPts val="0"/>
              </a:spcBef>
            </a:pPr>
            <a:r>
              <a:rPr lang="zh-CN" altLang="en-US" sz="2000" dirty="0">
                <a:latin typeface="+mn-ea"/>
                <a:ea typeface="+mn-ea"/>
              </a:rPr>
              <a:t>定期</a:t>
            </a:r>
          </a:p>
          <a:p>
            <a:pPr lvl="2">
              <a:lnSpc>
                <a:spcPct val="150000"/>
              </a:lnSpc>
              <a:spcBef>
                <a:spcPts val="0"/>
              </a:spcBef>
              <a:buSzPct val="87000"/>
              <a:buFont typeface="Wingdings" panose="05000000000000000000" pitchFamily="2" charset="2"/>
              <a:buChar char="Ø"/>
            </a:pPr>
            <a:r>
              <a:rPr lang="zh-CN" altLang="en-US" sz="2000" dirty="0">
                <a:latin typeface="+mn-ea"/>
                <a:ea typeface="+mn-ea"/>
              </a:rPr>
              <a:t>按照预定的一个时间间隔，如每隔一小时建立一个检查点 </a:t>
            </a:r>
          </a:p>
          <a:p>
            <a:pPr lvl="1">
              <a:lnSpc>
                <a:spcPct val="150000"/>
              </a:lnSpc>
              <a:spcBef>
                <a:spcPts val="0"/>
              </a:spcBef>
            </a:pPr>
            <a:r>
              <a:rPr lang="zh-CN" altLang="en-US" sz="2000" dirty="0">
                <a:latin typeface="+mn-ea"/>
                <a:ea typeface="+mn-ea"/>
              </a:rPr>
              <a:t>不定期</a:t>
            </a:r>
          </a:p>
          <a:p>
            <a:pPr lvl="2">
              <a:lnSpc>
                <a:spcPct val="150000"/>
              </a:lnSpc>
              <a:spcBef>
                <a:spcPts val="0"/>
              </a:spcBef>
              <a:buSzPct val="87000"/>
              <a:buFont typeface="Wingdings" panose="05000000000000000000" pitchFamily="2" charset="2"/>
              <a:buChar char="Ø"/>
            </a:pPr>
            <a:r>
              <a:rPr lang="zh-CN" altLang="en-US" sz="2000" dirty="0">
                <a:latin typeface="+mn-ea"/>
                <a:ea typeface="+mn-ea"/>
              </a:rPr>
              <a:t>按照某种规则，如日志文件已写满一半建立一个检查点</a:t>
            </a:r>
          </a:p>
          <a:p>
            <a:pPr marL="457200" lvl="1" indent="0">
              <a:lnSpc>
                <a:spcPct val="150000"/>
              </a:lnSpc>
              <a:spcBef>
                <a:spcPts val="0"/>
              </a:spcBef>
              <a:buSzPct val="75000"/>
              <a:buNone/>
              <a:defRPr/>
            </a:pPr>
            <a:endParaRPr lang="zh-CN" altLang="en-US" sz="2000" dirty="0">
              <a:latin typeface="+mn-ea"/>
              <a:ea typeface="+mn-ea"/>
            </a:endParaRPr>
          </a:p>
        </p:txBody>
      </p:sp>
    </p:spTree>
    <p:extLst>
      <p:ext uri="{BB962C8B-B14F-4D97-AF65-F5344CB8AC3E}">
        <p14:creationId xmlns:p14="http://schemas.microsoft.com/office/powerpoint/2010/main" val="1574174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894F1F9-D2D3-4565-9F24-C3BBDD73B87B}"/>
              </a:ext>
            </a:extLst>
          </p:cNvPr>
          <p:cNvSpPr>
            <a:spLocks noGrp="1"/>
          </p:cNvSpPr>
          <p:nvPr>
            <p:ph type="body" sz="quarter" idx="10"/>
          </p:nvPr>
        </p:nvSpPr>
        <p:spPr>
          <a:xfrm>
            <a:off x="1621701" y="739001"/>
            <a:ext cx="3188423" cy="249299"/>
          </a:xfrm>
        </p:spPr>
        <p:txBody>
          <a:bodyPr/>
          <a:lstStyle/>
          <a:p>
            <a:r>
              <a:rPr lang="en-US" altLang="zh-CN" dirty="0"/>
              <a:t>3.</a:t>
            </a:r>
            <a:r>
              <a:rPr lang="zh-CN" altLang="zh-CN" dirty="0"/>
              <a:t>利用检查点的恢复策略</a:t>
            </a:r>
            <a:endParaRPr lang="zh-CN" altLang="en-US" dirty="0"/>
          </a:p>
        </p:txBody>
      </p:sp>
      <p:sp>
        <p:nvSpPr>
          <p:cNvPr id="3" name="Rectangle 3">
            <a:extLst>
              <a:ext uri="{FF2B5EF4-FFF2-40B4-BE49-F238E27FC236}">
                <a16:creationId xmlns:a16="http://schemas.microsoft.com/office/drawing/2014/main" id="{9D1E2A99-A6B3-44CD-A7C2-8202759D4FBB}"/>
              </a:ext>
            </a:extLst>
          </p:cNvPr>
          <p:cNvSpPr txBox="1">
            <a:spLocks noChangeArrowheads="1"/>
          </p:cNvSpPr>
          <p:nvPr/>
        </p:nvSpPr>
        <p:spPr>
          <a:xfrm>
            <a:off x="1621701" y="1169081"/>
            <a:ext cx="8229600" cy="17134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1400" kern="1200" baseline="0" dirty="0">
                <a:solidFill>
                  <a:schemeClr val="tx1"/>
                </a:solidFill>
                <a:latin typeface="Arial" pitchFamily="34" charset="0"/>
                <a:ea typeface="微软雅黑" pitchFamily="34" charset="-122"/>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Arial" pitchFamily="34" charset="0"/>
                <a:ea typeface="微软雅黑" pitchFamily="34" charset="-122"/>
                <a:cs typeface="Arial"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Arial" pitchFamily="34" charset="0"/>
                <a:ea typeface="微软雅黑" pitchFamily="34" charset="-122"/>
                <a:cs typeface="Arial"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00" kern="1200" dirty="0">
                <a:solidFill>
                  <a:schemeClr val="tx1"/>
                </a:solidFill>
                <a:latin typeface="Arial" pitchFamily="34" charset="0"/>
                <a:ea typeface="微软雅黑" pitchFamily="34" charset="-122"/>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00" kern="1200" dirty="0">
                <a:solidFill>
                  <a:schemeClr val="tx1"/>
                </a:solidFill>
                <a:latin typeface="Arial" pitchFamily="34" charset="0"/>
                <a:ea typeface="微软雅黑" pitchFamily="34" charset="-122"/>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zh-CN" altLang="en-US" sz="1800" dirty="0">
                <a:latin typeface="+mn-ea"/>
                <a:ea typeface="+mn-ea"/>
              </a:rPr>
              <a:t>使用检查点方法可以改善恢复效率</a:t>
            </a:r>
          </a:p>
          <a:p>
            <a:pPr lvl="1">
              <a:lnSpc>
                <a:spcPct val="150000"/>
              </a:lnSpc>
              <a:spcBef>
                <a:spcPts val="0"/>
              </a:spcBef>
              <a:buSzPct val="75000"/>
            </a:pPr>
            <a:r>
              <a:rPr lang="zh-CN" altLang="en-US" sz="1800" dirty="0">
                <a:latin typeface="+mn-ea"/>
                <a:ea typeface="+mn-ea"/>
              </a:rPr>
              <a:t>当事务</a:t>
            </a:r>
            <a:r>
              <a:rPr lang="en-US" altLang="zh-CN" sz="1800" dirty="0">
                <a:latin typeface="+mn-ea"/>
                <a:ea typeface="+mn-ea"/>
              </a:rPr>
              <a:t>T</a:t>
            </a:r>
            <a:r>
              <a:rPr lang="zh-CN" altLang="en-US" sz="1800" dirty="0">
                <a:latin typeface="+mn-ea"/>
                <a:ea typeface="+mn-ea"/>
              </a:rPr>
              <a:t>在一个检查点之前提交，</a:t>
            </a:r>
            <a:r>
              <a:rPr lang="en-US" altLang="zh-CN" sz="1800" dirty="0">
                <a:latin typeface="+mn-ea"/>
                <a:ea typeface="+mn-ea"/>
              </a:rPr>
              <a:t>T</a:t>
            </a:r>
            <a:r>
              <a:rPr lang="zh-CN" altLang="en-US" sz="1800" dirty="0">
                <a:latin typeface="+mn-ea"/>
                <a:ea typeface="+mn-ea"/>
              </a:rPr>
              <a:t>对数据库所做的修改已写入数据库</a:t>
            </a:r>
          </a:p>
          <a:p>
            <a:pPr lvl="1">
              <a:lnSpc>
                <a:spcPct val="150000"/>
              </a:lnSpc>
              <a:spcBef>
                <a:spcPts val="0"/>
              </a:spcBef>
              <a:buSzPct val="75000"/>
            </a:pPr>
            <a:r>
              <a:rPr lang="zh-CN" altLang="en-US" sz="1800" dirty="0">
                <a:latin typeface="+mn-ea"/>
                <a:ea typeface="+mn-ea"/>
              </a:rPr>
              <a:t>写入时间是在这个检查点建立之前或在这个检查点建立之时 </a:t>
            </a:r>
          </a:p>
          <a:p>
            <a:pPr lvl="1">
              <a:lnSpc>
                <a:spcPct val="150000"/>
              </a:lnSpc>
              <a:spcBef>
                <a:spcPts val="0"/>
              </a:spcBef>
              <a:buSzPct val="75000"/>
            </a:pPr>
            <a:r>
              <a:rPr lang="zh-CN" altLang="en-US" sz="1800" dirty="0">
                <a:latin typeface="+mn-ea"/>
                <a:ea typeface="+mn-ea"/>
              </a:rPr>
              <a:t>在进行恢复处理时，没有必要对事务</a:t>
            </a:r>
            <a:r>
              <a:rPr lang="en-US" altLang="zh-CN" sz="1800" dirty="0">
                <a:latin typeface="+mn-ea"/>
                <a:ea typeface="+mn-ea"/>
              </a:rPr>
              <a:t>T</a:t>
            </a:r>
            <a:r>
              <a:rPr lang="zh-CN" altLang="en-US" sz="1800" dirty="0">
                <a:latin typeface="+mn-ea"/>
                <a:ea typeface="+mn-ea"/>
              </a:rPr>
              <a:t>执行重做操作</a:t>
            </a:r>
          </a:p>
          <a:p>
            <a:pPr>
              <a:lnSpc>
                <a:spcPct val="150000"/>
              </a:lnSpc>
              <a:spcBef>
                <a:spcPts val="0"/>
              </a:spcBef>
              <a:buFont typeface="Wingdings" panose="05000000000000000000" pitchFamily="2" charset="2"/>
              <a:buChar char="n"/>
            </a:pPr>
            <a:endParaRPr lang="zh-CN" altLang="en-US" sz="1800" dirty="0">
              <a:latin typeface="+mn-ea"/>
              <a:ea typeface="+mn-ea"/>
            </a:endParaRPr>
          </a:p>
        </p:txBody>
      </p:sp>
      <p:grpSp>
        <p:nvGrpSpPr>
          <p:cNvPr id="58" name="组合 57">
            <a:extLst>
              <a:ext uri="{FF2B5EF4-FFF2-40B4-BE49-F238E27FC236}">
                <a16:creationId xmlns:a16="http://schemas.microsoft.com/office/drawing/2014/main" id="{483C1C16-85E5-4B2E-AA18-1BDB072B2AE9}"/>
              </a:ext>
            </a:extLst>
          </p:cNvPr>
          <p:cNvGrpSpPr/>
          <p:nvPr/>
        </p:nvGrpSpPr>
        <p:grpSpPr>
          <a:xfrm>
            <a:off x="1936162" y="2882537"/>
            <a:ext cx="6719887" cy="3794682"/>
            <a:chOff x="1596528" y="3063318"/>
            <a:chExt cx="6719887" cy="3794682"/>
          </a:xfrm>
        </p:grpSpPr>
        <p:sp>
          <p:nvSpPr>
            <p:cNvPr id="37" name="Freeform 4">
              <a:extLst>
                <a:ext uri="{FF2B5EF4-FFF2-40B4-BE49-F238E27FC236}">
                  <a16:creationId xmlns:a16="http://schemas.microsoft.com/office/drawing/2014/main" id="{A55962DF-799E-4D67-86AF-71FCD326105D}"/>
                </a:ext>
              </a:extLst>
            </p:cNvPr>
            <p:cNvSpPr>
              <a:spLocks/>
            </p:cNvSpPr>
            <p:nvPr/>
          </p:nvSpPr>
          <p:spPr bwMode="auto">
            <a:xfrm>
              <a:off x="3311028" y="3590434"/>
              <a:ext cx="1588" cy="3143377"/>
            </a:xfrm>
            <a:custGeom>
              <a:avLst/>
              <a:gdLst>
                <a:gd name="T0" fmla="*/ 0 w 3"/>
                <a:gd name="T1" fmla="*/ 0 h 2423"/>
                <a:gd name="T2" fmla="*/ 3 w 3"/>
                <a:gd name="T3" fmla="*/ 2423 h 2423"/>
              </a:gdLst>
              <a:ahLst/>
              <a:cxnLst>
                <a:cxn ang="0">
                  <a:pos x="T0" y="T1"/>
                </a:cxn>
                <a:cxn ang="0">
                  <a:pos x="T2" y="T3"/>
                </a:cxn>
              </a:cxnLst>
              <a:rect l="0" t="0" r="r" b="b"/>
              <a:pathLst>
                <a:path w="3" h="2423">
                  <a:moveTo>
                    <a:pt x="0" y="0"/>
                  </a:moveTo>
                  <a:lnTo>
                    <a:pt x="3" y="2423"/>
                  </a:lnTo>
                </a:path>
              </a:pathLst>
            </a:custGeom>
            <a:noFill/>
            <a:ln w="28575" cap="flat" cmpd="sng">
              <a:solidFill>
                <a:schemeClr val="accent1"/>
              </a:solidFill>
              <a:prstDash val="lg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mn-ea"/>
              </a:endParaRPr>
            </a:p>
          </p:txBody>
        </p:sp>
        <p:sp>
          <p:nvSpPr>
            <p:cNvPr id="38" name="Freeform 5">
              <a:extLst>
                <a:ext uri="{FF2B5EF4-FFF2-40B4-BE49-F238E27FC236}">
                  <a16:creationId xmlns:a16="http://schemas.microsoft.com/office/drawing/2014/main" id="{5271520A-DB49-49FC-98AB-D7D9B11F1406}"/>
                </a:ext>
              </a:extLst>
            </p:cNvPr>
            <p:cNvSpPr>
              <a:spLocks/>
            </p:cNvSpPr>
            <p:nvPr/>
          </p:nvSpPr>
          <p:spPr bwMode="auto">
            <a:xfrm>
              <a:off x="6527303" y="3608372"/>
              <a:ext cx="0" cy="3146136"/>
            </a:xfrm>
            <a:custGeom>
              <a:avLst/>
              <a:gdLst>
                <a:gd name="T0" fmla="*/ 0 w 1"/>
                <a:gd name="T1" fmla="*/ 0 h 2423"/>
                <a:gd name="T2" fmla="*/ 1 w 1"/>
                <a:gd name="T3" fmla="*/ 2423 h 2423"/>
              </a:gdLst>
              <a:ahLst/>
              <a:cxnLst>
                <a:cxn ang="0">
                  <a:pos x="T0" y="T1"/>
                </a:cxn>
                <a:cxn ang="0">
                  <a:pos x="T2" y="T3"/>
                </a:cxn>
              </a:cxnLst>
              <a:rect l="0" t="0" r="r" b="b"/>
              <a:pathLst>
                <a:path w="1" h="2423">
                  <a:moveTo>
                    <a:pt x="0" y="0"/>
                  </a:moveTo>
                  <a:lnTo>
                    <a:pt x="1" y="2423"/>
                  </a:lnTo>
                </a:path>
              </a:pathLst>
            </a:custGeom>
            <a:noFill/>
            <a:ln w="28575" cap="flat" cmpd="sng">
              <a:solidFill>
                <a:schemeClr val="accent1"/>
              </a:solidFill>
              <a:prstDash val="lg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mn-ea"/>
              </a:endParaRPr>
            </a:p>
          </p:txBody>
        </p:sp>
        <p:sp>
          <p:nvSpPr>
            <p:cNvPr id="39" name="Freeform 6">
              <a:extLst>
                <a:ext uri="{FF2B5EF4-FFF2-40B4-BE49-F238E27FC236}">
                  <a16:creationId xmlns:a16="http://schemas.microsoft.com/office/drawing/2014/main" id="{6DCD0851-270E-4359-B14B-48173D913826}"/>
                </a:ext>
              </a:extLst>
            </p:cNvPr>
            <p:cNvSpPr>
              <a:spLocks/>
            </p:cNvSpPr>
            <p:nvPr/>
          </p:nvSpPr>
          <p:spPr bwMode="auto">
            <a:xfrm>
              <a:off x="1748928" y="4928922"/>
              <a:ext cx="2000250" cy="1380"/>
            </a:xfrm>
            <a:custGeom>
              <a:avLst/>
              <a:gdLst>
                <a:gd name="T0" fmla="*/ 0 w 1176"/>
                <a:gd name="T1" fmla="*/ 0 h 1"/>
                <a:gd name="T2" fmla="*/ 1176 w 1176"/>
                <a:gd name="T3" fmla="*/ 0 h 1"/>
              </a:gdLst>
              <a:ahLst/>
              <a:cxnLst>
                <a:cxn ang="0">
                  <a:pos x="T0" y="T1"/>
                </a:cxn>
                <a:cxn ang="0">
                  <a:pos x="T2" y="T3"/>
                </a:cxn>
              </a:cxnLst>
              <a:rect l="0" t="0" r="r" b="b"/>
              <a:pathLst>
                <a:path w="1176" h="1">
                  <a:moveTo>
                    <a:pt x="0" y="0"/>
                  </a:moveTo>
                  <a:lnTo>
                    <a:pt x="1176" y="0"/>
                  </a:lnTo>
                </a:path>
              </a:pathLst>
            </a:custGeom>
            <a:noFill/>
            <a:ln w="28575" cap="flat" cmpd="sng">
              <a:solidFill>
                <a:schemeClr val="accent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mn-ea"/>
              </a:endParaRPr>
            </a:p>
          </p:txBody>
        </p:sp>
        <p:sp>
          <p:nvSpPr>
            <p:cNvPr id="40" name="Line 9">
              <a:extLst>
                <a:ext uri="{FF2B5EF4-FFF2-40B4-BE49-F238E27FC236}">
                  <a16:creationId xmlns:a16="http://schemas.microsoft.com/office/drawing/2014/main" id="{4955E0C4-ACDE-4D2F-88DA-7D5A393C4448}"/>
                </a:ext>
              </a:extLst>
            </p:cNvPr>
            <p:cNvSpPr>
              <a:spLocks noChangeShapeType="1"/>
            </p:cNvSpPr>
            <p:nvPr/>
          </p:nvSpPr>
          <p:spPr bwMode="auto">
            <a:xfrm>
              <a:off x="2360115" y="5438099"/>
              <a:ext cx="4162425" cy="0"/>
            </a:xfrm>
            <a:prstGeom prst="line">
              <a:avLst/>
            </a:prstGeom>
            <a:noFill/>
            <a:ln w="254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mn-ea"/>
              </a:endParaRPr>
            </a:p>
          </p:txBody>
        </p:sp>
        <p:sp>
          <p:nvSpPr>
            <p:cNvPr id="41" name="Line 10">
              <a:extLst>
                <a:ext uri="{FF2B5EF4-FFF2-40B4-BE49-F238E27FC236}">
                  <a16:creationId xmlns:a16="http://schemas.microsoft.com/office/drawing/2014/main" id="{7A5F28E3-5D5F-45C5-A3CF-2D1A2211E960}"/>
                </a:ext>
              </a:extLst>
            </p:cNvPr>
            <p:cNvSpPr>
              <a:spLocks noChangeShapeType="1"/>
            </p:cNvSpPr>
            <p:nvPr/>
          </p:nvSpPr>
          <p:spPr bwMode="auto">
            <a:xfrm>
              <a:off x="6522540" y="5438099"/>
              <a:ext cx="919163"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mn-ea"/>
              </a:endParaRPr>
            </a:p>
          </p:txBody>
        </p:sp>
        <p:sp>
          <p:nvSpPr>
            <p:cNvPr id="42" name="Freeform 13">
              <a:extLst>
                <a:ext uri="{FF2B5EF4-FFF2-40B4-BE49-F238E27FC236}">
                  <a16:creationId xmlns:a16="http://schemas.microsoft.com/office/drawing/2014/main" id="{61F5BFAE-1A53-42DA-A884-2ED490109DD0}"/>
                </a:ext>
              </a:extLst>
            </p:cNvPr>
            <p:cNvSpPr>
              <a:spLocks/>
            </p:cNvSpPr>
            <p:nvPr/>
          </p:nvSpPr>
          <p:spPr bwMode="auto">
            <a:xfrm>
              <a:off x="3495178" y="5996952"/>
              <a:ext cx="1760538" cy="6899"/>
            </a:xfrm>
            <a:custGeom>
              <a:avLst/>
              <a:gdLst>
                <a:gd name="T0" fmla="*/ 0 w 1465"/>
                <a:gd name="T1" fmla="*/ 5 h 5"/>
                <a:gd name="T2" fmla="*/ 1465 w 1465"/>
                <a:gd name="T3" fmla="*/ 0 h 5"/>
              </a:gdLst>
              <a:ahLst/>
              <a:cxnLst>
                <a:cxn ang="0">
                  <a:pos x="T0" y="T1"/>
                </a:cxn>
                <a:cxn ang="0">
                  <a:pos x="T2" y="T3"/>
                </a:cxn>
              </a:cxnLst>
              <a:rect l="0" t="0" r="r" b="b"/>
              <a:pathLst>
                <a:path w="1465" h="5">
                  <a:moveTo>
                    <a:pt x="0" y="5"/>
                  </a:moveTo>
                  <a:lnTo>
                    <a:pt x="1465" y="0"/>
                  </a:lnTo>
                </a:path>
              </a:pathLst>
            </a:custGeom>
            <a:noFill/>
            <a:ln w="28575" cap="flat" cmpd="sng">
              <a:solidFill>
                <a:schemeClr val="accent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mn-ea"/>
              </a:endParaRPr>
            </a:p>
          </p:txBody>
        </p:sp>
        <p:sp>
          <p:nvSpPr>
            <p:cNvPr id="43" name="Line 16">
              <a:extLst>
                <a:ext uri="{FF2B5EF4-FFF2-40B4-BE49-F238E27FC236}">
                  <a16:creationId xmlns:a16="http://schemas.microsoft.com/office/drawing/2014/main" id="{6FC2C7C1-447D-4ED4-A5A9-6C17D0380119}"/>
                </a:ext>
              </a:extLst>
            </p:cNvPr>
            <p:cNvSpPr>
              <a:spLocks noChangeShapeType="1"/>
            </p:cNvSpPr>
            <p:nvPr/>
          </p:nvSpPr>
          <p:spPr bwMode="auto">
            <a:xfrm>
              <a:off x="4238128" y="6594442"/>
              <a:ext cx="236855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mn-ea"/>
              </a:endParaRPr>
            </a:p>
          </p:txBody>
        </p:sp>
        <p:sp>
          <p:nvSpPr>
            <p:cNvPr id="44" name="Line 19">
              <a:extLst>
                <a:ext uri="{FF2B5EF4-FFF2-40B4-BE49-F238E27FC236}">
                  <a16:creationId xmlns:a16="http://schemas.microsoft.com/office/drawing/2014/main" id="{EA5F320F-1772-496E-9B04-D8360124DFA2}"/>
                </a:ext>
              </a:extLst>
            </p:cNvPr>
            <p:cNvSpPr>
              <a:spLocks noChangeShapeType="1"/>
            </p:cNvSpPr>
            <p:nvPr/>
          </p:nvSpPr>
          <p:spPr bwMode="auto">
            <a:xfrm>
              <a:off x="6641603" y="6588923"/>
              <a:ext cx="45085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mn-ea"/>
              </a:endParaRPr>
            </a:p>
          </p:txBody>
        </p:sp>
        <p:sp>
          <p:nvSpPr>
            <p:cNvPr id="45" name="Text Box 20">
              <a:extLst>
                <a:ext uri="{FF2B5EF4-FFF2-40B4-BE49-F238E27FC236}">
                  <a16:creationId xmlns:a16="http://schemas.microsoft.com/office/drawing/2014/main" id="{5BB02793-5891-46B0-8B19-506090AC7E9C}"/>
                </a:ext>
              </a:extLst>
            </p:cNvPr>
            <p:cNvSpPr txBox="1">
              <a:spLocks noChangeArrowheads="1"/>
            </p:cNvSpPr>
            <p:nvPr/>
          </p:nvSpPr>
          <p:spPr bwMode="auto">
            <a:xfrm>
              <a:off x="2720478" y="3063318"/>
              <a:ext cx="1423988" cy="5836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dirty="0" err="1">
                  <a:latin typeface="+mn-ea"/>
                </a:rPr>
                <a:t>T</a:t>
              </a:r>
              <a:r>
                <a:rPr lang="en-US" altLang="zh-CN" baseline="-25000" dirty="0" err="1">
                  <a:latin typeface="+mn-ea"/>
                </a:rPr>
                <a:t>c</a:t>
              </a:r>
              <a:r>
                <a:rPr lang="en-US" altLang="zh-CN" baseline="-25000" dirty="0">
                  <a:latin typeface="+mn-ea"/>
                </a:rPr>
                <a:t> </a:t>
              </a:r>
              <a:r>
                <a:rPr lang="en-US" altLang="zh-CN" dirty="0">
                  <a:latin typeface="+mn-ea"/>
                </a:rPr>
                <a:t>(</a:t>
              </a:r>
              <a:r>
                <a:rPr lang="zh-CN" altLang="en-US" dirty="0">
                  <a:latin typeface="+mn-ea"/>
                </a:rPr>
                <a:t>检查点</a:t>
              </a:r>
              <a:r>
                <a:rPr lang="en-US" altLang="zh-CN" dirty="0">
                  <a:latin typeface="+mn-ea"/>
                </a:rPr>
                <a:t>)</a:t>
              </a:r>
            </a:p>
          </p:txBody>
        </p:sp>
        <p:sp>
          <p:nvSpPr>
            <p:cNvPr id="46" name="Text Box 21">
              <a:extLst>
                <a:ext uri="{FF2B5EF4-FFF2-40B4-BE49-F238E27FC236}">
                  <a16:creationId xmlns:a16="http://schemas.microsoft.com/office/drawing/2014/main" id="{530B3B2D-6415-4618-A90B-6FD4F7918365}"/>
                </a:ext>
              </a:extLst>
            </p:cNvPr>
            <p:cNvSpPr txBox="1">
              <a:spLocks noChangeArrowheads="1"/>
            </p:cNvSpPr>
            <p:nvPr/>
          </p:nvSpPr>
          <p:spPr bwMode="auto">
            <a:xfrm>
              <a:off x="5874840" y="3084016"/>
              <a:ext cx="1566863" cy="582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dirty="0" err="1">
                  <a:latin typeface="+mn-ea"/>
                </a:rPr>
                <a:t>T</a:t>
              </a:r>
              <a:r>
                <a:rPr lang="en-US" altLang="zh-CN" baseline="-25000" dirty="0" err="1">
                  <a:latin typeface="+mn-ea"/>
                </a:rPr>
                <a:t>f</a:t>
              </a:r>
              <a:r>
                <a:rPr lang="en-US" altLang="zh-CN" dirty="0">
                  <a:latin typeface="+mn-ea"/>
                </a:rPr>
                <a:t>(</a:t>
              </a:r>
              <a:r>
                <a:rPr lang="zh-CN" altLang="en-US" dirty="0">
                  <a:latin typeface="+mn-ea"/>
                </a:rPr>
                <a:t>系统故障</a:t>
              </a:r>
              <a:r>
                <a:rPr lang="en-US" altLang="zh-CN" dirty="0">
                  <a:latin typeface="+mn-ea"/>
                </a:rPr>
                <a:t>)</a:t>
              </a:r>
            </a:p>
          </p:txBody>
        </p:sp>
        <p:sp>
          <p:nvSpPr>
            <p:cNvPr id="47" name="Text Box 22">
              <a:extLst>
                <a:ext uri="{FF2B5EF4-FFF2-40B4-BE49-F238E27FC236}">
                  <a16:creationId xmlns:a16="http://schemas.microsoft.com/office/drawing/2014/main" id="{968C85BC-D504-4DC5-A159-AFEA3D62A2FA}"/>
                </a:ext>
              </a:extLst>
            </p:cNvPr>
            <p:cNvSpPr txBox="1">
              <a:spLocks noChangeArrowheads="1"/>
            </p:cNvSpPr>
            <p:nvPr/>
          </p:nvSpPr>
          <p:spPr bwMode="auto">
            <a:xfrm>
              <a:off x="3807915" y="4530135"/>
              <a:ext cx="1136650" cy="582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r>
                <a:rPr lang="zh-CN" altLang="en-US" sz="1200" dirty="0">
                  <a:latin typeface="+mn-ea"/>
                </a:rPr>
                <a:t> </a:t>
              </a:r>
              <a:r>
                <a:rPr lang="en-US" altLang="zh-CN" dirty="0">
                  <a:latin typeface="+mn-ea"/>
                </a:rPr>
                <a:t>REDO</a:t>
              </a:r>
              <a:endParaRPr lang="en-US" altLang="zh-CN" sz="1600" dirty="0">
                <a:latin typeface="+mn-ea"/>
              </a:endParaRPr>
            </a:p>
          </p:txBody>
        </p:sp>
        <p:sp>
          <p:nvSpPr>
            <p:cNvPr id="48" name="Text Box 23">
              <a:extLst>
                <a:ext uri="{FF2B5EF4-FFF2-40B4-BE49-F238E27FC236}">
                  <a16:creationId xmlns:a16="http://schemas.microsoft.com/office/drawing/2014/main" id="{62324664-077D-4EBA-A9CC-6245AACE2FF5}"/>
                </a:ext>
              </a:extLst>
            </p:cNvPr>
            <p:cNvSpPr txBox="1">
              <a:spLocks noChangeArrowheads="1"/>
            </p:cNvSpPr>
            <p:nvPr/>
          </p:nvSpPr>
          <p:spPr bwMode="auto">
            <a:xfrm>
              <a:off x="7300415" y="5069670"/>
              <a:ext cx="1016000" cy="5836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dirty="0">
                  <a:latin typeface="+mn-ea"/>
                </a:rPr>
                <a:t>UNDO</a:t>
              </a:r>
              <a:endParaRPr lang="en-US" altLang="zh-CN" sz="2400" dirty="0">
                <a:latin typeface="+mn-ea"/>
              </a:endParaRPr>
            </a:p>
          </p:txBody>
        </p:sp>
        <p:sp>
          <p:nvSpPr>
            <p:cNvPr id="49" name="Text Box 24">
              <a:extLst>
                <a:ext uri="{FF2B5EF4-FFF2-40B4-BE49-F238E27FC236}">
                  <a16:creationId xmlns:a16="http://schemas.microsoft.com/office/drawing/2014/main" id="{6B6626D6-AE87-4F74-B537-EC2805DEB44E}"/>
                </a:ext>
              </a:extLst>
            </p:cNvPr>
            <p:cNvSpPr txBox="1">
              <a:spLocks noChangeArrowheads="1"/>
            </p:cNvSpPr>
            <p:nvPr/>
          </p:nvSpPr>
          <p:spPr bwMode="auto">
            <a:xfrm>
              <a:off x="7092453" y="6151499"/>
              <a:ext cx="935038" cy="582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dirty="0">
                  <a:latin typeface="+mn-ea"/>
                </a:rPr>
                <a:t>UNDO</a:t>
              </a:r>
              <a:endParaRPr lang="en-US" altLang="zh-CN" sz="1600" dirty="0">
                <a:latin typeface="+mn-ea"/>
              </a:endParaRPr>
            </a:p>
          </p:txBody>
        </p:sp>
        <p:sp>
          <p:nvSpPr>
            <p:cNvPr id="50" name="Text Box 25">
              <a:extLst>
                <a:ext uri="{FF2B5EF4-FFF2-40B4-BE49-F238E27FC236}">
                  <a16:creationId xmlns:a16="http://schemas.microsoft.com/office/drawing/2014/main" id="{7A69E9DC-F664-417C-A9AB-13056A4F1167}"/>
                </a:ext>
              </a:extLst>
            </p:cNvPr>
            <p:cNvSpPr txBox="1">
              <a:spLocks noChangeArrowheads="1"/>
            </p:cNvSpPr>
            <p:nvPr/>
          </p:nvSpPr>
          <p:spPr bwMode="auto">
            <a:xfrm>
              <a:off x="5150940" y="5654741"/>
              <a:ext cx="1136650" cy="5850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r>
                <a:rPr lang="zh-CN" altLang="en-US" sz="1200" dirty="0">
                  <a:latin typeface="+mn-ea"/>
                </a:rPr>
                <a:t> </a:t>
              </a:r>
              <a:r>
                <a:rPr lang="en-US" altLang="zh-CN" dirty="0">
                  <a:latin typeface="+mn-ea"/>
                </a:rPr>
                <a:t>REDO</a:t>
              </a:r>
              <a:endParaRPr lang="en-US" altLang="zh-CN" sz="1600" dirty="0">
                <a:latin typeface="+mn-ea"/>
              </a:endParaRPr>
            </a:p>
          </p:txBody>
        </p:sp>
        <p:sp>
          <p:nvSpPr>
            <p:cNvPr id="51" name="Text Box 26">
              <a:extLst>
                <a:ext uri="{FF2B5EF4-FFF2-40B4-BE49-F238E27FC236}">
                  <a16:creationId xmlns:a16="http://schemas.microsoft.com/office/drawing/2014/main" id="{CCD364B2-D495-4080-B650-9C94EF40B9A6}"/>
                </a:ext>
              </a:extLst>
            </p:cNvPr>
            <p:cNvSpPr txBox="1">
              <a:spLocks noChangeArrowheads="1"/>
            </p:cNvSpPr>
            <p:nvPr/>
          </p:nvSpPr>
          <p:spPr bwMode="auto">
            <a:xfrm>
              <a:off x="1788615" y="4508057"/>
              <a:ext cx="735013" cy="582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r>
                <a:rPr lang="en-US" altLang="zh-CN" sz="2000" dirty="0">
                  <a:latin typeface="+mn-ea"/>
                </a:rPr>
                <a:t>T</a:t>
              </a:r>
              <a:r>
                <a:rPr lang="en-US" altLang="zh-CN" sz="2000" baseline="-25000" dirty="0">
                  <a:latin typeface="+mn-ea"/>
                </a:rPr>
                <a:t>2</a:t>
              </a:r>
              <a:endParaRPr lang="en-US" altLang="zh-CN" sz="1600" dirty="0">
                <a:latin typeface="+mn-ea"/>
              </a:endParaRPr>
            </a:p>
          </p:txBody>
        </p:sp>
        <p:sp>
          <p:nvSpPr>
            <p:cNvPr id="52" name="Text Box 27">
              <a:extLst>
                <a:ext uri="{FF2B5EF4-FFF2-40B4-BE49-F238E27FC236}">
                  <a16:creationId xmlns:a16="http://schemas.microsoft.com/office/drawing/2014/main" id="{63B654B4-9B22-4047-BEC3-DC38C345292F}"/>
                </a:ext>
              </a:extLst>
            </p:cNvPr>
            <p:cNvSpPr txBox="1">
              <a:spLocks noChangeArrowheads="1"/>
            </p:cNvSpPr>
            <p:nvPr/>
          </p:nvSpPr>
          <p:spPr bwMode="auto">
            <a:xfrm>
              <a:off x="2442665" y="5069670"/>
              <a:ext cx="1133475" cy="5850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r>
                <a:rPr lang="en-US" altLang="zh-CN" sz="2000" dirty="0">
                  <a:latin typeface="+mn-ea"/>
                </a:rPr>
                <a:t>T</a:t>
              </a:r>
              <a:r>
                <a:rPr lang="en-US" altLang="zh-CN" sz="2000" baseline="-25000" dirty="0">
                  <a:latin typeface="+mn-ea"/>
                </a:rPr>
                <a:t>3</a:t>
              </a:r>
              <a:endParaRPr lang="en-US" altLang="zh-CN" sz="1600" dirty="0">
                <a:latin typeface="+mn-ea"/>
              </a:endParaRPr>
            </a:p>
          </p:txBody>
        </p:sp>
        <p:sp>
          <p:nvSpPr>
            <p:cNvPr id="53" name="Text Box 28">
              <a:extLst>
                <a:ext uri="{FF2B5EF4-FFF2-40B4-BE49-F238E27FC236}">
                  <a16:creationId xmlns:a16="http://schemas.microsoft.com/office/drawing/2014/main" id="{FD076562-05B0-40DE-833E-746C0B6C0F2B}"/>
                </a:ext>
              </a:extLst>
            </p:cNvPr>
            <p:cNvSpPr txBox="1">
              <a:spLocks noChangeArrowheads="1"/>
            </p:cNvSpPr>
            <p:nvPr/>
          </p:nvSpPr>
          <p:spPr bwMode="auto">
            <a:xfrm>
              <a:off x="3503115" y="5551250"/>
              <a:ext cx="1135063" cy="5850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r>
                <a:rPr lang="en-US" altLang="zh-CN">
                  <a:latin typeface="+mn-ea"/>
                </a:rPr>
                <a:t>T</a:t>
              </a:r>
              <a:r>
                <a:rPr lang="en-US" altLang="zh-CN" baseline="-25000">
                  <a:latin typeface="+mn-ea"/>
                </a:rPr>
                <a:t>4</a:t>
              </a:r>
              <a:endParaRPr lang="en-US" altLang="zh-CN" sz="1400">
                <a:latin typeface="+mn-ea"/>
              </a:endParaRPr>
            </a:p>
            <a:p>
              <a:pPr eaLnBrk="0" hangingPunct="0"/>
              <a:endParaRPr lang="zh-CN" altLang="en-US" sz="1400">
                <a:latin typeface="+mn-ea"/>
              </a:endParaRPr>
            </a:p>
          </p:txBody>
        </p:sp>
        <p:sp>
          <p:nvSpPr>
            <p:cNvPr id="54" name="Text Box 29">
              <a:extLst>
                <a:ext uri="{FF2B5EF4-FFF2-40B4-BE49-F238E27FC236}">
                  <a16:creationId xmlns:a16="http://schemas.microsoft.com/office/drawing/2014/main" id="{176B769A-9619-4F6E-A753-824D91F8F0DD}"/>
                </a:ext>
              </a:extLst>
            </p:cNvPr>
            <p:cNvSpPr txBox="1">
              <a:spLocks noChangeArrowheads="1"/>
            </p:cNvSpPr>
            <p:nvPr/>
          </p:nvSpPr>
          <p:spPr bwMode="auto">
            <a:xfrm>
              <a:off x="4292103" y="6137700"/>
              <a:ext cx="1135063" cy="72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r>
                <a:rPr lang="en-US" altLang="zh-CN">
                  <a:latin typeface="+mn-ea"/>
                </a:rPr>
                <a:t>T</a:t>
              </a:r>
              <a:r>
                <a:rPr lang="en-US" altLang="zh-CN" baseline="-25000">
                  <a:latin typeface="+mn-ea"/>
                </a:rPr>
                <a:t>5</a:t>
              </a:r>
              <a:endParaRPr lang="en-US" altLang="zh-CN" sz="1400">
                <a:latin typeface="+mn-ea"/>
              </a:endParaRPr>
            </a:p>
          </p:txBody>
        </p:sp>
        <p:sp>
          <p:nvSpPr>
            <p:cNvPr id="55" name="Text Box 30">
              <a:extLst>
                <a:ext uri="{FF2B5EF4-FFF2-40B4-BE49-F238E27FC236}">
                  <a16:creationId xmlns:a16="http://schemas.microsoft.com/office/drawing/2014/main" id="{FD930B20-6342-49FB-819B-05F8410CC04B}"/>
                </a:ext>
              </a:extLst>
            </p:cNvPr>
            <p:cNvSpPr txBox="1">
              <a:spLocks noChangeArrowheads="1"/>
            </p:cNvSpPr>
            <p:nvPr/>
          </p:nvSpPr>
          <p:spPr bwMode="auto">
            <a:xfrm>
              <a:off x="2152152" y="3656966"/>
              <a:ext cx="1423988" cy="3225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zh-CN" altLang="en-US" sz="1600" dirty="0">
                  <a:latin typeface="+mn-ea"/>
                </a:rPr>
                <a:t>不要</a:t>
              </a:r>
              <a:r>
                <a:rPr lang="en-US" altLang="zh-CN" sz="1600" dirty="0">
                  <a:latin typeface="+mn-ea"/>
                </a:rPr>
                <a:t>REDO</a:t>
              </a:r>
            </a:p>
          </p:txBody>
        </p:sp>
        <p:sp>
          <p:nvSpPr>
            <p:cNvPr id="56" name="Text Box 31">
              <a:extLst>
                <a:ext uri="{FF2B5EF4-FFF2-40B4-BE49-F238E27FC236}">
                  <a16:creationId xmlns:a16="http://schemas.microsoft.com/office/drawing/2014/main" id="{7A865A7A-0312-4E9B-9918-FB63E1A5FFBE}"/>
                </a:ext>
              </a:extLst>
            </p:cNvPr>
            <p:cNvSpPr txBox="1">
              <a:spLocks noChangeArrowheads="1"/>
            </p:cNvSpPr>
            <p:nvPr/>
          </p:nvSpPr>
          <p:spPr bwMode="auto">
            <a:xfrm>
              <a:off x="1621701" y="3645400"/>
              <a:ext cx="757238" cy="342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eaLnBrk="0" hangingPunct="0"/>
              <a:r>
                <a:rPr lang="en-US" altLang="zh-CN" sz="2000" dirty="0">
                  <a:latin typeface="+mn-ea"/>
                </a:rPr>
                <a:t>T</a:t>
              </a:r>
              <a:r>
                <a:rPr lang="en-US" altLang="zh-CN" sz="2000" baseline="-25000" dirty="0">
                  <a:latin typeface="+mn-ea"/>
                </a:rPr>
                <a:t>1</a:t>
              </a:r>
              <a:endParaRPr lang="en-US" altLang="zh-CN" sz="1600" dirty="0">
                <a:latin typeface="+mn-ea"/>
              </a:endParaRPr>
            </a:p>
          </p:txBody>
        </p:sp>
        <p:sp>
          <p:nvSpPr>
            <p:cNvPr id="57" name="Freeform 32">
              <a:extLst>
                <a:ext uri="{FF2B5EF4-FFF2-40B4-BE49-F238E27FC236}">
                  <a16:creationId xmlns:a16="http://schemas.microsoft.com/office/drawing/2014/main" id="{FB5D5064-EB67-4EBF-A1E0-610541E50741}"/>
                </a:ext>
              </a:extLst>
            </p:cNvPr>
            <p:cNvSpPr>
              <a:spLocks/>
            </p:cNvSpPr>
            <p:nvPr/>
          </p:nvSpPr>
          <p:spPr bwMode="auto">
            <a:xfrm>
              <a:off x="1596528" y="4174125"/>
              <a:ext cx="735013" cy="1380"/>
            </a:xfrm>
            <a:custGeom>
              <a:avLst/>
              <a:gdLst>
                <a:gd name="T0" fmla="*/ 0 w 432"/>
                <a:gd name="T1" fmla="*/ 0 h 1"/>
                <a:gd name="T2" fmla="*/ 432 w 432"/>
                <a:gd name="T3" fmla="*/ 0 h 1"/>
              </a:gdLst>
              <a:ahLst/>
              <a:cxnLst>
                <a:cxn ang="0">
                  <a:pos x="T0" y="T1"/>
                </a:cxn>
                <a:cxn ang="0">
                  <a:pos x="T2" y="T3"/>
                </a:cxn>
              </a:cxnLst>
              <a:rect l="0" t="0" r="r" b="b"/>
              <a:pathLst>
                <a:path w="432" h="1">
                  <a:moveTo>
                    <a:pt x="0" y="0"/>
                  </a:moveTo>
                  <a:lnTo>
                    <a:pt x="432" y="0"/>
                  </a:lnTo>
                </a:path>
              </a:pathLst>
            </a:custGeom>
            <a:noFill/>
            <a:ln w="28575">
              <a:solidFill>
                <a:schemeClr val="accent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mn-ea"/>
              </a:endParaRPr>
            </a:p>
          </p:txBody>
        </p:sp>
      </p:grpSp>
    </p:spTree>
    <p:extLst>
      <p:ext uri="{BB962C8B-B14F-4D97-AF65-F5344CB8AC3E}">
        <p14:creationId xmlns:p14="http://schemas.microsoft.com/office/powerpoint/2010/main" val="2574957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94B82D6-76A9-4768-BD91-F2BE6DD856C6}"/>
              </a:ext>
            </a:extLst>
          </p:cNvPr>
          <p:cNvSpPr>
            <a:spLocks noGrp="1"/>
          </p:cNvSpPr>
          <p:nvPr>
            <p:ph type="body" sz="quarter" idx="10"/>
          </p:nvPr>
        </p:nvSpPr>
        <p:spPr>
          <a:xfrm>
            <a:off x="1621701" y="739001"/>
            <a:ext cx="3188423" cy="249299"/>
          </a:xfrm>
        </p:spPr>
        <p:txBody>
          <a:bodyPr/>
          <a:lstStyle/>
          <a:p>
            <a:r>
              <a:rPr lang="zh-CN" altLang="zh-CN" dirty="0"/>
              <a:t>利用检查点的恢复步骤</a:t>
            </a:r>
            <a:endParaRPr lang="zh-CN" altLang="en-US" dirty="0"/>
          </a:p>
        </p:txBody>
      </p:sp>
      <p:sp>
        <p:nvSpPr>
          <p:cNvPr id="3" name="Rectangle 3">
            <a:extLst>
              <a:ext uri="{FF2B5EF4-FFF2-40B4-BE49-F238E27FC236}">
                <a16:creationId xmlns:a16="http://schemas.microsoft.com/office/drawing/2014/main" id="{79DD04E2-4C82-47C5-8157-44B684F0863F}"/>
              </a:ext>
            </a:extLst>
          </p:cNvPr>
          <p:cNvSpPr txBox="1">
            <a:spLocks noChangeArrowheads="1"/>
          </p:cNvSpPr>
          <p:nvPr/>
        </p:nvSpPr>
        <p:spPr>
          <a:xfrm>
            <a:off x="1491073" y="1329144"/>
            <a:ext cx="9237888" cy="51064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1400" kern="1200" baseline="0" dirty="0">
                <a:solidFill>
                  <a:schemeClr val="tx1"/>
                </a:solidFill>
                <a:latin typeface="Arial" pitchFamily="34" charset="0"/>
                <a:ea typeface="微软雅黑" pitchFamily="34" charset="-122"/>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Arial" pitchFamily="34" charset="0"/>
                <a:ea typeface="微软雅黑" pitchFamily="34" charset="-122"/>
                <a:cs typeface="Arial"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Arial" pitchFamily="34" charset="0"/>
                <a:ea typeface="微软雅黑" pitchFamily="34" charset="-122"/>
                <a:cs typeface="Arial"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00" kern="1200" dirty="0">
                <a:solidFill>
                  <a:schemeClr val="tx1"/>
                </a:solidFill>
                <a:latin typeface="Arial" pitchFamily="34" charset="0"/>
                <a:ea typeface="微软雅黑" pitchFamily="34" charset="-122"/>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00" kern="1200" dirty="0">
                <a:solidFill>
                  <a:schemeClr val="tx1"/>
                </a:solidFill>
                <a:latin typeface="Arial" pitchFamily="34" charset="0"/>
                <a:ea typeface="微软雅黑" pitchFamily="34" charset="-122"/>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l"/>
            </a:pPr>
            <a:r>
              <a:rPr lang="zh-CN" altLang="en-US" sz="1800" dirty="0">
                <a:latin typeface="+mn-ea"/>
                <a:ea typeface="+mn-ea"/>
              </a:rPr>
              <a:t>从重新开始文件中找到</a:t>
            </a:r>
            <a:r>
              <a:rPr lang="zh-CN" altLang="en-US" sz="1800" dirty="0">
                <a:solidFill>
                  <a:srgbClr val="FF0000"/>
                </a:solidFill>
                <a:latin typeface="+mn-ea"/>
                <a:ea typeface="+mn-ea"/>
              </a:rPr>
              <a:t>最后一个</a:t>
            </a:r>
            <a:r>
              <a:rPr lang="zh-CN" altLang="en-US" sz="1800" dirty="0">
                <a:latin typeface="+mn-ea"/>
                <a:ea typeface="+mn-ea"/>
              </a:rPr>
              <a:t>检查点记录在日志文件中的地址，由该地址在日志文件中找到最后一个</a:t>
            </a:r>
            <a:r>
              <a:rPr lang="zh-CN" altLang="en-US" sz="1800" dirty="0">
                <a:solidFill>
                  <a:srgbClr val="FF0000"/>
                </a:solidFill>
                <a:latin typeface="+mn-ea"/>
                <a:ea typeface="+mn-ea"/>
              </a:rPr>
              <a:t>检查点记录</a:t>
            </a:r>
            <a:endParaRPr lang="en-US" altLang="zh-CN" sz="1800" dirty="0">
              <a:solidFill>
                <a:srgbClr val="FF0000"/>
              </a:solidFill>
              <a:latin typeface="+mn-ea"/>
              <a:ea typeface="+mn-ea"/>
            </a:endParaRPr>
          </a:p>
          <a:p>
            <a:pPr>
              <a:lnSpc>
                <a:spcPct val="150000"/>
              </a:lnSpc>
              <a:spcBef>
                <a:spcPts val="0"/>
              </a:spcBef>
              <a:buFont typeface="Wingdings" panose="05000000000000000000" pitchFamily="2" charset="2"/>
              <a:buChar char="l"/>
            </a:pPr>
            <a:r>
              <a:rPr lang="zh-CN" altLang="en-US" sz="1800" dirty="0">
                <a:latin typeface="+mn-ea"/>
                <a:ea typeface="+mn-ea"/>
              </a:rPr>
              <a:t>由该检查点记录得到检查点建立时刻所有正在执行的事务清单</a:t>
            </a:r>
            <a:r>
              <a:rPr lang="en-US" altLang="zh-CN" sz="1800" dirty="0">
                <a:latin typeface="+mn-ea"/>
                <a:ea typeface="+mn-ea"/>
              </a:rPr>
              <a:t>ACTIVE-LIST</a:t>
            </a:r>
          </a:p>
          <a:p>
            <a:pPr lvl="1">
              <a:lnSpc>
                <a:spcPct val="150000"/>
              </a:lnSpc>
              <a:spcBef>
                <a:spcPts val="0"/>
              </a:spcBef>
            </a:pPr>
            <a:r>
              <a:rPr lang="zh-CN" altLang="en-US" sz="1800" dirty="0">
                <a:latin typeface="+mn-ea"/>
                <a:ea typeface="+mn-ea"/>
              </a:rPr>
              <a:t>建立两个事务队列</a:t>
            </a:r>
          </a:p>
          <a:p>
            <a:pPr lvl="2">
              <a:lnSpc>
                <a:spcPct val="150000"/>
              </a:lnSpc>
              <a:spcBef>
                <a:spcPts val="0"/>
              </a:spcBef>
              <a:buSzPct val="87000"/>
              <a:buFont typeface="Wingdings" panose="05000000000000000000" pitchFamily="2" charset="2"/>
              <a:buChar char="Ø"/>
            </a:pPr>
            <a:r>
              <a:rPr lang="en-US" altLang="zh-CN" sz="1800" dirty="0">
                <a:latin typeface="+mn-ea"/>
                <a:ea typeface="+mn-ea"/>
              </a:rPr>
              <a:t>UNDO-LIST </a:t>
            </a:r>
          </a:p>
          <a:p>
            <a:pPr lvl="2">
              <a:lnSpc>
                <a:spcPct val="150000"/>
              </a:lnSpc>
              <a:spcBef>
                <a:spcPts val="0"/>
              </a:spcBef>
              <a:buSzPct val="87000"/>
              <a:buFont typeface="Wingdings" panose="05000000000000000000" pitchFamily="2" charset="2"/>
              <a:buChar char="Ø"/>
            </a:pPr>
            <a:r>
              <a:rPr lang="en-US" altLang="zh-CN" sz="1800" dirty="0">
                <a:latin typeface="+mn-ea"/>
                <a:ea typeface="+mn-ea"/>
              </a:rPr>
              <a:t>REDO-LIST </a:t>
            </a:r>
          </a:p>
          <a:p>
            <a:pPr lvl="1">
              <a:lnSpc>
                <a:spcPct val="150000"/>
              </a:lnSpc>
              <a:spcBef>
                <a:spcPts val="0"/>
              </a:spcBef>
            </a:pPr>
            <a:r>
              <a:rPr lang="zh-CN" altLang="en-US" sz="1800" dirty="0">
                <a:latin typeface="+mn-ea"/>
                <a:ea typeface="+mn-ea"/>
              </a:rPr>
              <a:t>把</a:t>
            </a:r>
            <a:r>
              <a:rPr lang="en-US" altLang="zh-CN" sz="1800" dirty="0">
                <a:latin typeface="+mn-ea"/>
                <a:ea typeface="+mn-ea"/>
              </a:rPr>
              <a:t>ACTIVE-LIST</a:t>
            </a:r>
            <a:r>
              <a:rPr lang="zh-CN" altLang="en-US" sz="1800" dirty="0">
                <a:latin typeface="+mn-ea"/>
                <a:ea typeface="+mn-ea"/>
              </a:rPr>
              <a:t>暂时放入</a:t>
            </a:r>
            <a:r>
              <a:rPr lang="en-US" altLang="zh-CN" sz="1800" dirty="0">
                <a:latin typeface="+mn-ea"/>
                <a:ea typeface="+mn-ea"/>
              </a:rPr>
              <a:t>UNDO-LIST</a:t>
            </a:r>
            <a:r>
              <a:rPr lang="zh-CN" altLang="en-US" sz="1800" dirty="0">
                <a:latin typeface="+mn-ea"/>
                <a:ea typeface="+mn-ea"/>
              </a:rPr>
              <a:t>队列，</a:t>
            </a:r>
            <a:r>
              <a:rPr lang="en-US" altLang="zh-CN" sz="1800" dirty="0">
                <a:latin typeface="+mn-ea"/>
                <a:ea typeface="+mn-ea"/>
              </a:rPr>
              <a:t>REDO</a:t>
            </a:r>
            <a:r>
              <a:rPr lang="zh-CN" altLang="en-US" sz="1800" dirty="0">
                <a:latin typeface="+mn-ea"/>
                <a:ea typeface="+mn-ea"/>
              </a:rPr>
              <a:t>队列暂为空。</a:t>
            </a:r>
          </a:p>
          <a:p>
            <a:pPr>
              <a:lnSpc>
                <a:spcPct val="150000"/>
              </a:lnSpc>
              <a:spcBef>
                <a:spcPts val="0"/>
              </a:spcBef>
              <a:buFont typeface="Wingdings" panose="05000000000000000000" pitchFamily="2" charset="2"/>
              <a:buChar char="l"/>
            </a:pPr>
            <a:r>
              <a:rPr lang="zh-CN" altLang="en-US" sz="1800" dirty="0">
                <a:latin typeface="+mn-ea"/>
                <a:ea typeface="+mn-ea"/>
              </a:rPr>
              <a:t>从检查点开始</a:t>
            </a:r>
            <a:r>
              <a:rPr lang="zh-CN" altLang="en-US" sz="1800" dirty="0">
                <a:solidFill>
                  <a:srgbClr val="FF0000"/>
                </a:solidFill>
                <a:latin typeface="+mn-ea"/>
                <a:ea typeface="+mn-ea"/>
              </a:rPr>
              <a:t>正向扫描日志文件</a:t>
            </a:r>
            <a:r>
              <a:rPr lang="zh-CN" altLang="en-US" sz="1800" dirty="0">
                <a:latin typeface="+mn-ea"/>
                <a:ea typeface="+mn-ea"/>
              </a:rPr>
              <a:t>，直到日志文件结束</a:t>
            </a:r>
          </a:p>
          <a:p>
            <a:pPr lvl="1">
              <a:lnSpc>
                <a:spcPct val="150000"/>
              </a:lnSpc>
              <a:spcBef>
                <a:spcPts val="0"/>
              </a:spcBef>
            </a:pPr>
            <a:r>
              <a:rPr lang="zh-CN" altLang="en-US" sz="1800" dirty="0">
                <a:latin typeface="+mn-ea"/>
                <a:ea typeface="+mn-ea"/>
              </a:rPr>
              <a:t>如有新开始的事务</a:t>
            </a:r>
            <a:r>
              <a:rPr lang="en-US" altLang="zh-CN" sz="1800" dirty="0" err="1">
                <a:latin typeface="+mn-ea"/>
                <a:ea typeface="+mn-ea"/>
              </a:rPr>
              <a:t>T</a:t>
            </a:r>
            <a:r>
              <a:rPr lang="en-US" altLang="zh-CN" sz="1800" i="1" baseline="-25000" dirty="0" err="1">
                <a:latin typeface="+mn-ea"/>
                <a:ea typeface="+mn-ea"/>
              </a:rPr>
              <a:t>i</a:t>
            </a:r>
            <a:r>
              <a:rPr lang="zh-CN" altLang="en-US" sz="1800" dirty="0">
                <a:latin typeface="+mn-ea"/>
                <a:ea typeface="+mn-ea"/>
              </a:rPr>
              <a:t>，把</a:t>
            </a:r>
            <a:r>
              <a:rPr lang="en-US" altLang="zh-CN" sz="1800" dirty="0" err="1">
                <a:latin typeface="+mn-ea"/>
                <a:ea typeface="+mn-ea"/>
              </a:rPr>
              <a:t>T</a:t>
            </a:r>
            <a:r>
              <a:rPr lang="en-US" altLang="zh-CN" sz="1800" i="1" baseline="-25000" dirty="0" err="1">
                <a:latin typeface="+mn-ea"/>
                <a:ea typeface="+mn-ea"/>
              </a:rPr>
              <a:t>i</a:t>
            </a:r>
            <a:r>
              <a:rPr lang="zh-CN" altLang="en-US" sz="1800" dirty="0">
                <a:latin typeface="+mn-ea"/>
                <a:ea typeface="+mn-ea"/>
              </a:rPr>
              <a:t>暂时放入</a:t>
            </a:r>
            <a:r>
              <a:rPr lang="en-US" altLang="zh-CN" sz="1800" dirty="0">
                <a:latin typeface="+mn-ea"/>
                <a:ea typeface="+mn-ea"/>
              </a:rPr>
              <a:t>UNDO-LIST</a:t>
            </a:r>
            <a:r>
              <a:rPr lang="zh-CN" altLang="en-US" sz="1800" dirty="0">
                <a:latin typeface="+mn-ea"/>
                <a:ea typeface="+mn-ea"/>
              </a:rPr>
              <a:t>队列</a:t>
            </a:r>
          </a:p>
          <a:p>
            <a:pPr lvl="1">
              <a:lnSpc>
                <a:spcPct val="150000"/>
              </a:lnSpc>
              <a:spcBef>
                <a:spcPts val="0"/>
              </a:spcBef>
            </a:pPr>
            <a:r>
              <a:rPr lang="zh-CN" altLang="en-US" sz="1800" dirty="0">
                <a:latin typeface="+mn-ea"/>
                <a:ea typeface="+mn-ea"/>
              </a:rPr>
              <a:t>如有提交的事务</a:t>
            </a:r>
            <a:r>
              <a:rPr lang="en-US" altLang="zh-CN" sz="1800" dirty="0" err="1">
                <a:latin typeface="+mn-ea"/>
                <a:ea typeface="+mn-ea"/>
              </a:rPr>
              <a:t>T</a:t>
            </a:r>
            <a:r>
              <a:rPr lang="en-US" altLang="zh-CN" sz="1800" i="1" baseline="-25000" dirty="0" err="1">
                <a:latin typeface="+mn-ea"/>
                <a:ea typeface="+mn-ea"/>
              </a:rPr>
              <a:t>j</a:t>
            </a:r>
            <a:r>
              <a:rPr lang="zh-CN" altLang="en-US" sz="1800" dirty="0">
                <a:latin typeface="+mn-ea"/>
                <a:ea typeface="+mn-ea"/>
              </a:rPr>
              <a:t>，把</a:t>
            </a:r>
            <a:r>
              <a:rPr lang="en-US" altLang="zh-CN" sz="1800" dirty="0" err="1">
                <a:latin typeface="+mn-ea"/>
                <a:ea typeface="+mn-ea"/>
              </a:rPr>
              <a:t>T</a:t>
            </a:r>
            <a:r>
              <a:rPr lang="en-US" altLang="zh-CN" sz="1800" i="1" baseline="-25000" dirty="0" err="1">
                <a:latin typeface="+mn-ea"/>
                <a:ea typeface="+mn-ea"/>
              </a:rPr>
              <a:t>j</a:t>
            </a:r>
            <a:r>
              <a:rPr lang="zh-CN" altLang="en-US" sz="1800" dirty="0">
                <a:latin typeface="+mn-ea"/>
                <a:ea typeface="+mn-ea"/>
              </a:rPr>
              <a:t>从</a:t>
            </a:r>
            <a:r>
              <a:rPr lang="en-US" altLang="zh-CN" sz="1800" dirty="0">
                <a:latin typeface="+mn-ea"/>
                <a:ea typeface="+mn-ea"/>
              </a:rPr>
              <a:t>UNDO-LIST</a:t>
            </a:r>
            <a:r>
              <a:rPr lang="zh-CN" altLang="en-US" sz="1800" dirty="0">
                <a:latin typeface="+mn-ea"/>
                <a:ea typeface="+mn-ea"/>
              </a:rPr>
              <a:t>队列移到</a:t>
            </a:r>
            <a:r>
              <a:rPr lang="en-US" altLang="zh-CN" sz="1800" dirty="0">
                <a:latin typeface="+mn-ea"/>
                <a:ea typeface="+mn-ea"/>
              </a:rPr>
              <a:t>REDO-LIST</a:t>
            </a:r>
            <a:r>
              <a:rPr lang="zh-CN" altLang="en-US" sz="1800" dirty="0">
                <a:latin typeface="+mn-ea"/>
                <a:ea typeface="+mn-ea"/>
              </a:rPr>
              <a:t>队列</a:t>
            </a:r>
            <a:r>
              <a:rPr lang="en-US" altLang="zh-CN" sz="1800" dirty="0">
                <a:latin typeface="+mn-ea"/>
                <a:ea typeface="+mn-ea"/>
              </a:rPr>
              <a:t>;</a:t>
            </a:r>
            <a:r>
              <a:rPr lang="zh-CN" altLang="en-US" sz="1800" dirty="0">
                <a:latin typeface="+mn-ea"/>
                <a:ea typeface="+mn-ea"/>
              </a:rPr>
              <a:t>直到日志文件结束</a:t>
            </a:r>
          </a:p>
          <a:p>
            <a:pPr>
              <a:lnSpc>
                <a:spcPct val="150000"/>
              </a:lnSpc>
              <a:spcBef>
                <a:spcPts val="0"/>
              </a:spcBef>
              <a:buFont typeface="Wingdings" panose="05000000000000000000" pitchFamily="2" charset="2"/>
              <a:buChar char="l"/>
            </a:pPr>
            <a:r>
              <a:rPr lang="zh-CN" altLang="en-US" sz="1800" dirty="0">
                <a:latin typeface="+mn-ea"/>
                <a:ea typeface="+mn-ea"/>
              </a:rPr>
              <a:t>对</a:t>
            </a:r>
            <a:r>
              <a:rPr lang="en-US" altLang="zh-CN" sz="1800" dirty="0">
                <a:latin typeface="+mn-ea"/>
                <a:ea typeface="+mn-ea"/>
              </a:rPr>
              <a:t>UNDO-LIST</a:t>
            </a:r>
            <a:r>
              <a:rPr lang="zh-CN" altLang="en-US" sz="1800" dirty="0">
                <a:latin typeface="+mn-ea"/>
                <a:ea typeface="+mn-ea"/>
              </a:rPr>
              <a:t>中的每个事务执行</a:t>
            </a:r>
            <a:r>
              <a:rPr lang="en-US" altLang="zh-CN" sz="1800" dirty="0">
                <a:latin typeface="+mn-ea"/>
                <a:ea typeface="+mn-ea"/>
              </a:rPr>
              <a:t>UNDO</a:t>
            </a:r>
            <a:r>
              <a:rPr lang="zh-CN" altLang="en-US" sz="1800" dirty="0">
                <a:latin typeface="+mn-ea"/>
                <a:ea typeface="+mn-ea"/>
              </a:rPr>
              <a:t>操作</a:t>
            </a:r>
          </a:p>
          <a:p>
            <a:pPr>
              <a:lnSpc>
                <a:spcPct val="150000"/>
              </a:lnSpc>
              <a:spcBef>
                <a:spcPts val="0"/>
              </a:spcBef>
              <a:buNone/>
            </a:pPr>
            <a:r>
              <a:rPr lang="zh-CN" altLang="en-US" sz="1800" dirty="0">
                <a:latin typeface="+mn-ea"/>
                <a:ea typeface="+mn-ea"/>
              </a:rPr>
              <a:t>    对</a:t>
            </a:r>
            <a:r>
              <a:rPr lang="en-US" altLang="zh-CN" sz="1800" dirty="0">
                <a:latin typeface="+mn-ea"/>
                <a:ea typeface="+mn-ea"/>
              </a:rPr>
              <a:t>REDO-LIST</a:t>
            </a:r>
            <a:r>
              <a:rPr lang="zh-CN" altLang="en-US" sz="1800" dirty="0">
                <a:latin typeface="+mn-ea"/>
                <a:ea typeface="+mn-ea"/>
              </a:rPr>
              <a:t>中的每个事务执行</a:t>
            </a:r>
            <a:r>
              <a:rPr lang="en-US" altLang="zh-CN" sz="1800" dirty="0">
                <a:latin typeface="+mn-ea"/>
                <a:ea typeface="+mn-ea"/>
              </a:rPr>
              <a:t>REDO</a:t>
            </a:r>
            <a:r>
              <a:rPr lang="zh-CN" altLang="en-US" sz="1800" dirty="0">
                <a:latin typeface="+mn-ea"/>
                <a:ea typeface="+mn-ea"/>
              </a:rPr>
              <a:t>操作</a:t>
            </a:r>
            <a:endParaRPr lang="en-US" altLang="zh-CN" sz="1800" dirty="0">
              <a:latin typeface="+mn-ea"/>
              <a:ea typeface="+mn-ea"/>
            </a:endParaRPr>
          </a:p>
          <a:p>
            <a:pPr marL="533400" indent="-533400">
              <a:lnSpc>
                <a:spcPct val="150000"/>
              </a:lnSpc>
              <a:spcBef>
                <a:spcPts val="0"/>
              </a:spcBef>
              <a:buFont typeface="Wingdings" panose="05000000000000000000" pitchFamily="2" charset="2"/>
              <a:buNone/>
            </a:pPr>
            <a:endParaRPr lang="zh-CN" altLang="en-US" sz="1800" dirty="0">
              <a:latin typeface="+mn-ea"/>
              <a:ea typeface="+mn-ea"/>
            </a:endParaRPr>
          </a:p>
        </p:txBody>
      </p:sp>
    </p:spTree>
    <p:extLst>
      <p:ext uri="{BB962C8B-B14F-4D97-AF65-F5344CB8AC3E}">
        <p14:creationId xmlns:p14="http://schemas.microsoft.com/office/powerpoint/2010/main" val="554366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863534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331</TotalTime>
  <Words>1611</Words>
  <Application>Microsoft Office PowerPoint</Application>
  <PresentationFormat>宽屏</PresentationFormat>
  <Paragraphs>139</Paragraphs>
  <Slides>14</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14</vt:i4>
      </vt:variant>
    </vt:vector>
  </HeadingPairs>
  <TitlesOfParts>
    <vt:vector size="21" baseType="lpstr">
      <vt:lpstr>等线</vt:lpstr>
      <vt:lpstr>等线 Light</vt:lpstr>
      <vt:lpstr>微软雅黑</vt:lpstr>
      <vt:lpstr>Arial</vt:lpstr>
      <vt:lpstr>Calibri</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ybh</dc:creator>
  <cp:lastModifiedBy>ybh</cp:lastModifiedBy>
  <cp:revision>10</cp:revision>
  <dcterms:created xsi:type="dcterms:W3CDTF">2023-05-23T04:19:00Z</dcterms:created>
  <dcterms:modified xsi:type="dcterms:W3CDTF">2023-05-23T09:50:45Z</dcterms:modified>
</cp:coreProperties>
</file>